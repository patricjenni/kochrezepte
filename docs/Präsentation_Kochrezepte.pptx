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1.xml" ContentType="application/vnd.openxmlformats-officedocument.customXmlProperties+xml"/>
  <Override PartName="/customXml/item1.xml" ContentType="application/xml"/>
  <Override PartName="/customXml/itemProps2.xml" ContentType="application/vnd.openxmlformats-officedocument.customXmlProperties+xml"/>
  <Override PartName="/customXml/item3.xml" ContentType="application/xml"/>
  <Override PartName="/customXml/item2.xml" ContentType="application/xml"/>
  <Override PartName="/customXml/itemProps3.xml" ContentType="application/vnd.openxmlformats-officedocument.customXmlProperties+xml"/>
  <Override PartName="/docMetadata/LabelInfo.xml" ContentType="application/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7.xml.rels" ContentType="application/vnd.openxmlformats-package.relationship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media/image12.svg" ContentType="image/svg"/>
  <Override PartName="/ppt/media/image2.svg" ContentType="image/svg"/>
  <Override PartName="/ppt/media/image6.svg" ContentType="image/svg"/>
  <Override PartName="/ppt/media/image14.png" ContentType="image/png"/>
  <Override PartName="/ppt/media/image5.png" ContentType="image/png"/>
  <Override PartName="/ppt/media/image1.png" ContentType="image/png"/>
  <Override PartName="/ppt/media/image9.png" ContentType="image/png"/>
  <Override PartName="/ppt/media/image4.svg" ContentType="image/svg"/>
  <Override PartName="/ppt/media/image3.png" ContentType="image/png"/>
  <Override PartName="/ppt/media/image7.png" ContentType="image/png"/>
  <Override PartName="/ppt/media/image8.svg" ContentType="image/svg"/>
  <Override PartName="/ppt/media/image11.png" ContentType="image/png"/>
  <Override PartName="/ppt/media/image10.svg" ContentType="image/svg"/>
  <Override PartName="/ppt/media/image13.png" ContentType="image/png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Click to move the slide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PlaceHolder 4"/>
          <p:cNvSpPr>
            <a:spLocks noGrp="1"/>
          </p:cNvSpPr>
          <p:nvPr>
            <p:ph type="dt" idx="1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PlaceHolder 5"/>
          <p:cNvSpPr>
            <a:spLocks noGrp="1"/>
          </p:cNvSpPr>
          <p:nvPr>
            <p:ph type="ftr" idx="1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PlaceHolder 6"/>
          <p:cNvSpPr>
            <a:spLocks noGrp="1"/>
          </p:cNvSpPr>
          <p:nvPr>
            <p:ph type="sldNum" idx="1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D57C37A-B2DB-4923-8639-9BC3E9DAE9C2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BA380BC-3DC3-469A-B491-E6CA0FA463C2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EF4C8C-AFA0-47D4-8353-2289096DA0FF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EC6F42-2F12-4A79-92CF-94D1A8E82A99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F0D7AD0-8254-406D-81D1-3609FB6B479F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D6322C-C356-42D1-B4BE-63ECF1070721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D07399-5B0D-4DEA-8DA2-67C206787ED3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9C48B8-FA75-4BA4-B2FF-B1C664AC161C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A1E2AB-280E-434A-8F1B-B2C7570ABE50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Why: Identische Version von Javascript &amp; Node sowie Extensions</a:t>
            </a: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663E0E-BDF7-440B-B3FC-7078E5DDCA68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D00943C-F989-405C-A985-6013628F97DB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F9C92F-E06F-49CD-8D01-8BC860E3F2E3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76D1D3-5FAD-44C6-B732-EBB6C9DED502}" type="slidenum">
              <a:rPr b="0" lang="de-DE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">
    <p:bg>
      <p:bgPr>
        <a:solidFill>
          <a:schemeClr val="dk2">
            <a:lumMod val="25000"/>
            <a:lumOff val="75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71760" y="960120"/>
            <a:ext cx="5220720" cy="30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pic>
        <p:nvPicPr>
          <p:cNvPr id="3" name="Grafik 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8" t="0" r="0" b="0"/>
          <a:stretch/>
        </p:blipFill>
        <p:spPr>
          <a:xfrm>
            <a:off x="0" y="0"/>
            <a:ext cx="6152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Click to edit the outline text format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Second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Third Outline Level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Fourth Outline Level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Fifth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Sixth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Seventh Outline Level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usammenfassung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 6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48" r="58720" b="30270"/>
          <a:stretch/>
        </p:blipFill>
        <p:spPr>
          <a:xfrm>
            <a:off x="8972640" y="5081400"/>
            <a:ext cx="3219120" cy="177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911520" y="20588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6858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1430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6002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0574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8295480" y="2058840"/>
            <a:ext cx="300240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1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3A22222-393B-49A3-8CC3-66A1C4488197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&lt;footer&gt;</a:t>
            </a:r>
            <a:endParaRPr b="0" lang="en-GB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911520" y="2043360"/>
            <a:ext cx="10404720" cy="392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3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806B653-BCA3-4B05-AC01-13C6BDBF2D47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4"/>
          </p:nvPr>
        </p:nvSpPr>
        <p:spPr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&lt;footer&gt;</a:t>
            </a:r>
            <a:endParaRPr b="0" lang="en-GB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en Dank">
    <p:bg>
      <p:bgPr>
        <a:solidFill>
          <a:schemeClr val="accent4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 6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4" r="24023" b="11733"/>
          <a:stretch/>
        </p:blipFill>
        <p:spPr>
          <a:xfrm>
            <a:off x="4478040" y="0"/>
            <a:ext cx="7713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911520" y="4006080"/>
            <a:ext cx="5793840" cy="234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2574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7146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1718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4672440"/>
            <a:ext cx="10515240" cy="1298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grpSp>
        <p:nvGrpSpPr>
          <p:cNvPr id="19" name="Gruppieren 8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60" y="-50040"/>
            <a:ext cx="12185640" cy="3025440"/>
            <a:chOff x="5760" y="-50040"/>
            <a:chExt cx="12185640" cy="3025440"/>
          </a:xfrm>
        </p:grpSpPr>
        <p:sp>
          <p:nvSpPr>
            <p:cNvPr id="20" name="Freeform: Shape 11"/>
            <p:cNvSpPr/>
            <p:nvPr/>
          </p:nvSpPr>
          <p:spPr>
            <a:xfrm>
              <a:off x="9865440" y="2327400"/>
              <a:ext cx="951840" cy="26820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0 h 268200"/>
                <a:gd name="textAreaBottom" fmla="*/ 268560 h 268200"/>
                <a:gd name="GluePoint1X" fmla="*/ 952262 w 952261"/>
                <a:gd name="GluePoint1Y" fmla="*/ 268535 h 268535"/>
                <a:gd name="GluePoint2X" fmla="*/ 475750 w 952261"/>
                <a:gd name="GluePoint2Y" fmla="*/ 116175 h 268535"/>
                <a:gd name="GluePoint3X" fmla="*/ 162900 w 952261"/>
                <a:gd name="GluePoint3Y" fmla="*/ 21711 h 268535"/>
                <a:gd name="GluePoint4X" fmla="*/ 159345 w 952261"/>
                <a:gd name="GluePoint4Y" fmla="*/ 16506 h 268535"/>
                <a:gd name="GluePoint5X" fmla="*/ 0 w 952261"/>
                <a:gd name="GluePoint5Y" fmla="*/ 0 h 268535"/>
                <a:gd name="GluePoint6X" fmla="*/ 133698 w 952261"/>
                <a:gd name="GluePoint6Y" fmla="*/ 38090 h 268535"/>
                <a:gd name="GluePoint7X" fmla="*/ 133698 w 952261"/>
                <a:gd name="GluePoint7Y" fmla="*/ 38090 h 268535"/>
                <a:gd name="GluePoint8X" fmla="*/ 134587 w 952261"/>
                <a:gd name="GluePoint8Y" fmla="*/ 38090 h 268535"/>
                <a:gd name="GluePoint9X" fmla="*/ 135475 w 952261"/>
                <a:gd name="GluePoint9Y" fmla="*/ 38725 h 268535"/>
                <a:gd name="GluePoint10X" fmla="*/ 135475 w 952261"/>
                <a:gd name="GluePoint10Y" fmla="*/ 38725 h 268535"/>
                <a:gd name="GluePoint11X" fmla="*/ 135475 w 952261"/>
                <a:gd name="GluePoint11Y" fmla="*/ 38725 h 268535"/>
                <a:gd name="GluePoint12X" fmla="*/ 135475 w 952261"/>
                <a:gd name="GluePoint12Y" fmla="*/ 39614 h 268535"/>
                <a:gd name="GluePoint13X" fmla="*/ 135475 w 952261"/>
                <a:gd name="GluePoint13Y" fmla="*/ 40503 h 268535"/>
                <a:gd name="GluePoint14X" fmla="*/ 135475 w 952261"/>
                <a:gd name="GluePoint14Y" fmla="*/ 41391 h 268535"/>
                <a:gd name="GluePoint15X" fmla="*/ 135475 w 952261"/>
                <a:gd name="GluePoint15Y" fmla="*/ 42407 h 268535"/>
                <a:gd name="GluePoint16X" fmla="*/ 135475 w 952261"/>
                <a:gd name="GluePoint16Y" fmla="*/ 42407 h 2685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" name="Freeform: Shape 12"/>
            <p:cNvSpPr/>
            <p:nvPr/>
          </p:nvSpPr>
          <p:spPr>
            <a:xfrm>
              <a:off x="8614080" y="1807920"/>
              <a:ext cx="51120" cy="49680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49680"/>
                <a:gd name="textAreaBottom" fmla="*/ 50040 h 49680"/>
                <a:gd name="GluePoint1X" fmla="*/ 48502 w 51549"/>
                <a:gd name="GluePoint1Y" fmla="*/ 9142 h 49897"/>
                <a:gd name="GluePoint2X" fmla="*/ 48502 w 51549"/>
                <a:gd name="GluePoint2Y" fmla="*/ 9142 h 49897"/>
                <a:gd name="GluePoint3X" fmla="*/ 49518 w 51549"/>
                <a:gd name="GluePoint3Y" fmla="*/ 9142 h 49897"/>
                <a:gd name="GluePoint4X" fmla="*/ 50660 w 51549"/>
                <a:gd name="GluePoint4Y" fmla="*/ 9142 h 49897"/>
                <a:gd name="GluePoint5X" fmla="*/ 51549 w 51549"/>
                <a:gd name="GluePoint5Y" fmla="*/ 9142 h 49897"/>
                <a:gd name="GluePoint6X" fmla="*/ 51549 w 51549"/>
                <a:gd name="GluePoint6Y" fmla="*/ 635 h 49897"/>
                <a:gd name="GluePoint7X" fmla="*/ 51549 w 51549"/>
                <a:gd name="GluePoint7Y" fmla="*/ 635 h 49897"/>
                <a:gd name="GluePoint8X" fmla="*/ 49771 w 51549"/>
                <a:gd name="GluePoint8Y" fmla="*/ 635 h 49897"/>
                <a:gd name="GluePoint9X" fmla="*/ 47613 w 51549"/>
                <a:gd name="GluePoint9Y" fmla="*/ 0 h 49897"/>
                <a:gd name="GluePoint10X" fmla="*/ 0 w 51549"/>
                <a:gd name="GluePoint10Y" fmla="*/ 49898 h 498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5040" bIns="5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" name="Freeform: Shape 13"/>
            <p:cNvSpPr/>
            <p:nvPr/>
          </p:nvSpPr>
          <p:spPr>
            <a:xfrm>
              <a:off x="6092280" y="292320"/>
              <a:ext cx="3458160" cy="1058400"/>
            </a:xfrm>
            <a:custGeom>
              <a:avLst/>
              <a:gdLst>
                <a:gd name="textAreaLeft" fmla="*/ 0 w 3458160"/>
                <a:gd name="textAreaRight" fmla="*/ 3458520 w 3458160"/>
                <a:gd name="textAreaTop" fmla="*/ 0 h 1058400"/>
                <a:gd name="textAreaBottom" fmla="*/ 1058760 h 1058400"/>
                <a:gd name="GluePoint1X" fmla="*/ 3121388 w 3458361"/>
                <a:gd name="GluePoint1Y" fmla="*/ 956951 h 1058651"/>
                <a:gd name="GluePoint2X" fmla="*/ 3121388 w 3458361"/>
                <a:gd name="GluePoint2Y" fmla="*/ 956951 h 1058651"/>
                <a:gd name="GluePoint3X" fmla="*/ 3120245 w 3458361"/>
                <a:gd name="GluePoint3Y" fmla="*/ 956316 h 1058651"/>
                <a:gd name="GluePoint4X" fmla="*/ 3119483 w 3458361"/>
                <a:gd name="GluePoint4Y" fmla="*/ 956316 h 1058651"/>
                <a:gd name="GluePoint5X" fmla="*/ 3119483 w 3458361"/>
                <a:gd name="GluePoint5Y" fmla="*/ 955554 h 1058651"/>
                <a:gd name="GluePoint6X" fmla="*/ 3119483 w 3458361"/>
                <a:gd name="GluePoint6Y" fmla="*/ 954792 h 1058651"/>
                <a:gd name="GluePoint7X" fmla="*/ 3119483 w 3458361"/>
                <a:gd name="GluePoint7Y" fmla="*/ 953903 h 1058651"/>
                <a:gd name="GluePoint8X" fmla="*/ 3119483 w 3458361"/>
                <a:gd name="GluePoint8Y" fmla="*/ 952888 h 1058651"/>
                <a:gd name="GluePoint9X" fmla="*/ 3119483 w 3458361"/>
                <a:gd name="GluePoint9Y" fmla="*/ 952888 h 1058651"/>
                <a:gd name="GluePoint10X" fmla="*/ 3119483 w 3458361"/>
                <a:gd name="GluePoint10Y" fmla="*/ 331384 h 1058651"/>
                <a:gd name="GluePoint11X" fmla="*/ 3119483 w 3458361"/>
                <a:gd name="GluePoint11Y" fmla="*/ 331384 h 1058651"/>
                <a:gd name="GluePoint12X" fmla="*/ 3119483 w 3458361"/>
                <a:gd name="GluePoint12Y" fmla="*/ 330495 h 1058651"/>
                <a:gd name="GluePoint13X" fmla="*/ 3119483 w 3458361"/>
                <a:gd name="GluePoint13Y" fmla="*/ 330495 h 1058651"/>
                <a:gd name="GluePoint14X" fmla="*/ 3119483 w 3458361"/>
                <a:gd name="GluePoint14Y" fmla="*/ 330495 h 1058651"/>
                <a:gd name="GluePoint15X" fmla="*/ 3119483 w 3458361"/>
                <a:gd name="GluePoint15Y" fmla="*/ 330495 h 1058651"/>
                <a:gd name="GluePoint16X" fmla="*/ 3119483 w 3458361"/>
                <a:gd name="GluePoint16Y" fmla="*/ 329733 h 1058651"/>
                <a:gd name="GluePoint17X" fmla="*/ 3119483 w 3458361"/>
                <a:gd name="GluePoint17Y" fmla="*/ 329733 h 1058651"/>
                <a:gd name="GluePoint18X" fmla="*/ 3238579 w 3458361"/>
                <a:gd name="GluePoint18Y" fmla="*/ 232604 h 1058651"/>
                <a:gd name="GluePoint19X" fmla="*/ 2857675 w 3458361"/>
                <a:gd name="GluePoint19Y" fmla="*/ 117699 h 1058651"/>
                <a:gd name="GluePoint20X" fmla="*/ 2857675 w 3458361"/>
                <a:gd name="GluePoint20Y" fmla="*/ 565638 h 1058651"/>
                <a:gd name="GluePoint21X" fmla="*/ 2857675 w 3458361"/>
                <a:gd name="GluePoint21Y" fmla="*/ 565638 h 1058651"/>
                <a:gd name="GluePoint22X" fmla="*/ 2857675 w 3458361"/>
                <a:gd name="GluePoint22Y" fmla="*/ 566781 h 1058651"/>
                <a:gd name="GluePoint23X" fmla="*/ 2857675 w 3458361"/>
                <a:gd name="GluePoint23Y" fmla="*/ 567543 h 1058651"/>
                <a:gd name="GluePoint24X" fmla="*/ 2857675 w 3458361"/>
                <a:gd name="GluePoint24Y" fmla="*/ 567543 h 1058651"/>
                <a:gd name="GluePoint25X" fmla="*/ 2856913 w 3458361"/>
                <a:gd name="GluePoint25Y" fmla="*/ 568432 h 1058651"/>
                <a:gd name="GluePoint26X" fmla="*/ 2856913 w 3458361"/>
                <a:gd name="GluePoint26Y" fmla="*/ 568432 h 1058651"/>
                <a:gd name="GluePoint27X" fmla="*/ 2602976 w 3458361"/>
                <a:gd name="GluePoint27Y" fmla="*/ 774753 h 1058651"/>
                <a:gd name="GluePoint28X" fmla="*/ 2602976 w 3458361"/>
                <a:gd name="GluePoint28Y" fmla="*/ 774753 h 1058651"/>
                <a:gd name="GluePoint29X" fmla="*/ 2602976 w 3458361"/>
                <a:gd name="GluePoint29Y" fmla="*/ 774753 h 1058651"/>
                <a:gd name="GluePoint30X" fmla="*/ 2600056 w 3458361"/>
                <a:gd name="GluePoint30Y" fmla="*/ 775642 h 1058651"/>
                <a:gd name="GluePoint31X" fmla="*/ 2598406 w 3458361"/>
                <a:gd name="GluePoint31Y" fmla="*/ 775642 h 1058651"/>
                <a:gd name="GluePoint32X" fmla="*/ 28060 w 3458361"/>
                <a:gd name="GluePoint32Y" fmla="*/ 0 h 1058651"/>
                <a:gd name="GluePoint33X" fmla="*/ 28060 w 3458361"/>
                <a:gd name="GluePoint33Y" fmla="*/ 0 h 1058651"/>
                <a:gd name="GluePoint34X" fmla="*/ 28949 w 3458361"/>
                <a:gd name="GluePoint34Y" fmla="*/ 0 h 1058651"/>
                <a:gd name="GluePoint35X" fmla="*/ 28949 w 3458361"/>
                <a:gd name="GluePoint35Y" fmla="*/ 0 h 1058651"/>
                <a:gd name="GluePoint36X" fmla="*/ 28949 w 3458361"/>
                <a:gd name="GluePoint36Y" fmla="*/ 0 h 1058651"/>
                <a:gd name="GluePoint37X" fmla="*/ 28949 w 3458361"/>
                <a:gd name="GluePoint37Y" fmla="*/ 0 h 1058651"/>
                <a:gd name="GluePoint38X" fmla="*/ 28949 w 3458361"/>
                <a:gd name="GluePoint38Y" fmla="*/ 762 h 1058651"/>
                <a:gd name="GluePoint39X" fmla="*/ 28949 w 3458361"/>
                <a:gd name="GluePoint39Y" fmla="*/ 762 h 1058651"/>
                <a:gd name="GluePoint40X" fmla="*/ 28949 w 3458361"/>
                <a:gd name="GluePoint40Y" fmla="*/ 1524 h 1058651"/>
                <a:gd name="GluePoint41X" fmla="*/ 28949 w 3458361"/>
                <a:gd name="GluePoint41Y" fmla="*/ 2412 h 1058651"/>
                <a:gd name="GluePoint42X" fmla="*/ 28949 w 3458361"/>
                <a:gd name="GluePoint42Y" fmla="*/ 2412 h 1058651"/>
                <a:gd name="GluePoint43X" fmla="*/ 28949 w 3458361"/>
                <a:gd name="GluePoint43Y" fmla="*/ 623408 h 1058651"/>
                <a:gd name="GluePoint44X" fmla="*/ 28949 w 3458361"/>
                <a:gd name="GluePoint44Y" fmla="*/ 623408 h 1058651"/>
                <a:gd name="GluePoint45X" fmla="*/ 28949 w 3458361"/>
                <a:gd name="GluePoint45Y" fmla="*/ 624424 h 1058651"/>
                <a:gd name="GluePoint46X" fmla="*/ 28949 w 3458361"/>
                <a:gd name="GluePoint46Y" fmla="*/ 625186 h 1058651"/>
                <a:gd name="GluePoint47X" fmla="*/ 28314 w 3458361"/>
                <a:gd name="GluePoint47Y" fmla="*/ 625948 h 1058651"/>
                <a:gd name="GluePoint48X" fmla="*/ 27679 w 3458361"/>
                <a:gd name="GluePoint48Y" fmla="*/ 626836 h 1058651"/>
                <a:gd name="GluePoint49X" fmla="*/ 27679 w 3458361"/>
                <a:gd name="GluePoint49Y" fmla="*/ 626836 h 1058651"/>
                <a:gd name="GluePoint50X" fmla="*/ 0 w 3458361"/>
                <a:gd name="GluePoint50Y" fmla="*/ 649563 h 1058651"/>
                <a:gd name="GluePoint51X" fmla="*/ 955309 w 3458361"/>
                <a:gd name="GluePoint51Y" fmla="*/ 747582 h 1058651"/>
                <a:gd name="GluePoint52X" fmla="*/ 955309 w 3458361"/>
                <a:gd name="GluePoint52Y" fmla="*/ 634073 h 1058651"/>
                <a:gd name="GluePoint53X" fmla="*/ 955309 w 3458361"/>
                <a:gd name="GluePoint53Y" fmla="*/ 633439 h 1058651"/>
                <a:gd name="GluePoint54X" fmla="*/ 955309 w 3458361"/>
                <a:gd name="GluePoint54Y" fmla="*/ 632677 h 1058651"/>
                <a:gd name="GluePoint55X" fmla="*/ 955309 w 3458361"/>
                <a:gd name="GluePoint55Y" fmla="*/ 632677 h 1058651"/>
                <a:gd name="GluePoint56X" fmla="*/ 955309 w 3458361"/>
                <a:gd name="GluePoint56Y" fmla="*/ 632677 h 1058651"/>
                <a:gd name="GluePoint57X" fmla="*/ 955309 w 3458361"/>
                <a:gd name="GluePoint57Y" fmla="*/ 631788 h 1058651"/>
                <a:gd name="GluePoint58X" fmla="*/ 955309 w 3458361"/>
                <a:gd name="GluePoint58Y" fmla="*/ 631153 h 1058651"/>
                <a:gd name="GluePoint59X" fmla="*/ 955309 w 3458361"/>
                <a:gd name="GluePoint59Y" fmla="*/ 631153 h 1058651"/>
                <a:gd name="GluePoint60X" fmla="*/ 1167473 w 3458361"/>
                <a:gd name="GluePoint60Y" fmla="*/ 412389 h 1058651"/>
                <a:gd name="GluePoint61X" fmla="*/ 1167473 w 3458361"/>
                <a:gd name="GluePoint61Y" fmla="*/ 412389 h 1058651"/>
                <a:gd name="GluePoint62X" fmla="*/ 1167473 w 3458361"/>
                <a:gd name="GluePoint62Y" fmla="*/ 412389 h 1058651"/>
                <a:gd name="GluePoint63X" fmla="*/ 1168362 w 3458361"/>
                <a:gd name="GluePoint63Y" fmla="*/ 412389 h 1058651"/>
                <a:gd name="GluePoint64X" fmla="*/ 1169251 w 3458361"/>
                <a:gd name="GluePoint64Y" fmla="*/ 412389 h 1058651"/>
                <a:gd name="GluePoint65X" fmla="*/ 1170266 w 3458361"/>
                <a:gd name="GluePoint65Y" fmla="*/ 412389 h 1058651"/>
                <a:gd name="GluePoint66X" fmla="*/ 1176107 w 3458361"/>
                <a:gd name="GluePoint66Y" fmla="*/ 412389 h 1058651"/>
                <a:gd name="GluePoint67X" fmla="*/ 1758637 w 3458361"/>
                <a:gd name="GluePoint67Y" fmla="*/ 545070 h 1058651"/>
                <a:gd name="GluePoint68X" fmla="*/ 1758637 w 3458361"/>
                <a:gd name="GluePoint68Y" fmla="*/ 545070 h 1058651"/>
                <a:gd name="GluePoint69X" fmla="*/ 1758637 w 3458361"/>
                <a:gd name="GluePoint69Y" fmla="*/ 545070 h 1058651"/>
                <a:gd name="GluePoint70X" fmla="*/ 1758637 w 3458361"/>
                <a:gd name="GluePoint70Y" fmla="*/ 545070 h 1058651"/>
                <a:gd name="GluePoint71X" fmla="*/ 1759399 w 3458361"/>
                <a:gd name="GluePoint71Y" fmla="*/ 545070 h 1058651"/>
                <a:gd name="GluePoint72X" fmla="*/ 1759399 w 3458361"/>
                <a:gd name="GluePoint72Y" fmla="*/ 545070 h 1058651"/>
                <a:gd name="GluePoint73X" fmla="*/ 1759399 w 3458361"/>
                <a:gd name="GluePoint73Y" fmla="*/ 545070 h 1058651"/>
                <a:gd name="GluePoint74X" fmla="*/ 1759399 w 3458361"/>
                <a:gd name="GluePoint74Y" fmla="*/ 545070 h 1058651"/>
                <a:gd name="GluePoint75X" fmla="*/ 1759399 w 3458361"/>
                <a:gd name="GluePoint75Y" fmla="*/ 545070 h 1058651"/>
                <a:gd name="GluePoint76X" fmla="*/ 1759399 w 3458361"/>
                <a:gd name="GluePoint76Y" fmla="*/ 545704 h 1058651"/>
                <a:gd name="GluePoint77X" fmla="*/ 1759399 w 3458361"/>
                <a:gd name="GluePoint77Y" fmla="*/ 546466 h 1058651"/>
                <a:gd name="GluePoint78X" fmla="*/ 1759399 w 3458361"/>
                <a:gd name="GluePoint78Y" fmla="*/ 753550 h 1058651"/>
                <a:gd name="GluePoint79X" fmla="*/ 1759399 w 3458361"/>
                <a:gd name="GluePoint79Y" fmla="*/ 753550 h 1058651"/>
                <a:gd name="GluePoint80X" fmla="*/ 1759399 w 3458361"/>
                <a:gd name="GluePoint80Y" fmla="*/ 754692 h 1058651"/>
                <a:gd name="GluePoint81X" fmla="*/ 1759399 w 3458361"/>
                <a:gd name="GluePoint81Y" fmla="*/ 755454 h 1058651"/>
                <a:gd name="GluePoint82X" fmla="*/ 1759399 w 3458361"/>
                <a:gd name="GluePoint82Y" fmla="*/ 756089 h 1058651"/>
                <a:gd name="GluePoint83X" fmla="*/ 1758765 w 3458361"/>
                <a:gd name="GluePoint83Y" fmla="*/ 756978 h 1058651"/>
                <a:gd name="GluePoint84X" fmla="*/ 1758765 w 3458361"/>
                <a:gd name="GluePoint84Y" fmla="*/ 756978 h 1058651"/>
                <a:gd name="GluePoint85X" fmla="*/ 1722070 w 3458361"/>
                <a:gd name="GluePoint85Y" fmla="*/ 792528 h 1058651"/>
                <a:gd name="GluePoint86X" fmla="*/ 1722070 w 3458361"/>
                <a:gd name="GluePoint86Y" fmla="*/ 792528 h 1058651"/>
                <a:gd name="GluePoint87X" fmla="*/ 1683345 w 3458361"/>
                <a:gd name="GluePoint87Y" fmla="*/ 823889 h 1058651"/>
                <a:gd name="GluePoint88X" fmla="*/ 2973724 w 3458361"/>
                <a:gd name="GluePoint88Y" fmla="*/ 956189 h 1058651"/>
                <a:gd name="GluePoint89X" fmla="*/ 2974866 w 3458361"/>
                <a:gd name="GluePoint89Y" fmla="*/ 956189 h 1058651"/>
                <a:gd name="GluePoint90X" fmla="*/ 3057904 w 3458361"/>
                <a:gd name="GluePoint90Y" fmla="*/ 981582 h 1058651"/>
                <a:gd name="GluePoint91X" fmla="*/ 3458361 w 3458361"/>
                <a:gd name="GluePoint91Y" fmla="*/ 1058651 h 10586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  <a:cxn ang="0">
                  <a:pos x="GluePoint65X" y="GluePoint65Y"/>
                </a:cxn>
                <a:cxn ang="0">
                  <a:pos x="GluePoint66X" y="GluePoint66Y"/>
                </a:cxn>
                <a:cxn ang="0">
                  <a:pos x="GluePoint67X" y="GluePoint67Y"/>
                </a:cxn>
                <a:cxn ang="0">
                  <a:pos x="GluePoint68X" y="GluePoint68Y"/>
                </a:cxn>
                <a:cxn ang="0">
                  <a:pos x="GluePoint69X" y="GluePoint69Y"/>
                </a:cxn>
                <a:cxn ang="0">
                  <a:pos x="GluePoint70X" y="GluePoint70Y"/>
                </a:cxn>
                <a:cxn ang="0">
                  <a:pos x="GluePoint71X" y="GluePoint71Y"/>
                </a:cxn>
                <a:cxn ang="0">
                  <a:pos x="GluePoint72X" y="GluePoint72Y"/>
                </a:cxn>
                <a:cxn ang="0">
                  <a:pos x="GluePoint73X" y="GluePoint73Y"/>
                </a:cxn>
                <a:cxn ang="0">
                  <a:pos x="GluePoint74X" y="GluePoint74Y"/>
                </a:cxn>
                <a:cxn ang="0">
                  <a:pos x="GluePoint75X" y="GluePoint75Y"/>
                </a:cxn>
                <a:cxn ang="0">
                  <a:pos x="GluePoint76X" y="GluePoint76Y"/>
                </a:cxn>
                <a:cxn ang="0">
                  <a:pos x="GluePoint77X" y="GluePoint77Y"/>
                </a:cxn>
                <a:cxn ang="0">
                  <a:pos x="GluePoint78X" y="GluePoint78Y"/>
                </a:cxn>
                <a:cxn ang="0">
                  <a:pos x="GluePoint79X" y="GluePoint79Y"/>
                </a:cxn>
                <a:cxn ang="0">
                  <a:pos x="GluePoint80X" y="GluePoint80Y"/>
                </a:cxn>
                <a:cxn ang="0">
                  <a:pos x="GluePoint81X" y="GluePoint81Y"/>
                </a:cxn>
                <a:cxn ang="0">
                  <a:pos x="GluePoint82X" y="GluePoint82Y"/>
                </a:cxn>
                <a:cxn ang="0">
                  <a:pos x="GluePoint83X" y="GluePoint83Y"/>
                </a:cxn>
                <a:cxn ang="0">
                  <a:pos x="GluePoint84X" y="GluePoint84Y"/>
                </a:cxn>
                <a:cxn ang="0">
                  <a:pos x="GluePoint85X" y="GluePoint85Y"/>
                </a:cxn>
                <a:cxn ang="0">
                  <a:pos x="GluePoint86X" y="GluePoint86Y"/>
                </a:cxn>
                <a:cxn ang="0">
                  <a:pos x="GluePoint87X" y="GluePoint87Y"/>
                </a:cxn>
                <a:cxn ang="0">
                  <a:pos x="GluePoint88X" y="GluePoint88Y"/>
                </a:cxn>
                <a:cxn ang="0">
                  <a:pos x="GluePoint89X" y="GluePoint89Y"/>
                </a:cxn>
                <a:cxn ang="0">
                  <a:pos x="GluePoint90X" y="GluePoint90Y"/>
                </a:cxn>
                <a:cxn ang="0">
                  <a:pos x="GluePoint91X" y="GluePoint91Y"/>
                </a:cxn>
              </a:cxnLst>
              <a:rect l="textAreaLeft" t="textAreaTop" r="textAreaRight" b="textAreaBottom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" name="Freeform: Shape 15"/>
            <p:cNvSpPr/>
            <p:nvPr/>
          </p:nvSpPr>
          <p:spPr>
            <a:xfrm>
              <a:off x="4278240" y="29160"/>
              <a:ext cx="1022040" cy="307800"/>
            </a:xfrm>
            <a:custGeom>
              <a:avLst/>
              <a:gdLst>
                <a:gd name="textAreaLeft" fmla="*/ 0 w 1022040"/>
                <a:gd name="textAreaRight" fmla="*/ 1022400 w 1022040"/>
                <a:gd name="textAreaTop" fmla="*/ 0 h 307800"/>
                <a:gd name="textAreaBottom" fmla="*/ 308160 h 307800"/>
                <a:gd name="GluePoint1X" fmla="*/ 2540 w 1022221"/>
                <a:gd name="GluePoint1Y" fmla="*/ 0 h 308021"/>
                <a:gd name="GluePoint2X" fmla="*/ 0 w 1022221"/>
                <a:gd name="GluePoint2Y" fmla="*/ 3682 h 308021"/>
                <a:gd name="GluePoint3X" fmla="*/ 0 w 1022221"/>
                <a:gd name="GluePoint3Y" fmla="*/ 3682 h 308021"/>
                <a:gd name="GluePoint4X" fmla="*/ 889 w 1022221"/>
                <a:gd name="GluePoint4Y" fmla="*/ 3682 h 308021"/>
                <a:gd name="GluePoint5X" fmla="*/ 889 w 1022221"/>
                <a:gd name="GluePoint5Y" fmla="*/ 3682 h 308021"/>
                <a:gd name="GluePoint6X" fmla="*/ 889 w 1022221"/>
                <a:gd name="GluePoint6Y" fmla="*/ 4317 h 308021"/>
                <a:gd name="GluePoint7X" fmla="*/ 1524 w 1022221"/>
                <a:gd name="GluePoint7Y" fmla="*/ 5206 h 308021"/>
                <a:gd name="GluePoint8X" fmla="*/ 1524 w 1022221"/>
                <a:gd name="GluePoint8Y" fmla="*/ 6221 h 308021"/>
                <a:gd name="GluePoint9X" fmla="*/ 1524 w 1022221"/>
                <a:gd name="GluePoint9Y" fmla="*/ 6983 h 308021"/>
                <a:gd name="GluePoint10X" fmla="*/ 1524 w 1022221"/>
                <a:gd name="GluePoint10Y" fmla="*/ 8507 h 308021"/>
                <a:gd name="GluePoint11X" fmla="*/ 1022222 w 1022221"/>
                <a:gd name="GluePoint11Y" fmla="*/ 308022 h 3080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" name="Freeform 775"/>
            <p:cNvSpPr/>
            <p:nvPr/>
          </p:nvSpPr>
          <p:spPr>
            <a:xfrm>
              <a:off x="10809360" y="-12600"/>
              <a:ext cx="1265400" cy="505440"/>
            </a:xfrm>
            <a:custGeom>
              <a:avLst/>
              <a:gdLst>
                <a:gd name="textAreaLeft" fmla="*/ 0 w 1265400"/>
                <a:gd name="textAreaRight" fmla="*/ 1265760 w 1265400"/>
                <a:gd name="textAreaTop" fmla="*/ 0 h 505440"/>
                <a:gd name="textAreaBottom" fmla="*/ 505800 h 505440"/>
                <a:gd name="GluePoint1X" fmla="*/ 0 w 1265873"/>
                <a:gd name="GluePoint1Y" fmla="*/ 0 h 505824"/>
                <a:gd name="GluePoint2X" fmla="*/ 945372 w 1265873"/>
                <a:gd name="GluePoint2Y" fmla="*/ 0 h 505824"/>
                <a:gd name="GluePoint3X" fmla="*/ 1265873 w 1265873"/>
                <a:gd name="GluePoint3Y" fmla="*/ 102450 h 505824"/>
                <a:gd name="GluePoint4X" fmla="*/ 1265873 w 1265873"/>
                <a:gd name="GluePoint4Y" fmla="*/ 505824 h 505824"/>
                <a:gd name="GluePoint5X" fmla="*/ 0 w 1265873"/>
                <a:gd name="GluePoint5Y" fmla="*/ 101688 h 505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" name="Freeform: Shape 39"/>
            <p:cNvSpPr/>
            <p:nvPr/>
          </p:nvSpPr>
          <p:spPr>
            <a:xfrm>
              <a:off x="12086280" y="92880"/>
              <a:ext cx="105120" cy="4348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434880"/>
                <a:gd name="textAreaBottom" fmla="*/ 435240 h 434880"/>
                <a:gd name="GluePoint1X" fmla="*/ 0 w 105510"/>
                <a:gd name="GluePoint1Y" fmla="*/ 403501 h 435370"/>
                <a:gd name="GluePoint2X" fmla="*/ 105511 w 105510"/>
                <a:gd name="GluePoint2Y" fmla="*/ 435370 h 435370"/>
                <a:gd name="GluePoint3X" fmla="*/ 105511 w 105510"/>
                <a:gd name="GluePoint3Y" fmla="*/ 31869 h 435370"/>
                <a:gd name="GluePoint4X" fmla="*/ 0 w 105510"/>
                <a:gd name="GluePoint4Y" fmla="*/ 0 h 435370"/>
                <a:gd name="GluePoint5X" fmla="*/ 0 w 105510"/>
                <a:gd name="GluePoint5Y" fmla="*/ 403501 h 435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" name="Freeform: Shape 41"/>
            <p:cNvSpPr/>
            <p:nvPr/>
          </p:nvSpPr>
          <p:spPr>
            <a:xfrm>
              <a:off x="12091320" y="2520"/>
              <a:ext cx="100080" cy="11160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11600"/>
                <a:gd name="textAreaBottom" fmla="*/ 111960 h 111600"/>
                <a:gd name="GluePoint1X" fmla="*/ 100305 w 100305"/>
                <a:gd name="GluePoint1Y" fmla="*/ 111985 h 111985"/>
                <a:gd name="GluePoint2X" fmla="*/ 100305 w 100305"/>
                <a:gd name="GluePoint2Y" fmla="*/ 0 h 111985"/>
                <a:gd name="GluePoint3X" fmla="*/ 0 w 100305"/>
                <a:gd name="GluePoint3Y" fmla="*/ 81640 h 111985"/>
                <a:gd name="GluePoint4X" fmla="*/ 100305 w 100305"/>
                <a:gd name="GluePoint4Y" fmla="*/ 111985 h 11198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" name="Freeform: Shape 53"/>
            <p:cNvSpPr/>
            <p:nvPr/>
          </p:nvSpPr>
          <p:spPr>
            <a:xfrm>
              <a:off x="9860040" y="327960"/>
              <a:ext cx="1739880" cy="683640"/>
            </a:xfrm>
            <a:custGeom>
              <a:avLst/>
              <a:gdLst>
                <a:gd name="textAreaLeft" fmla="*/ 0 w 1739880"/>
                <a:gd name="textAreaRight" fmla="*/ 1740240 w 1739880"/>
                <a:gd name="textAreaTop" fmla="*/ 0 h 683640"/>
                <a:gd name="textAreaBottom" fmla="*/ 684000 h 683640"/>
                <a:gd name="GluePoint1X" fmla="*/ 1032886 w 1740226"/>
                <a:gd name="GluePoint1Y" fmla="*/ 514217 h 683844"/>
                <a:gd name="GluePoint2X" fmla="*/ 1450739 w 1740226"/>
                <a:gd name="GluePoint2Y" fmla="*/ 641184 h 683844"/>
                <a:gd name="GluePoint3X" fmla="*/ 1450739 w 1740226"/>
                <a:gd name="GluePoint3Y" fmla="*/ 641184 h 683844"/>
                <a:gd name="GluePoint4X" fmla="*/ 1451501 w 1740226"/>
                <a:gd name="GluePoint4Y" fmla="*/ 641184 h 683844"/>
                <a:gd name="GluePoint5X" fmla="*/ 1452263 w 1740226"/>
                <a:gd name="GluePoint5Y" fmla="*/ 641184 h 683844"/>
                <a:gd name="GluePoint6X" fmla="*/ 1452263 w 1740226"/>
                <a:gd name="GluePoint6Y" fmla="*/ 641184 h 683844"/>
                <a:gd name="GluePoint7X" fmla="*/ 1452263 w 1740226"/>
                <a:gd name="GluePoint7Y" fmla="*/ 641184 h 683844"/>
                <a:gd name="GluePoint8X" fmla="*/ 1452263 w 1740226"/>
                <a:gd name="GluePoint8Y" fmla="*/ 641945 h 683844"/>
                <a:gd name="GluePoint9X" fmla="*/ 1452263 w 1740226"/>
                <a:gd name="GluePoint9Y" fmla="*/ 641945 h 683844"/>
                <a:gd name="GluePoint10X" fmla="*/ 1452263 w 1740226"/>
                <a:gd name="GluePoint10Y" fmla="*/ 642707 h 683844"/>
                <a:gd name="GluePoint11X" fmla="*/ 1452263 w 1740226"/>
                <a:gd name="GluePoint11Y" fmla="*/ 643469 h 683844"/>
                <a:gd name="GluePoint12X" fmla="*/ 1452263 w 1740226"/>
                <a:gd name="GluePoint12Y" fmla="*/ 683845 h 683844"/>
                <a:gd name="GluePoint13X" fmla="*/ 1740227 w 1740226"/>
                <a:gd name="GluePoint13Y" fmla="*/ 449717 h 683844"/>
                <a:gd name="GluePoint14X" fmla="*/ 248350 w 1740226"/>
                <a:gd name="GluePoint14Y" fmla="*/ 0 h 683844"/>
                <a:gd name="GluePoint15X" fmla="*/ 206196 w 1740226"/>
                <a:gd name="GluePoint15Y" fmla="*/ 34281 h 683844"/>
                <a:gd name="GluePoint16X" fmla="*/ 0 w 1740226"/>
                <a:gd name="GluePoint16Y" fmla="*/ 202004 h 683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" name="Freeform: Shape 54"/>
            <p:cNvSpPr/>
            <p:nvPr/>
          </p:nvSpPr>
          <p:spPr>
            <a:xfrm>
              <a:off x="11314440" y="783000"/>
              <a:ext cx="496440" cy="353520"/>
            </a:xfrm>
            <a:custGeom>
              <a:avLst/>
              <a:gdLst>
                <a:gd name="textAreaLeft" fmla="*/ 0 w 496440"/>
                <a:gd name="textAreaRight" fmla="*/ 496800 w 496440"/>
                <a:gd name="textAreaTop" fmla="*/ 0 h 353520"/>
                <a:gd name="textAreaBottom" fmla="*/ 353880 h 353520"/>
                <a:gd name="GluePoint1X" fmla="*/ 0 w 496826"/>
                <a:gd name="GluePoint1Y" fmla="*/ 312466 h 353730"/>
                <a:gd name="GluePoint2X" fmla="*/ 135476 w 496826"/>
                <a:gd name="GluePoint2Y" fmla="*/ 353730 h 353730"/>
                <a:gd name="GluePoint3X" fmla="*/ 496827 w 496826"/>
                <a:gd name="GluePoint3Y" fmla="*/ 59674 h 353730"/>
                <a:gd name="GluePoint4X" fmla="*/ 299773 w 496826"/>
                <a:gd name="GluePoint4Y" fmla="*/ 0 h 353730"/>
                <a:gd name="GluePoint5X" fmla="*/ 0 w 496826"/>
                <a:gd name="GluePoint5Y" fmla="*/ 243777 h 353730"/>
                <a:gd name="GluePoint6X" fmla="*/ 0 w 496826"/>
                <a:gd name="GluePoint6Y" fmla="*/ 312466 h 3537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" name="Freeform: Shape 55"/>
            <p:cNvSpPr/>
            <p:nvPr/>
          </p:nvSpPr>
          <p:spPr>
            <a:xfrm>
              <a:off x="9220680" y="630360"/>
              <a:ext cx="1410840" cy="929880"/>
            </a:xfrm>
            <a:custGeom>
              <a:avLst/>
              <a:gdLst>
                <a:gd name="textAreaLeft" fmla="*/ 0 w 1410840"/>
                <a:gd name="textAreaRight" fmla="*/ 1411200 w 1410840"/>
                <a:gd name="textAreaTop" fmla="*/ 0 h 929880"/>
                <a:gd name="textAreaBottom" fmla="*/ 930240 h 929880"/>
                <a:gd name="GluePoint1X" fmla="*/ 0 w 1411124"/>
                <a:gd name="GluePoint1Y" fmla="*/ 0 h 930414"/>
                <a:gd name="GluePoint2X" fmla="*/ 0 w 1411124"/>
                <a:gd name="GluePoint2Y" fmla="*/ 610711 h 930414"/>
                <a:gd name="GluePoint3X" fmla="*/ 423439 w 1411124"/>
                <a:gd name="GluePoint3Y" fmla="*/ 738821 h 930414"/>
                <a:gd name="GluePoint4X" fmla="*/ 1320089 w 1411124"/>
                <a:gd name="GluePoint4Y" fmla="*/ 911369 h 930414"/>
                <a:gd name="GluePoint5X" fmla="*/ 1320089 w 1411124"/>
                <a:gd name="GluePoint5Y" fmla="*/ 911369 h 930414"/>
                <a:gd name="GluePoint6X" fmla="*/ 1320216 w 1411124"/>
                <a:gd name="GluePoint6Y" fmla="*/ 911369 h 930414"/>
                <a:gd name="GluePoint7X" fmla="*/ 1411125 w 1411124"/>
                <a:gd name="GluePoint7Y" fmla="*/ 930414 h 930414"/>
                <a:gd name="GluePoint8X" fmla="*/ 1411125 w 1411124"/>
                <a:gd name="GluePoint8Y" fmla="*/ 426482 h 930414"/>
                <a:gd name="GluePoint9X" fmla="*/ 0 w 1411124"/>
                <a:gd name="GluePoint9Y" fmla="*/ 0 h 9304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" name="Freeform: Shape 56"/>
            <p:cNvSpPr/>
            <p:nvPr/>
          </p:nvSpPr>
          <p:spPr>
            <a:xfrm>
              <a:off x="10642680" y="1060200"/>
              <a:ext cx="407160" cy="588240"/>
            </a:xfrm>
            <a:custGeom>
              <a:avLst/>
              <a:gdLst>
                <a:gd name="textAreaLeft" fmla="*/ 0 w 407160"/>
                <a:gd name="textAreaRight" fmla="*/ 407520 w 407160"/>
                <a:gd name="textAreaTop" fmla="*/ 0 h 588240"/>
                <a:gd name="textAreaBottom" fmla="*/ 588600 h 588240"/>
                <a:gd name="GluePoint1X" fmla="*/ 0 w 407567"/>
                <a:gd name="GluePoint1Y" fmla="*/ 503044 h 588492"/>
                <a:gd name="GluePoint2X" fmla="*/ 407568 w 407567"/>
                <a:gd name="GluePoint2Y" fmla="*/ 588492 h 588492"/>
                <a:gd name="GluePoint3X" fmla="*/ 407568 w 407567"/>
                <a:gd name="GluePoint3Y" fmla="*/ 123158 h 588492"/>
                <a:gd name="GluePoint4X" fmla="*/ 0 w 407567"/>
                <a:gd name="GluePoint4Y" fmla="*/ 0 h 588492"/>
                <a:gd name="GluePoint5X" fmla="*/ 0 w 407567"/>
                <a:gd name="GluePoint5Y" fmla="*/ 503044 h 588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" name="Freeform: Shape 57"/>
            <p:cNvSpPr/>
            <p:nvPr/>
          </p:nvSpPr>
          <p:spPr>
            <a:xfrm>
              <a:off x="9225720" y="423000"/>
              <a:ext cx="1654560" cy="624600"/>
            </a:xfrm>
            <a:custGeom>
              <a:avLst/>
              <a:gdLst>
                <a:gd name="textAreaLeft" fmla="*/ 0 w 1654560"/>
                <a:gd name="textAreaRight" fmla="*/ 1654920 w 1654560"/>
                <a:gd name="textAreaTop" fmla="*/ 0 h 624600"/>
                <a:gd name="textAreaBottom" fmla="*/ 624960 h 624600"/>
                <a:gd name="GluePoint1X" fmla="*/ 1410237 w 1654777"/>
                <a:gd name="GluePoint1Y" fmla="*/ 624805 h 624804"/>
                <a:gd name="GluePoint2X" fmla="*/ 1654777 w 1654777"/>
                <a:gd name="GluePoint2Y" fmla="*/ 425974 h 624804"/>
                <a:gd name="GluePoint3X" fmla="*/ 622017 w 1654777"/>
                <a:gd name="GluePoint3Y" fmla="*/ 113889 h 624804"/>
                <a:gd name="GluePoint4X" fmla="*/ 503302 w 1654777"/>
                <a:gd name="GluePoint4Y" fmla="*/ 78085 h 624804"/>
                <a:gd name="GluePoint5X" fmla="*/ 244668 w 1654777"/>
                <a:gd name="GluePoint5Y" fmla="*/ 0 h 624804"/>
                <a:gd name="GluePoint6X" fmla="*/ 119096 w 1654777"/>
                <a:gd name="GluePoint6Y" fmla="*/ 101701 h 624804"/>
                <a:gd name="GluePoint7X" fmla="*/ 119096 w 1654777"/>
                <a:gd name="GluePoint7Y" fmla="*/ 101701 h 624804"/>
                <a:gd name="GluePoint8X" fmla="*/ 0 w 1654777"/>
                <a:gd name="GluePoint8Y" fmla="*/ 198703 h 624804"/>
                <a:gd name="GluePoint9X" fmla="*/ 1410237 w 1654777"/>
                <a:gd name="GluePoint9Y" fmla="*/ 624805 h 6248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" name="Freeform: Shape 58"/>
            <p:cNvSpPr/>
            <p:nvPr/>
          </p:nvSpPr>
          <p:spPr>
            <a:xfrm>
              <a:off x="10647720" y="852480"/>
              <a:ext cx="650520" cy="321120"/>
            </a:xfrm>
            <a:custGeom>
              <a:avLst/>
              <a:gdLst>
                <a:gd name="textAreaLeft" fmla="*/ 0 w 650520"/>
                <a:gd name="textAreaRight" fmla="*/ 650880 w 650520"/>
                <a:gd name="textAreaTop" fmla="*/ 0 h 321120"/>
                <a:gd name="textAreaBottom" fmla="*/ 321480 h 321120"/>
                <a:gd name="GluePoint1X" fmla="*/ 0 w 650712"/>
                <a:gd name="GluePoint1Y" fmla="*/ 198703 h 321607"/>
                <a:gd name="GluePoint2X" fmla="*/ 406553 w 650712"/>
                <a:gd name="GluePoint2Y" fmla="*/ 321608 h 321607"/>
                <a:gd name="GluePoint3X" fmla="*/ 650712 w 650712"/>
                <a:gd name="GluePoint3Y" fmla="*/ 122777 h 321607"/>
                <a:gd name="GluePoint4X" fmla="*/ 244541 w 650712"/>
                <a:gd name="GluePoint4Y" fmla="*/ 0 h 321607"/>
                <a:gd name="GluePoint5X" fmla="*/ 0 w 650712"/>
                <a:gd name="GluePoint5Y" fmla="*/ 198703 h 3216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" name="Freeform: Shape 59"/>
            <p:cNvSpPr/>
            <p:nvPr/>
          </p:nvSpPr>
          <p:spPr>
            <a:xfrm>
              <a:off x="8696520" y="247680"/>
              <a:ext cx="242640" cy="805320"/>
            </a:xfrm>
            <a:custGeom>
              <a:avLst/>
              <a:gdLst>
                <a:gd name="textAreaLeft" fmla="*/ 0 w 242640"/>
                <a:gd name="textAreaRight" fmla="*/ 243000 w 242640"/>
                <a:gd name="textAreaTop" fmla="*/ 0 h 805320"/>
                <a:gd name="textAreaBottom" fmla="*/ 805680 h 805320"/>
                <a:gd name="GluePoint1X" fmla="*/ 243017 w 243017"/>
                <a:gd name="GluePoint1Y" fmla="*/ 608172 h 805732"/>
                <a:gd name="GluePoint2X" fmla="*/ 243017 w 243017"/>
                <a:gd name="GluePoint2Y" fmla="*/ 153249 h 805732"/>
                <a:gd name="GluePoint3X" fmla="*/ 243017 w 243017"/>
                <a:gd name="GluePoint3Y" fmla="*/ 0 h 805732"/>
                <a:gd name="GluePoint4X" fmla="*/ 0 w 243017"/>
                <a:gd name="GluePoint4Y" fmla="*/ 197434 h 805732"/>
                <a:gd name="GluePoint5X" fmla="*/ 0 w 243017"/>
                <a:gd name="GluePoint5Y" fmla="*/ 805733 h 805732"/>
                <a:gd name="GluePoint6X" fmla="*/ 243017 w 243017"/>
                <a:gd name="GluePoint6Y" fmla="*/ 608172 h 805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" name="Freeform 788"/>
            <p:cNvSpPr/>
            <p:nvPr/>
          </p:nvSpPr>
          <p:spPr>
            <a:xfrm>
              <a:off x="5145840" y="-12600"/>
              <a:ext cx="3539520" cy="1069920"/>
            </a:xfrm>
            <a:custGeom>
              <a:avLst/>
              <a:gdLst>
                <a:gd name="textAreaLeft" fmla="*/ 0 w 3539520"/>
                <a:gd name="textAreaRight" fmla="*/ 3539880 w 3539520"/>
                <a:gd name="textAreaTop" fmla="*/ 0 h 1069920"/>
                <a:gd name="textAreaBottom" fmla="*/ 1070280 h 1069920"/>
                <a:gd name="GluePoint1X" fmla="*/ 0 w 3539857"/>
                <a:gd name="GluePoint1Y" fmla="*/ 0 h 1070447"/>
                <a:gd name="GluePoint2X" fmla="*/ 2020293 w 3539857"/>
                <a:gd name="GluePoint2Y" fmla="*/ 0 h 1070447"/>
                <a:gd name="GluePoint3X" fmla="*/ 3539857 w 3539857"/>
                <a:gd name="GluePoint3Y" fmla="*/ 459354 h 1070447"/>
                <a:gd name="GluePoint4X" fmla="*/ 3539857 w 3539857"/>
                <a:gd name="GluePoint4Y" fmla="*/ 1070447 h 10704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" name="Freeform 784"/>
            <p:cNvSpPr/>
            <p:nvPr/>
          </p:nvSpPr>
          <p:spPr>
            <a:xfrm>
              <a:off x="7200360" y="-12600"/>
              <a:ext cx="1733760" cy="450000"/>
            </a:xfrm>
            <a:custGeom>
              <a:avLst/>
              <a:gdLst>
                <a:gd name="textAreaLeft" fmla="*/ 0 w 1733760"/>
                <a:gd name="textAreaRight" fmla="*/ 1734120 w 1733760"/>
                <a:gd name="textAreaTop" fmla="*/ 0 h 450000"/>
                <a:gd name="textAreaBottom" fmla="*/ 450360 h 450000"/>
                <a:gd name="GluePoint1X" fmla="*/ 0 w 1734016"/>
                <a:gd name="GluePoint1Y" fmla="*/ 0 h 450213"/>
                <a:gd name="GluePoint2X" fmla="*/ 901572 w 1734016"/>
                <a:gd name="GluePoint2Y" fmla="*/ 0 h 450213"/>
                <a:gd name="GluePoint3X" fmla="*/ 1734016 w 1734016"/>
                <a:gd name="GluePoint3Y" fmla="*/ 251510 h 450213"/>
                <a:gd name="GluePoint4X" fmla="*/ 1489476 w 1734016"/>
                <a:gd name="GluePoint4Y" fmla="*/ 450213 h 4502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" name="Freeform 779"/>
            <p:cNvSpPr/>
            <p:nvPr/>
          </p:nvSpPr>
          <p:spPr>
            <a:xfrm>
              <a:off x="8136000" y="-12600"/>
              <a:ext cx="1587600" cy="527400"/>
            </a:xfrm>
            <a:custGeom>
              <a:avLst/>
              <a:gdLst>
                <a:gd name="textAreaLeft" fmla="*/ 0 w 1587600"/>
                <a:gd name="textAreaRight" fmla="*/ 1587960 w 1587600"/>
                <a:gd name="textAreaTop" fmla="*/ 0 h 527400"/>
                <a:gd name="textAreaBottom" fmla="*/ 527760 h 527400"/>
                <a:gd name="GluePoint1X" fmla="*/ 0 w 1588137"/>
                <a:gd name="GluePoint1Y" fmla="*/ 0 h 527789"/>
                <a:gd name="GluePoint2X" fmla="*/ 792404 w 1588137"/>
                <a:gd name="GluePoint2Y" fmla="*/ 0 h 527789"/>
                <a:gd name="GluePoint3X" fmla="*/ 1588137 w 1588137"/>
                <a:gd name="GluePoint3Y" fmla="*/ 240590 h 527789"/>
                <a:gd name="GluePoint4X" fmla="*/ 1588137 w 1588137"/>
                <a:gd name="GluePoint4Y" fmla="*/ 503158 h 527789"/>
                <a:gd name="GluePoint5X" fmla="*/ 1334201 w 1588137"/>
                <a:gd name="GluePoint5Y" fmla="*/ 426216 h 527789"/>
                <a:gd name="GluePoint6X" fmla="*/ 1331408 w 1588137"/>
                <a:gd name="GluePoint6Y" fmla="*/ 426216 h 527789"/>
                <a:gd name="GluePoint7X" fmla="*/ 1330519 w 1588137"/>
                <a:gd name="GluePoint7Y" fmla="*/ 426216 h 527789"/>
                <a:gd name="GluePoint8X" fmla="*/ 1329503 w 1588137"/>
                <a:gd name="GluePoint8Y" fmla="*/ 426216 h 527789"/>
                <a:gd name="GluePoint9X" fmla="*/ 1203931 w 1588137"/>
                <a:gd name="GluePoint9Y" fmla="*/ 527789 h 527789"/>
                <a:gd name="GluePoint10X" fmla="*/ 812235 w 1588137"/>
                <a:gd name="GluePoint10Y" fmla="*/ 408059 h 527789"/>
                <a:gd name="GluePoint11X" fmla="*/ 812235 w 1588137"/>
                <a:gd name="GluePoint11Y" fmla="*/ 247319 h 527789"/>
                <a:gd name="GluePoint12X" fmla="*/ 812235 w 1588137"/>
                <a:gd name="GluePoint12Y" fmla="*/ 246557 h 527789"/>
                <a:gd name="GluePoint13X" fmla="*/ 812235 w 1588137"/>
                <a:gd name="GluePoint13Y" fmla="*/ 245668 h 527789"/>
                <a:gd name="GluePoint14X" fmla="*/ 812235 w 1588137"/>
                <a:gd name="GluePoint14Y" fmla="*/ 244907 h 527789"/>
                <a:gd name="GluePoint15X" fmla="*/ 811473 w 1588137"/>
                <a:gd name="GluePoint15Y" fmla="*/ 244907 h 527789"/>
                <a:gd name="GluePoint16X" fmla="*/ 810711 w 1588137"/>
                <a:gd name="GluePoint16Y" fmla="*/ 244907 h 527789"/>
                <a:gd name="GluePoint17X" fmla="*/ 810457 w 1588137"/>
                <a:gd name="GluePoint17Y" fmla="*/ 245034 h 5277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" name="Freeform: Shape 66"/>
            <p:cNvSpPr/>
            <p:nvPr/>
          </p:nvSpPr>
          <p:spPr>
            <a:xfrm>
              <a:off x="9736200" y="-34200"/>
              <a:ext cx="320760" cy="560160"/>
            </a:xfrm>
            <a:custGeom>
              <a:avLst/>
              <a:gdLst>
                <a:gd name="textAreaLeft" fmla="*/ 0 w 320760"/>
                <a:gd name="textAreaRight" fmla="*/ 321120 w 320760"/>
                <a:gd name="textAreaTop" fmla="*/ 0 h 560160"/>
                <a:gd name="textAreaBottom" fmla="*/ 560520 h 560160"/>
                <a:gd name="GluePoint1X" fmla="*/ 111986 w 320976"/>
                <a:gd name="GluePoint1Y" fmla="*/ 560686 h 560686"/>
                <a:gd name="GluePoint2X" fmla="*/ 320976 w 320976"/>
                <a:gd name="GluePoint2Y" fmla="*/ 390677 h 560686"/>
                <a:gd name="GluePoint3X" fmla="*/ 320976 w 320976"/>
                <a:gd name="GluePoint3Y" fmla="*/ 0 h 560686"/>
                <a:gd name="GluePoint4X" fmla="*/ 0 w 320976"/>
                <a:gd name="GluePoint4Y" fmla="*/ 260663 h 560686"/>
                <a:gd name="GluePoint5X" fmla="*/ 0 w 320976"/>
                <a:gd name="GluePoint5Y" fmla="*/ 526913 h 560686"/>
                <a:gd name="GluePoint6X" fmla="*/ 111986 w 320976"/>
                <a:gd name="GluePoint6Y" fmla="*/ 560686 h 5606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8" name="Freeform 777"/>
            <p:cNvSpPr/>
            <p:nvPr/>
          </p:nvSpPr>
          <p:spPr>
            <a:xfrm>
              <a:off x="8963640" y="-12600"/>
              <a:ext cx="1050480" cy="231120"/>
            </a:xfrm>
            <a:custGeom>
              <a:avLst/>
              <a:gdLst>
                <a:gd name="textAreaLeft" fmla="*/ 0 w 1050480"/>
                <a:gd name="textAreaRight" fmla="*/ 1050840 w 1050480"/>
                <a:gd name="textAreaTop" fmla="*/ 0 h 231120"/>
                <a:gd name="textAreaBottom" fmla="*/ 231480 h 231120"/>
                <a:gd name="GluePoint1X" fmla="*/ 0 w 1050864"/>
                <a:gd name="GluePoint1Y" fmla="*/ 0 h 231449"/>
                <a:gd name="GluePoint2X" fmla="*/ 1050864 w 1050864"/>
                <a:gd name="GluePoint2Y" fmla="*/ 0 h 231449"/>
                <a:gd name="GluePoint3X" fmla="*/ 765898 w 1050864"/>
                <a:gd name="GluePoint3Y" fmla="*/ 231449 h 2314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9" name="Freeform: Shape 68"/>
            <p:cNvSpPr/>
            <p:nvPr/>
          </p:nvSpPr>
          <p:spPr>
            <a:xfrm>
              <a:off x="7815600" y="853200"/>
              <a:ext cx="27720" cy="216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216360"/>
                <a:gd name="textAreaBottom" fmla="*/ 216720 h 216360"/>
                <a:gd name="GluePoint1X" fmla="*/ 28187 w 28187"/>
                <a:gd name="GluePoint1Y" fmla="*/ 193625 h 216732"/>
                <a:gd name="GluePoint2X" fmla="*/ 28187 w 28187"/>
                <a:gd name="GluePoint2Y" fmla="*/ 0 h 216732"/>
                <a:gd name="GluePoint3X" fmla="*/ 0 w 28187"/>
                <a:gd name="GluePoint3Y" fmla="*/ 22854 h 216732"/>
                <a:gd name="GluePoint4X" fmla="*/ 0 w 28187"/>
                <a:gd name="GluePoint4Y" fmla="*/ 216733 h 216732"/>
                <a:gd name="GluePoint5X" fmla="*/ 28187 w 28187"/>
                <a:gd name="GluePoint5Y" fmla="*/ 193625 h 216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0" name="Freeform: Shape 69"/>
            <p:cNvSpPr/>
            <p:nvPr/>
          </p:nvSpPr>
          <p:spPr>
            <a:xfrm>
              <a:off x="7581600" y="884880"/>
              <a:ext cx="222840" cy="229320"/>
            </a:xfrm>
            <a:custGeom>
              <a:avLst/>
              <a:gdLst>
                <a:gd name="textAreaLeft" fmla="*/ 0 w 222840"/>
                <a:gd name="textAreaRight" fmla="*/ 223200 w 222840"/>
                <a:gd name="textAreaTop" fmla="*/ 0 h 229320"/>
                <a:gd name="textAreaBottom" fmla="*/ 229680 h 229320"/>
                <a:gd name="GluePoint1X" fmla="*/ 223338 w 223337"/>
                <a:gd name="GluePoint1Y" fmla="*/ 0 h 229683"/>
                <a:gd name="GluePoint2X" fmla="*/ 0 w 223337"/>
                <a:gd name="GluePoint2Y" fmla="*/ 181690 h 229683"/>
                <a:gd name="GluePoint3X" fmla="*/ 0 w 223337"/>
                <a:gd name="GluePoint3Y" fmla="*/ 211400 h 229683"/>
                <a:gd name="GluePoint4X" fmla="*/ 179279 w 223337"/>
                <a:gd name="GluePoint4Y" fmla="*/ 229683 h 229683"/>
                <a:gd name="GluePoint5X" fmla="*/ 223338 w 223337"/>
                <a:gd name="GluePoint5Y" fmla="*/ 194006 h 229683"/>
                <a:gd name="GluePoint6X" fmla="*/ 223338 w 223337"/>
                <a:gd name="GluePoint6Y" fmla="*/ 0 h 2296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1" name="Freeform: Shape 70"/>
            <p:cNvSpPr/>
            <p:nvPr/>
          </p:nvSpPr>
          <p:spPr>
            <a:xfrm>
              <a:off x="7404120" y="745920"/>
              <a:ext cx="433440" cy="122040"/>
            </a:xfrm>
            <a:custGeom>
              <a:avLst/>
              <a:gdLst>
                <a:gd name="textAreaLeft" fmla="*/ 0 w 433440"/>
                <a:gd name="textAreaRight" fmla="*/ 433800 w 433440"/>
                <a:gd name="textAreaTop" fmla="*/ 0 h 122040"/>
                <a:gd name="textAreaBottom" fmla="*/ 122400 h 122040"/>
                <a:gd name="GluePoint1X" fmla="*/ 433850 w 433850"/>
                <a:gd name="GluePoint1Y" fmla="*/ 98907 h 122396"/>
                <a:gd name="GluePoint2X" fmla="*/ 0 w 433850"/>
                <a:gd name="GluePoint2Y" fmla="*/ 0 h 122396"/>
                <a:gd name="GluePoint3X" fmla="*/ 404902 w 433850"/>
                <a:gd name="GluePoint3Y" fmla="*/ 122396 h 122396"/>
                <a:gd name="GluePoint4X" fmla="*/ 433850 w 433850"/>
                <a:gd name="GluePoint4Y" fmla="*/ 98907 h 1223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2" name="Freeform: Shape 71"/>
            <p:cNvSpPr/>
            <p:nvPr/>
          </p:nvSpPr>
          <p:spPr>
            <a:xfrm>
              <a:off x="7064280" y="715320"/>
              <a:ext cx="735120" cy="343080"/>
            </a:xfrm>
            <a:custGeom>
              <a:avLst/>
              <a:gdLst>
                <a:gd name="textAreaLeft" fmla="*/ 0 w 735120"/>
                <a:gd name="textAreaRight" fmla="*/ 735480 w 735120"/>
                <a:gd name="textAreaTop" fmla="*/ 0 h 343080"/>
                <a:gd name="textAreaBottom" fmla="*/ 343440 h 343080"/>
                <a:gd name="GluePoint1X" fmla="*/ 735527 w 735526"/>
                <a:gd name="GluePoint1Y" fmla="*/ 160486 h 343572"/>
                <a:gd name="GluePoint2X" fmla="*/ 204165 w 735526"/>
                <a:gd name="GluePoint2Y" fmla="*/ 0 h 343572"/>
                <a:gd name="GluePoint3X" fmla="*/ 0 w 735526"/>
                <a:gd name="GluePoint3Y" fmla="*/ 210511 h 343572"/>
                <a:gd name="GluePoint4X" fmla="*/ 510413 w 735526"/>
                <a:gd name="GluePoint4Y" fmla="*/ 343573 h 343572"/>
                <a:gd name="GluePoint5X" fmla="*/ 735527 w 735526"/>
                <a:gd name="GluePoint5Y" fmla="*/ 160486 h 3435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3" name="Freeform: Shape 81"/>
            <p:cNvSpPr/>
            <p:nvPr/>
          </p:nvSpPr>
          <p:spPr>
            <a:xfrm>
              <a:off x="8660880" y="1948320"/>
              <a:ext cx="86400" cy="160560"/>
            </a:xfrm>
            <a:custGeom>
              <a:avLst/>
              <a:gdLst>
                <a:gd name="textAreaLeft" fmla="*/ 0 w 86400"/>
                <a:gd name="textAreaRight" fmla="*/ 86760 w 86400"/>
                <a:gd name="textAreaTop" fmla="*/ 0 h 160560"/>
                <a:gd name="textAreaBottom" fmla="*/ 160920 h 160560"/>
                <a:gd name="GluePoint1X" fmla="*/ 0 w 86719"/>
                <a:gd name="GluePoint1Y" fmla="*/ 70594 h 160994"/>
                <a:gd name="GluePoint2X" fmla="*/ 0 w 86719"/>
                <a:gd name="GluePoint2Y" fmla="*/ 160994 h 160994"/>
                <a:gd name="GluePoint3X" fmla="*/ 86720 w 86719"/>
                <a:gd name="GluePoint3Y" fmla="*/ 90274 h 160994"/>
                <a:gd name="GluePoint4X" fmla="*/ 86720 w 86719"/>
                <a:gd name="GluePoint4Y" fmla="*/ 48882 h 160994"/>
                <a:gd name="GluePoint5X" fmla="*/ 86720 w 86719"/>
                <a:gd name="GluePoint5Y" fmla="*/ 0 h 160994"/>
                <a:gd name="GluePoint6X" fmla="*/ 0 w 86719"/>
                <a:gd name="GluePoint6Y" fmla="*/ 70594 h 160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4" name="Freeform: Shape 82"/>
            <p:cNvSpPr/>
            <p:nvPr/>
          </p:nvSpPr>
          <p:spPr>
            <a:xfrm>
              <a:off x="8264880" y="1925280"/>
              <a:ext cx="384840" cy="188280"/>
            </a:xfrm>
            <a:custGeom>
              <a:avLst/>
              <a:gdLst>
                <a:gd name="textAreaLeft" fmla="*/ 0 w 384840"/>
                <a:gd name="textAreaRight" fmla="*/ 385200 w 384840"/>
                <a:gd name="textAreaTop" fmla="*/ 0 h 188280"/>
                <a:gd name="textAreaBottom" fmla="*/ 188640 h 188280"/>
                <a:gd name="GluePoint1X" fmla="*/ 0 w 385094"/>
                <a:gd name="GluePoint1Y" fmla="*/ 93067 h 188546"/>
                <a:gd name="GluePoint2X" fmla="*/ 385095 w 385094"/>
                <a:gd name="GluePoint2Y" fmla="*/ 188546 h 188546"/>
                <a:gd name="GluePoint3X" fmla="*/ 385095 w 385094"/>
                <a:gd name="GluePoint3Y" fmla="*/ 95098 h 188546"/>
                <a:gd name="GluePoint4X" fmla="*/ 0 w 385094"/>
                <a:gd name="GluePoint4Y" fmla="*/ 0 h 188546"/>
                <a:gd name="GluePoint5X" fmla="*/ 0 w 385094"/>
                <a:gd name="GluePoint5Y" fmla="*/ 93067 h 1885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5" name="Freeform: Shape 83"/>
            <p:cNvSpPr/>
            <p:nvPr/>
          </p:nvSpPr>
          <p:spPr>
            <a:xfrm>
              <a:off x="8271360" y="1752120"/>
              <a:ext cx="470520" cy="261000"/>
            </a:xfrm>
            <a:custGeom>
              <a:avLst/>
              <a:gdLst>
                <a:gd name="textAreaLeft" fmla="*/ 0 w 470520"/>
                <a:gd name="textAreaRight" fmla="*/ 470880 w 470520"/>
                <a:gd name="textAreaTop" fmla="*/ 0 h 261000"/>
                <a:gd name="textAreaBottom" fmla="*/ 261360 h 261000"/>
                <a:gd name="GluePoint1X" fmla="*/ 470925 w 470924"/>
                <a:gd name="GluePoint1Y" fmla="*/ 187023 h 261425"/>
                <a:gd name="GluePoint2X" fmla="*/ 393474 w 470924"/>
                <a:gd name="GluePoint2Y" fmla="*/ 163407 h 261425"/>
                <a:gd name="GluePoint3X" fmla="*/ 393474 w 470924"/>
                <a:gd name="GluePoint3Y" fmla="*/ 163407 h 261425"/>
                <a:gd name="GluePoint4X" fmla="*/ 312850 w 470924"/>
                <a:gd name="GluePoint4Y" fmla="*/ 139283 h 261425"/>
                <a:gd name="GluePoint5X" fmla="*/ 312850 w 470924"/>
                <a:gd name="GluePoint5Y" fmla="*/ 139283 h 261425"/>
                <a:gd name="GluePoint6X" fmla="*/ 312088 w 470924"/>
                <a:gd name="GluePoint6Y" fmla="*/ 139283 h 261425"/>
                <a:gd name="GluePoint7X" fmla="*/ 311072 w 470924"/>
                <a:gd name="GluePoint7Y" fmla="*/ 138648 h 261425"/>
                <a:gd name="GluePoint8X" fmla="*/ 311072 w 470924"/>
                <a:gd name="GluePoint8Y" fmla="*/ 138648 h 261425"/>
                <a:gd name="GluePoint9X" fmla="*/ 311072 w 470924"/>
                <a:gd name="GluePoint9Y" fmla="*/ 138648 h 261425"/>
                <a:gd name="GluePoint10X" fmla="*/ 311072 w 470924"/>
                <a:gd name="GluePoint10Y" fmla="*/ 137759 h 261425"/>
                <a:gd name="GluePoint11X" fmla="*/ 311072 w 470924"/>
                <a:gd name="GluePoint11Y" fmla="*/ 136870 h 261425"/>
                <a:gd name="GluePoint12X" fmla="*/ 311072 w 470924"/>
                <a:gd name="GluePoint12Y" fmla="*/ 135982 h 261425"/>
                <a:gd name="GluePoint13X" fmla="*/ 311072 w 470924"/>
                <a:gd name="GluePoint13Y" fmla="*/ 134966 h 261425"/>
                <a:gd name="GluePoint14X" fmla="*/ 311072 w 470924"/>
                <a:gd name="GluePoint14Y" fmla="*/ 134966 h 261425"/>
                <a:gd name="GluePoint15X" fmla="*/ 311072 w 470924"/>
                <a:gd name="GluePoint15Y" fmla="*/ 134966 h 261425"/>
                <a:gd name="GluePoint16X" fmla="*/ 311072 w 470924"/>
                <a:gd name="GluePoint16Y" fmla="*/ 134204 h 261425"/>
                <a:gd name="GluePoint17X" fmla="*/ 311707 w 470924"/>
                <a:gd name="GluePoint17Y" fmla="*/ 133442 h 261425"/>
                <a:gd name="GluePoint18X" fmla="*/ 311707 w 470924"/>
                <a:gd name="GluePoint18Y" fmla="*/ 133442 h 261425"/>
                <a:gd name="GluePoint19X" fmla="*/ 344465 w 470924"/>
                <a:gd name="GluePoint19Y" fmla="*/ 106526 h 261425"/>
                <a:gd name="GluePoint20X" fmla="*/ 392078 w 470924"/>
                <a:gd name="GluePoint20Y" fmla="*/ 56628 h 261425"/>
                <a:gd name="GluePoint21X" fmla="*/ 204800 w 470924"/>
                <a:gd name="GluePoint21Y" fmla="*/ 0 h 261425"/>
                <a:gd name="GluePoint22X" fmla="*/ 0 w 470924"/>
                <a:gd name="GluePoint22Y" fmla="*/ 166708 h 261425"/>
                <a:gd name="GluePoint23X" fmla="*/ 383571 w 470924"/>
                <a:gd name="GluePoint23Y" fmla="*/ 261425 h 2614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6" name="Freeform: Shape 84"/>
            <p:cNvSpPr/>
            <p:nvPr/>
          </p:nvSpPr>
          <p:spPr>
            <a:xfrm>
              <a:off x="8596080" y="1831680"/>
              <a:ext cx="64440" cy="72000"/>
            </a:xfrm>
            <a:custGeom>
              <a:avLst/>
              <a:gdLst>
                <a:gd name="textAreaLeft" fmla="*/ 0 w 64440"/>
                <a:gd name="textAreaRight" fmla="*/ 64800 w 64440"/>
                <a:gd name="textAreaTop" fmla="*/ 0 h 72000"/>
                <a:gd name="textAreaBottom" fmla="*/ 72360 h 72000"/>
                <a:gd name="GluePoint1X" fmla="*/ 64753 w 64753"/>
                <a:gd name="GluePoint1Y" fmla="*/ 72371 h 72370"/>
                <a:gd name="GluePoint2X" fmla="*/ 64753 w 64753"/>
                <a:gd name="GluePoint2Y" fmla="*/ 0 h 72370"/>
                <a:gd name="GluePoint3X" fmla="*/ 0 w 64753"/>
                <a:gd name="GluePoint3Y" fmla="*/ 53072 h 72370"/>
                <a:gd name="GluePoint4X" fmla="*/ 64753 w 64753"/>
                <a:gd name="GluePoint4Y" fmla="*/ 72371 h 72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7360" bIns="273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7" name="Freeform: Shape 87"/>
            <p:cNvSpPr/>
            <p:nvPr/>
          </p:nvSpPr>
          <p:spPr>
            <a:xfrm>
              <a:off x="5870160" y="307800"/>
              <a:ext cx="242280" cy="6858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85800"/>
                <a:gd name="textAreaBottom" fmla="*/ 686160 h 685800"/>
                <a:gd name="GluePoint1X" fmla="*/ 242636 w 242636"/>
                <a:gd name="GluePoint1Y" fmla="*/ 0 h 686002"/>
                <a:gd name="GluePoint2X" fmla="*/ 0 w 242636"/>
                <a:gd name="GluePoint2Y" fmla="*/ 197434 h 686002"/>
                <a:gd name="GluePoint3X" fmla="*/ 0 w 242636"/>
                <a:gd name="GluePoint3Y" fmla="*/ 686003 h 686002"/>
                <a:gd name="GluePoint4X" fmla="*/ 31361 w 242636"/>
                <a:gd name="GluePoint4Y" fmla="*/ 619980 h 686002"/>
                <a:gd name="GluePoint5X" fmla="*/ 31361 w 242636"/>
                <a:gd name="GluePoint5Y" fmla="*/ 619980 h 686002"/>
                <a:gd name="GluePoint6X" fmla="*/ 31361 w 242636"/>
                <a:gd name="GluePoint6Y" fmla="*/ 619218 h 686002"/>
                <a:gd name="GluePoint7X" fmla="*/ 32123 w 242636"/>
                <a:gd name="GluePoint7Y" fmla="*/ 618457 h 686002"/>
                <a:gd name="GluePoint8X" fmla="*/ 32123 w 242636"/>
                <a:gd name="GluePoint8Y" fmla="*/ 618457 h 686002"/>
                <a:gd name="GluePoint9X" fmla="*/ 33392 w 242636"/>
                <a:gd name="GluePoint9Y" fmla="*/ 617822 h 686002"/>
                <a:gd name="GluePoint10X" fmla="*/ 35678 w 242636"/>
                <a:gd name="GluePoint10Y" fmla="*/ 617822 h 686002"/>
                <a:gd name="GluePoint11X" fmla="*/ 208355 w 242636"/>
                <a:gd name="GluePoint11Y" fmla="*/ 635470 h 686002"/>
                <a:gd name="GluePoint12X" fmla="*/ 241366 w 242636"/>
                <a:gd name="GluePoint12Y" fmla="*/ 608553 h 686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8" name="Freeform: Shape 88"/>
            <p:cNvSpPr/>
            <p:nvPr/>
          </p:nvSpPr>
          <p:spPr>
            <a:xfrm>
              <a:off x="4280760" y="38880"/>
              <a:ext cx="1577520" cy="1068840"/>
            </a:xfrm>
            <a:custGeom>
              <a:avLst/>
              <a:gdLst>
                <a:gd name="textAreaLeft" fmla="*/ 0 w 1577520"/>
                <a:gd name="textAreaRight" fmla="*/ 1577880 w 1577520"/>
                <a:gd name="textAreaTop" fmla="*/ 0 h 1068840"/>
                <a:gd name="textAreaBottom" fmla="*/ 1069200 h 1068840"/>
                <a:gd name="GluePoint1X" fmla="*/ 1547743 w 1577961"/>
                <a:gd name="GluePoint1Y" fmla="*/ 1043288 h 1069316"/>
                <a:gd name="GluePoint2X" fmla="*/ 1547743 w 1577961"/>
                <a:gd name="GluePoint2Y" fmla="*/ 1042400 h 1069316"/>
                <a:gd name="GluePoint3X" fmla="*/ 1547743 w 1577961"/>
                <a:gd name="GluePoint3Y" fmla="*/ 1042400 h 1069316"/>
                <a:gd name="GluePoint4X" fmla="*/ 1547743 w 1577961"/>
                <a:gd name="GluePoint4Y" fmla="*/ 1042400 h 1069316"/>
                <a:gd name="GluePoint5X" fmla="*/ 1577961 w 1577961"/>
                <a:gd name="GluePoint5Y" fmla="*/ 978916 h 1069316"/>
                <a:gd name="GluePoint6X" fmla="*/ 1577961 w 1577961"/>
                <a:gd name="GluePoint6Y" fmla="*/ 467874 h 1069316"/>
                <a:gd name="GluePoint7X" fmla="*/ 1019555 w 1577961"/>
                <a:gd name="GluePoint7Y" fmla="*/ 298627 h 1069316"/>
                <a:gd name="GluePoint8X" fmla="*/ 0 w 1577961"/>
                <a:gd name="GluePoint8Y" fmla="*/ 0 h 1069316"/>
                <a:gd name="GluePoint9X" fmla="*/ 0 w 1577961"/>
                <a:gd name="GluePoint9Y" fmla="*/ 601316 h 1069316"/>
                <a:gd name="GluePoint10X" fmla="*/ 1547743 w 1577961"/>
                <a:gd name="GluePoint10Y" fmla="*/ 1069317 h 1069316"/>
                <a:gd name="GluePoint11X" fmla="*/ 1547743 w 1577961"/>
                <a:gd name="GluePoint11Y" fmla="*/ 1043923 h 1069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49" name="Freeform 796"/>
            <p:cNvSpPr/>
            <p:nvPr/>
          </p:nvSpPr>
          <p:spPr>
            <a:xfrm>
              <a:off x="4281120" y="-12600"/>
              <a:ext cx="1825920" cy="510120"/>
            </a:xfrm>
            <a:custGeom>
              <a:avLst/>
              <a:gdLst>
                <a:gd name="textAreaLeft" fmla="*/ 0 w 1825920"/>
                <a:gd name="textAreaRight" fmla="*/ 1826280 w 1825920"/>
                <a:gd name="textAreaTop" fmla="*/ 0 h 510120"/>
                <a:gd name="textAreaBottom" fmla="*/ 510480 h 510120"/>
                <a:gd name="GluePoint1X" fmla="*/ 45999 w 1826185"/>
                <a:gd name="GluePoint1Y" fmla="*/ 0 h 510522"/>
                <a:gd name="GluePoint2X" fmla="*/ 795429 w 1826185"/>
                <a:gd name="GluePoint2Y" fmla="*/ 0 h 510522"/>
                <a:gd name="GluePoint3X" fmla="*/ 1826185 w 1826185"/>
                <a:gd name="GluePoint3Y" fmla="*/ 311945 h 510522"/>
                <a:gd name="GluePoint4X" fmla="*/ 1583294 w 1826185"/>
                <a:gd name="GluePoint4Y" fmla="*/ 510522 h 510522"/>
                <a:gd name="GluePoint5X" fmla="*/ 0 w 1826185"/>
                <a:gd name="GluePoint5Y" fmla="*/ 31856 h 510522"/>
                <a:gd name="GluePoint6X" fmla="*/ 13332 w 1826185"/>
                <a:gd name="GluePoint6Y" fmla="*/ 21064 h 510522"/>
                <a:gd name="GluePoint7X" fmla="*/ 14728 w 1826185"/>
                <a:gd name="GluePoint7Y" fmla="*/ 21952 h 510522"/>
                <a:gd name="GluePoint8X" fmla="*/ 16887 w 1826185"/>
                <a:gd name="GluePoint8Y" fmla="*/ 21952 h 510522"/>
                <a:gd name="GluePoint9X" fmla="*/ 18664 w 1826185"/>
                <a:gd name="GluePoint9Y" fmla="*/ 21952 h 510522"/>
                <a:gd name="GluePoint10X" fmla="*/ 20188 w 1826185"/>
                <a:gd name="GluePoint10Y" fmla="*/ 21064 h 5105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0" name="Freeform 802"/>
            <p:cNvSpPr/>
            <p:nvPr/>
          </p:nvSpPr>
          <p:spPr>
            <a:xfrm>
              <a:off x="3884760" y="-12600"/>
              <a:ext cx="242280" cy="5472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547200"/>
                <a:gd name="textAreaBottom" fmla="*/ 547560 h 547200"/>
                <a:gd name="GluePoint1X" fmla="*/ 0 w 242636"/>
                <a:gd name="GluePoint1Y" fmla="*/ 0 h 547597"/>
                <a:gd name="GluePoint2X" fmla="*/ 242636 w 242636"/>
                <a:gd name="GluePoint2Y" fmla="*/ 0 h 547597"/>
                <a:gd name="GluePoint3X" fmla="*/ 242636 w 242636"/>
                <a:gd name="GluePoint3Y" fmla="*/ 61948 h 547597"/>
                <a:gd name="GluePoint4X" fmla="*/ 242636 w 242636"/>
                <a:gd name="GluePoint4Y" fmla="*/ 165553 h 547597"/>
                <a:gd name="GluePoint5X" fmla="*/ 242636 w 242636"/>
                <a:gd name="GluePoint5Y" fmla="*/ 350036 h 547597"/>
                <a:gd name="GluePoint6X" fmla="*/ 0 w 242636"/>
                <a:gd name="GluePoint6Y" fmla="*/ 547597 h 547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1" name="Freeform 800"/>
            <p:cNvSpPr/>
            <p:nvPr/>
          </p:nvSpPr>
          <p:spPr>
            <a:xfrm>
              <a:off x="2049120" y="-12600"/>
              <a:ext cx="1824480" cy="551520"/>
            </a:xfrm>
            <a:custGeom>
              <a:avLst/>
              <a:gdLst>
                <a:gd name="textAreaLeft" fmla="*/ 0 w 1824480"/>
                <a:gd name="textAreaRight" fmla="*/ 1824840 w 1824480"/>
                <a:gd name="textAreaTop" fmla="*/ 0 h 551520"/>
                <a:gd name="textAreaBottom" fmla="*/ 551880 h 551520"/>
                <a:gd name="GluePoint1X" fmla="*/ 0 w 1824932"/>
                <a:gd name="GluePoint1Y" fmla="*/ 0 h 551786"/>
                <a:gd name="GluePoint2X" fmla="*/ 1824932 w 1824932"/>
                <a:gd name="GluePoint2Y" fmla="*/ 0 h 551786"/>
                <a:gd name="GluePoint3X" fmla="*/ 1824932 w 1824932"/>
                <a:gd name="GluePoint3Y" fmla="*/ 551786 h 5517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2" name="Freeform: Shape 93"/>
            <p:cNvSpPr/>
            <p:nvPr/>
          </p:nvSpPr>
          <p:spPr>
            <a:xfrm>
              <a:off x="7059960" y="934920"/>
              <a:ext cx="510480" cy="159840"/>
            </a:xfrm>
            <a:custGeom>
              <a:avLst/>
              <a:gdLst>
                <a:gd name="textAreaLeft" fmla="*/ 0 w 510480"/>
                <a:gd name="textAreaRight" fmla="*/ 510840 w 510480"/>
                <a:gd name="textAreaTop" fmla="*/ 0 h 159840"/>
                <a:gd name="textAreaBottom" fmla="*/ 160200 h 159840"/>
                <a:gd name="GluePoint1X" fmla="*/ 0 w 510666"/>
                <a:gd name="GluePoint1Y" fmla="*/ 0 h 160232"/>
                <a:gd name="GluePoint2X" fmla="*/ 0 w 510666"/>
                <a:gd name="GluePoint2Y" fmla="*/ 108049 h 160232"/>
                <a:gd name="GluePoint3X" fmla="*/ 510667 w 510666"/>
                <a:gd name="GluePoint3Y" fmla="*/ 160232 h 160232"/>
                <a:gd name="GluePoint4X" fmla="*/ 510667 w 510666"/>
                <a:gd name="GluePoint4Y" fmla="*/ 133188 h 160232"/>
                <a:gd name="GluePoint5X" fmla="*/ 0 w 510666"/>
                <a:gd name="GluePoint5Y" fmla="*/ 0 h 1602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3" name="Freeform: Shape 94"/>
            <p:cNvSpPr/>
            <p:nvPr/>
          </p:nvSpPr>
          <p:spPr>
            <a:xfrm>
              <a:off x="8667360" y="1770840"/>
              <a:ext cx="1164600" cy="546840"/>
            </a:xfrm>
            <a:custGeom>
              <a:avLst/>
              <a:gdLst>
                <a:gd name="textAreaLeft" fmla="*/ 0 w 1164600"/>
                <a:gd name="textAreaRight" fmla="*/ 1164960 w 1164600"/>
                <a:gd name="textAreaTop" fmla="*/ 0 h 546840"/>
                <a:gd name="textAreaBottom" fmla="*/ 547200 h 546840"/>
                <a:gd name="GluePoint1X" fmla="*/ 4444 w 1164933"/>
                <a:gd name="GluePoint1Y" fmla="*/ 0 h 547100"/>
                <a:gd name="GluePoint2X" fmla="*/ 4444 w 1164933"/>
                <a:gd name="GluePoint2Y" fmla="*/ 31361 h 547100"/>
                <a:gd name="GluePoint3X" fmla="*/ 4444 w 1164933"/>
                <a:gd name="GluePoint3Y" fmla="*/ 32250 h 547100"/>
                <a:gd name="GluePoint4X" fmla="*/ 4444 w 1164933"/>
                <a:gd name="GluePoint4Y" fmla="*/ 33012 h 547100"/>
                <a:gd name="GluePoint5X" fmla="*/ 4444 w 1164933"/>
                <a:gd name="GluePoint5Y" fmla="*/ 33012 h 547100"/>
                <a:gd name="GluePoint6X" fmla="*/ 2794 w 1164933"/>
                <a:gd name="GluePoint6Y" fmla="*/ 35170 h 547100"/>
                <a:gd name="GluePoint7X" fmla="*/ 2794 w 1164933"/>
                <a:gd name="GluePoint7Y" fmla="*/ 35170 h 547100"/>
                <a:gd name="GluePoint8X" fmla="*/ 0 w 1164933"/>
                <a:gd name="GluePoint8Y" fmla="*/ 35932 h 547100"/>
                <a:gd name="GluePoint9X" fmla="*/ 0 w 1164933"/>
                <a:gd name="GluePoint9Y" fmla="*/ 44438 h 547100"/>
                <a:gd name="GluePoint10X" fmla="*/ 0 w 1164933"/>
                <a:gd name="GluePoint10Y" fmla="*/ 44438 h 547100"/>
                <a:gd name="GluePoint11X" fmla="*/ 1143 w 1164933"/>
                <a:gd name="GluePoint11Y" fmla="*/ 44438 h 547100"/>
                <a:gd name="GluePoint12X" fmla="*/ 2032 w 1164933"/>
                <a:gd name="GluePoint12Y" fmla="*/ 44438 h 547100"/>
                <a:gd name="GluePoint13X" fmla="*/ 2667 w 1164933"/>
                <a:gd name="GluePoint13Y" fmla="*/ 44438 h 547100"/>
                <a:gd name="GluePoint14X" fmla="*/ 3682 w 1164933"/>
                <a:gd name="GluePoint14Y" fmla="*/ 45073 h 547100"/>
                <a:gd name="GluePoint15X" fmla="*/ 3682 w 1164933"/>
                <a:gd name="GluePoint15Y" fmla="*/ 45073 h 547100"/>
                <a:gd name="GluePoint16X" fmla="*/ 3682 w 1164933"/>
                <a:gd name="GluePoint16Y" fmla="*/ 45073 h 547100"/>
                <a:gd name="GluePoint17X" fmla="*/ 3682 w 1164933"/>
                <a:gd name="GluePoint17Y" fmla="*/ 46089 h 547100"/>
                <a:gd name="GluePoint18X" fmla="*/ 3682 w 1164933"/>
                <a:gd name="GluePoint18Y" fmla="*/ 47105 h 547100"/>
                <a:gd name="GluePoint19X" fmla="*/ 3682 w 1164933"/>
                <a:gd name="GluePoint19Y" fmla="*/ 47866 h 547100"/>
                <a:gd name="GluePoint20X" fmla="*/ 3682 w 1164933"/>
                <a:gd name="GluePoint20Y" fmla="*/ 134585 h 547100"/>
                <a:gd name="GluePoint21X" fmla="*/ 86592 w 1164933"/>
                <a:gd name="GluePoint21Y" fmla="*/ 159979 h 547100"/>
                <a:gd name="GluePoint22X" fmla="*/ 86592 w 1164933"/>
                <a:gd name="GluePoint22Y" fmla="*/ 159979 h 547100"/>
                <a:gd name="GluePoint23X" fmla="*/ 87354 w 1164933"/>
                <a:gd name="GluePoint23Y" fmla="*/ 159979 h 547100"/>
                <a:gd name="GluePoint24X" fmla="*/ 88116 w 1164933"/>
                <a:gd name="GluePoint24Y" fmla="*/ 159979 h 547100"/>
                <a:gd name="GluePoint25X" fmla="*/ 88116 w 1164933"/>
                <a:gd name="GluePoint25Y" fmla="*/ 159979 h 547100"/>
                <a:gd name="GluePoint26X" fmla="*/ 88116 w 1164933"/>
                <a:gd name="GluePoint26Y" fmla="*/ 159979 h 547100"/>
                <a:gd name="GluePoint27X" fmla="*/ 88116 w 1164933"/>
                <a:gd name="GluePoint27Y" fmla="*/ 159979 h 547100"/>
                <a:gd name="GluePoint28X" fmla="*/ 88116 w 1164933"/>
                <a:gd name="GluePoint28Y" fmla="*/ 160740 h 547100"/>
                <a:gd name="GluePoint29X" fmla="*/ 88116 w 1164933"/>
                <a:gd name="GluePoint29Y" fmla="*/ 160740 h 547100"/>
                <a:gd name="GluePoint30X" fmla="*/ 88116 w 1164933"/>
                <a:gd name="GluePoint30Y" fmla="*/ 161502 h 547100"/>
                <a:gd name="GluePoint31X" fmla="*/ 88116 w 1164933"/>
                <a:gd name="GluePoint31Y" fmla="*/ 162264 h 547100"/>
                <a:gd name="GluePoint32X" fmla="*/ 88116 w 1164933"/>
                <a:gd name="GluePoint32Y" fmla="*/ 218891 h 547100"/>
                <a:gd name="GluePoint33X" fmla="*/ 1164934 w 1164933"/>
                <a:gd name="GluePoint33Y" fmla="*/ 547101 h 547100"/>
                <a:gd name="GluePoint34X" fmla="*/ 1164934 w 1164933"/>
                <a:gd name="GluePoint34Y" fmla="*/ 350302 h 5471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</a:cxnLst>
              <a:rect l="textAreaLeft" t="textAreaTop" r="textAreaRight" b="textAreaBottom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4" name="Freeform: Shape 95"/>
            <p:cNvSpPr/>
            <p:nvPr/>
          </p:nvSpPr>
          <p:spPr>
            <a:xfrm>
              <a:off x="5839200" y="1087920"/>
              <a:ext cx="3068640" cy="638280"/>
            </a:xfrm>
            <a:custGeom>
              <a:avLst/>
              <a:gdLst>
                <a:gd name="textAreaLeft" fmla="*/ 0 w 3068640"/>
                <a:gd name="textAreaRight" fmla="*/ 3069000 w 3068640"/>
                <a:gd name="textAreaTop" fmla="*/ 0 h 638280"/>
                <a:gd name="textAreaBottom" fmla="*/ 638640 h 638280"/>
                <a:gd name="GluePoint1X" fmla="*/ 0 w 3068949"/>
                <a:gd name="GluePoint1Y" fmla="*/ 0 h 638517"/>
                <a:gd name="GluePoint2X" fmla="*/ 0 w 3068949"/>
                <a:gd name="GluePoint2Y" fmla="*/ 27044 h 638517"/>
                <a:gd name="GluePoint3X" fmla="*/ 0 w 3068949"/>
                <a:gd name="GluePoint3Y" fmla="*/ 197053 h 638517"/>
                <a:gd name="GluePoint4X" fmla="*/ 2865292 w 3068949"/>
                <a:gd name="GluePoint4Y" fmla="*/ 638517 h 638517"/>
                <a:gd name="GluePoint5X" fmla="*/ 3068949 w 3068949"/>
                <a:gd name="GluePoint5Y" fmla="*/ 473079 h 638517"/>
                <a:gd name="GluePoint6X" fmla="*/ 0 w 3068949"/>
                <a:gd name="GluePoint6Y" fmla="*/ 0 h 6385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5" name="Freeform: Shape 96"/>
            <p:cNvSpPr/>
            <p:nvPr/>
          </p:nvSpPr>
          <p:spPr>
            <a:xfrm>
              <a:off x="10341360" y="2444400"/>
              <a:ext cx="758520" cy="228960"/>
            </a:xfrm>
            <a:custGeom>
              <a:avLst/>
              <a:gdLst>
                <a:gd name="textAreaLeft" fmla="*/ 0 w 758520"/>
                <a:gd name="textAreaRight" fmla="*/ 758880 w 758520"/>
                <a:gd name="textAreaTop" fmla="*/ 0 h 228960"/>
                <a:gd name="textAreaBottom" fmla="*/ 229320 h 228960"/>
                <a:gd name="GluePoint1X" fmla="*/ 476511 w 758888"/>
                <a:gd name="GluePoint1Y" fmla="*/ 151852 h 229302"/>
                <a:gd name="GluePoint2X" fmla="*/ 758889 w 758888"/>
                <a:gd name="GluePoint2Y" fmla="*/ 229302 h 229302"/>
                <a:gd name="GluePoint3X" fmla="*/ 0 w 758888"/>
                <a:gd name="GluePoint3Y" fmla="*/ 0 h 229302"/>
                <a:gd name="GluePoint4X" fmla="*/ 476511 w 758888"/>
                <a:gd name="GluePoint4Y" fmla="*/ 151852 h 2293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6" name="Freeform: Shape 97"/>
            <p:cNvSpPr/>
            <p:nvPr/>
          </p:nvSpPr>
          <p:spPr>
            <a:xfrm>
              <a:off x="9841320" y="2122200"/>
              <a:ext cx="1764360" cy="708120"/>
            </a:xfrm>
            <a:custGeom>
              <a:avLst/>
              <a:gdLst>
                <a:gd name="textAreaLeft" fmla="*/ 0 w 1764360"/>
                <a:gd name="textAreaRight" fmla="*/ 1764720 w 1764360"/>
                <a:gd name="textAreaTop" fmla="*/ 0 h 708120"/>
                <a:gd name="textAreaBottom" fmla="*/ 708480 h 708120"/>
                <a:gd name="GluePoint1X" fmla="*/ 1524 w 1764858"/>
                <a:gd name="GluePoint1Y" fmla="*/ 199211 h 708603"/>
                <a:gd name="GluePoint2X" fmla="*/ 23997 w 1764858"/>
                <a:gd name="GluePoint2Y" fmla="*/ 205687 h 708603"/>
                <a:gd name="GluePoint3X" fmla="*/ 183342 w 1764858"/>
                <a:gd name="GluePoint3Y" fmla="*/ 222192 h 708603"/>
                <a:gd name="GluePoint4X" fmla="*/ 183342 w 1764858"/>
                <a:gd name="GluePoint4Y" fmla="*/ 221177 h 708603"/>
                <a:gd name="GluePoint5X" fmla="*/ 190199 w 1764858"/>
                <a:gd name="GluePoint5Y" fmla="*/ 218129 h 708603"/>
                <a:gd name="GluePoint6X" fmla="*/ 1444391 w 1764858"/>
                <a:gd name="GluePoint6Y" fmla="*/ 596999 h 708603"/>
                <a:gd name="GluePoint7X" fmla="*/ 1444391 w 1764858"/>
                <a:gd name="GluePoint7Y" fmla="*/ 596999 h 708603"/>
                <a:gd name="GluePoint8X" fmla="*/ 1445407 w 1764858"/>
                <a:gd name="GluePoint8Y" fmla="*/ 596999 h 708603"/>
                <a:gd name="GluePoint9X" fmla="*/ 1446169 w 1764858"/>
                <a:gd name="GluePoint9Y" fmla="*/ 596999 h 708603"/>
                <a:gd name="GluePoint10X" fmla="*/ 1446169 w 1764858"/>
                <a:gd name="GluePoint10Y" fmla="*/ 596999 h 708603"/>
                <a:gd name="GluePoint11X" fmla="*/ 1446169 w 1764858"/>
                <a:gd name="GluePoint11Y" fmla="*/ 596999 h 708603"/>
                <a:gd name="GluePoint12X" fmla="*/ 1446169 w 1764858"/>
                <a:gd name="GluePoint12Y" fmla="*/ 597761 h 708603"/>
                <a:gd name="GluePoint13X" fmla="*/ 1446169 w 1764858"/>
                <a:gd name="GluePoint13Y" fmla="*/ 598650 h 708603"/>
                <a:gd name="GluePoint14X" fmla="*/ 1446169 w 1764858"/>
                <a:gd name="GluePoint14Y" fmla="*/ 599538 h 708603"/>
                <a:gd name="GluePoint15X" fmla="*/ 1446169 w 1764858"/>
                <a:gd name="GluePoint15Y" fmla="*/ 600554 h 708603"/>
                <a:gd name="GluePoint16X" fmla="*/ 1446169 w 1764858"/>
                <a:gd name="GluePoint16Y" fmla="*/ 601189 h 708603"/>
                <a:gd name="GluePoint17X" fmla="*/ 1446169 w 1764858"/>
                <a:gd name="GluePoint17Y" fmla="*/ 601189 h 708603"/>
                <a:gd name="GluePoint18X" fmla="*/ 1444772 w 1764858"/>
                <a:gd name="GluePoint18Y" fmla="*/ 603094 h 708603"/>
                <a:gd name="GluePoint19X" fmla="*/ 1441217 w 1764858"/>
                <a:gd name="GluePoint19Y" fmla="*/ 606141 h 708603"/>
                <a:gd name="GluePoint20X" fmla="*/ 1441217 w 1764858"/>
                <a:gd name="GluePoint20Y" fmla="*/ 615409 h 708603"/>
                <a:gd name="GluePoint21X" fmla="*/ 1442867 w 1764858"/>
                <a:gd name="GluePoint21Y" fmla="*/ 615409 h 708603"/>
                <a:gd name="GluePoint22X" fmla="*/ 1764859 w 1764858"/>
                <a:gd name="GluePoint22Y" fmla="*/ 708603 h 708603"/>
                <a:gd name="GluePoint23X" fmla="*/ 1764859 w 1764858"/>
                <a:gd name="GluePoint23Y" fmla="*/ 511804 h 708603"/>
                <a:gd name="GluePoint24X" fmla="*/ 0 w 1764858"/>
                <a:gd name="GluePoint24Y" fmla="*/ 0 h 7086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7" name="Freeform: Shape 98"/>
            <p:cNvSpPr/>
            <p:nvPr/>
          </p:nvSpPr>
          <p:spPr>
            <a:xfrm>
              <a:off x="5841720" y="934920"/>
              <a:ext cx="4550400" cy="1177200"/>
            </a:xfrm>
            <a:custGeom>
              <a:avLst/>
              <a:gdLst>
                <a:gd name="textAreaLeft" fmla="*/ 0 w 4550400"/>
                <a:gd name="textAreaRight" fmla="*/ 4550760 w 4550400"/>
                <a:gd name="textAreaTop" fmla="*/ 0 h 1177200"/>
                <a:gd name="textAreaBottom" fmla="*/ 1177560 h 1177200"/>
                <a:gd name="GluePoint1X" fmla="*/ 4550796 w 4550795"/>
                <a:gd name="GluePoint1Y" fmla="*/ 724601 h 1177492"/>
                <a:gd name="GluePoint2X" fmla="*/ 3304984 w 4550795"/>
                <a:gd name="GluePoint2Y" fmla="*/ 348398 h 1177492"/>
                <a:gd name="GluePoint3X" fmla="*/ 3304984 w 4550795"/>
                <a:gd name="GluePoint3Y" fmla="*/ 348398 h 1177492"/>
                <a:gd name="GluePoint4X" fmla="*/ 3222073 w 4550795"/>
                <a:gd name="GluePoint4Y" fmla="*/ 323004 h 1177492"/>
                <a:gd name="GluePoint5X" fmla="*/ 1920268 w 4550795"/>
                <a:gd name="GluePoint5Y" fmla="*/ 189562 h 1177492"/>
                <a:gd name="GluePoint6X" fmla="*/ 1733878 w 4550795"/>
                <a:gd name="GluePoint6Y" fmla="*/ 170517 h 1177492"/>
                <a:gd name="GluePoint7X" fmla="*/ 1212293 w 4550795"/>
                <a:gd name="GluePoint7Y" fmla="*/ 117191 h 1177492"/>
                <a:gd name="GluePoint8X" fmla="*/ 238954 w 4550795"/>
                <a:gd name="GluePoint8Y" fmla="*/ 17394 h 1177492"/>
                <a:gd name="GluePoint9X" fmla="*/ 68055 w 4550795"/>
                <a:gd name="GluePoint9Y" fmla="*/ 0 h 1177492"/>
                <a:gd name="GluePoint10X" fmla="*/ 27933 w 4550795"/>
                <a:gd name="GluePoint10Y" fmla="*/ 84433 h 1177492"/>
                <a:gd name="GluePoint11X" fmla="*/ 27933 w 4550795"/>
                <a:gd name="GluePoint11Y" fmla="*/ 84433 h 1177492"/>
                <a:gd name="GluePoint12X" fmla="*/ 0 w 4550795"/>
                <a:gd name="GluePoint12Y" fmla="*/ 143219 h 1177492"/>
                <a:gd name="GluePoint13X" fmla="*/ 3079488 w 4550795"/>
                <a:gd name="GluePoint13Y" fmla="*/ 617948 h 1177492"/>
                <a:gd name="GluePoint14X" fmla="*/ 3080122 w 4550795"/>
                <a:gd name="GluePoint14Y" fmla="*/ 617948 h 1177492"/>
                <a:gd name="GluePoint15X" fmla="*/ 3081138 w 4550795"/>
                <a:gd name="GluePoint15Y" fmla="*/ 617948 h 1177492"/>
                <a:gd name="GluePoint16X" fmla="*/ 3082027 w 4550795"/>
                <a:gd name="GluePoint16Y" fmla="*/ 617948 h 1177492"/>
                <a:gd name="GluePoint17X" fmla="*/ 3082027 w 4550795"/>
                <a:gd name="GluePoint17Y" fmla="*/ 617948 h 1177492"/>
                <a:gd name="GluePoint18X" fmla="*/ 3082027 w 4550795"/>
                <a:gd name="GluePoint18Y" fmla="*/ 617948 h 1177492"/>
                <a:gd name="GluePoint19X" fmla="*/ 3082027 w 4550795"/>
                <a:gd name="GluePoint19Y" fmla="*/ 618837 h 1177492"/>
                <a:gd name="GluePoint20X" fmla="*/ 3082027 w 4550795"/>
                <a:gd name="GluePoint20Y" fmla="*/ 619726 h 1177492"/>
                <a:gd name="GluePoint21X" fmla="*/ 3082027 w 4550795"/>
                <a:gd name="GluePoint21Y" fmla="*/ 620615 h 1177492"/>
                <a:gd name="GluePoint22X" fmla="*/ 3082027 w 4550795"/>
                <a:gd name="GluePoint22Y" fmla="*/ 622139 h 1177492"/>
                <a:gd name="GluePoint23X" fmla="*/ 3080377 w 4550795"/>
                <a:gd name="GluePoint23Y" fmla="*/ 624678 h 1177492"/>
                <a:gd name="GluePoint24X" fmla="*/ 3080377 w 4550795"/>
                <a:gd name="GluePoint24Y" fmla="*/ 624678 h 1177492"/>
                <a:gd name="GluePoint25X" fmla="*/ 2868086 w 4550795"/>
                <a:gd name="GluePoint25Y" fmla="*/ 800273 h 1177492"/>
                <a:gd name="GluePoint26X" fmla="*/ 2835074 w 4550795"/>
                <a:gd name="GluePoint26Y" fmla="*/ 827190 h 1177492"/>
                <a:gd name="GluePoint27X" fmla="*/ 3994675 w 4550795"/>
                <a:gd name="GluePoint27Y" fmla="*/ 1177492 h 1177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8" name="Freeform: Shape 99"/>
            <p:cNvSpPr/>
            <p:nvPr/>
          </p:nvSpPr>
          <p:spPr>
            <a:xfrm>
              <a:off x="9241560" y="1301760"/>
              <a:ext cx="1286280" cy="349920"/>
            </a:xfrm>
            <a:custGeom>
              <a:avLst/>
              <a:gdLst>
                <a:gd name="textAreaLeft" fmla="*/ 0 w 1286280"/>
                <a:gd name="textAreaRight" fmla="*/ 1286640 w 1286280"/>
                <a:gd name="textAreaTop" fmla="*/ 0 h 349920"/>
                <a:gd name="textAreaBottom" fmla="*/ 350280 h 349920"/>
                <a:gd name="GluePoint1X" fmla="*/ 0 w 1286569"/>
                <a:gd name="GluePoint1Y" fmla="*/ 0 h 350428"/>
                <a:gd name="GluePoint2X" fmla="*/ 1160236 w 1286569"/>
                <a:gd name="GluePoint2Y" fmla="*/ 350429 h 350428"/>
                <a:gd name="GluePoint3X" fmla="*/ 1286570 w 1286569"/>
                <a:gd name="GluePoint3Y" fmla="*/ 247712 h 350428"/>
                <a:gd name="GluePoint4X" fmla="*/ 400204 w 1286569"/>
                <a:gd name="GluePoint4Y" fmla="*/ 77069 h 350428"/>
                <a:gd name="GluePoint5X" fmla="*/ 0 w 1286569"/>
                <a:gd name="GluePoint5Y" fmla="*/ 0 h 3504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59" name="Freeform: Shape 100"/>
            <p:cNvSpPr/>
            <p:nvPr/>
          </p:nvSpPr>
          <p:spPr>
            <a:xfrm>
              <a:off x="10413720" y="1551960"/>
              <a:ext cx="1758960" cy="579960"/>
            </a:xfrm>
            <a:custGeom>
              <a:avLst/>
              <a:gdLst>
                <a:gd name="textAreaLeft" fmla="*/ 0 w 1758960"/>
                <a:gd name="textAreaRight" fmla="*/ 1759320 w 1758960"/>
                <a:gd name="textAreaTop" fmla="*/ 0 h 579960"/>
                <a:gd name="textAreaBottom" fmla="*/ 580320 h 579960"/>
                <a:gd name="GluePoint1X" fmla="*/ 640809 w 1759399"/>
                <a:gd name="GluePoint1Y" fmla="*/ 107541 h 580239"/>
                <a:gd name="GluePoint2X" fmla="*/ 640809 w 1759399"/>
                <a:gd name="GluePoint2Y" fmla="*/ 107541 h 580239"/>
                <a:gd name="GluePoint3X" fmla="*/ 222449 w 1759399"/>
                <a:gd name="GluePoint3Y" fmla="*/ 19807 h 580239"/>
                <a:gd name="GluePoint4X" fmla="*/ 127604 w 1759399"/>
                <a:gd name="GluePoint4Y" fmla="*/ 0 h 580239"/>
                <a:gd name="GluePoint5X" fmla="*/ 0 w 1759399"/>
                <a:gd name="GluePoint5Y" fmla="*/ 103732 h 580239"/>
                <a:gd name="GluePoint6X" fmla="*/ 1576565 w 1759399"/>
                <a:gd name="GluePoint6Y" fmla="*/ 580239 h 580239"/>
                <a:gd name="GluePoint7X" fmla="*/ 1759399 w 1759399"/>
                <a:gd name="GluePoint7Y" fmla="*/ 341795 h 580239"/>
                <a:gd name="GluePoint8X" fmla="*/ 783394 w 1759399"/>
                <a:gd name="GluePoint8Y" fmla="*/ 137505 h 580239"/>
                <a:gd name="GluePoint9X" fmla="*/ 783394 w 1759399"/>
                <a:gd name="GluePoint9Y" fmla="*/ 137505 h 580239"/>
                <a:gd name="GluePoint10X" fmla="*/ 640809 w 1759399"/>
                <a:gd name="GluePoint10Y" fmla="*/ 107541 h 580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0" name="Freeform: Shape 101"/>
            <p:cNvSpPr/>
            <p:nvPr/>
          </p:nvSpPr>
          <p:spPr>
            <a:xfrm>
              <a:off x="9848160" y="1663200"/>
              <a:ext cx="2135160" cy="963720"/>
            </a:xfrm>
            <a:custGeom>
              <a:avLst/>
              <a:gdLst>
                <a:gd name="textAreaLeft" fmla="*/ 0 w 2135160"/>
                <a:gd name="textAreaRight" fmla="*/ 2135520 w 2135160"/>
                <a:gd name="textAreaTop" fmla="*/ 0 h 963720"/>
                <a:gd name="textAreaBottom" fmla="*/ 964080 h 963720"/>
                <a:gd name="GluePoint1X" fmla="*/ 0 w 2135606"/>
                <a:gd name="GluePoint1Y" fmla="*/ 452891 h 964060"/>
                <a:gd name="GluePoint2X" fmla="*/ 1762954 w 2135606"/>
                <a:gd name="GluePoint2Y" fmla="*/ 964061 h 964060"/>
                <a:gd name="GluePoint3X" fmla="*/ 2135606 w 2135606"/>
                <a:gd name="GluePoint3Y" fmla="*/ 477396 h 964060"/>
                <a:gd name="GluePoint4X" fmla="*/ 556121 w 2135606"/>
                <a:gd name="GluePoint4Y" fmla="*/ 0 h 964060"/>
                <a:gd name="GluePoint5X" fmla="*/ 0 w 2135606"/>
                <a:gd name="GluePoint5Y" fmla="*/ 452891 h 9640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1" name="Freeform: Shape 102"/>
            <p:cNvSpPr/>
            <p:nvPr/>
          </p:nvSpPr>
          <p:spPr>
            <a:xfrm>
              <a:off x="11455920" y="853560"/>
              <a:ext cx="359640" cy="382680"/>
            </a:xfrm>
            <a:custGeom>
              <a:avLst/>
              <a:gdLst>
                <a:gd name="textAreaLeft" fmla="*/ 0 w 359640"/>
                <a:gd name="textAreaRight" fmla="*/ 360000 w 359640"/>
                <a:gd name="textAreaTop" fmla="*/ 0 h 382680"/>
                <a:gd name="textAreaBottom" fmla="*/ 383040 h 382680"/>
                <a:gd name="GluePoint1X" fmla="*/ 62977 w 359954"/>
                <a:gd name="GluePoint1Y" fmla="*/ 319576 h 383186"/>
                <a:gd name="GluePoint2X" fmla="*/ 62088 w 359954"/>
                <a:gd name="GluePoint2Y" fmla="*/ 319576 h 383186"/>
                <a:gd name="GluePoint3X" fmla="*/ 61199 w 359954"/>
                <a:gd name="GluePoint3Y" fmla="*/ 319576 h 383186"/>
                <a:gd name="GluePoint4X" fmla="*/ 61199 w 359954"/>
                <a:gd name="GluePoint4Y" fmla="*/ 319576 h 383186"/>
                <a:gd name="GluePoint5X" fmla="*/ 61199 w 359954"/>
                <a:gd name="GluePoint5Y" fmla="*/ 319576 h 383186"/>
                <a:gd name="GluePoint6X" fmla="*/ 60437 w 359954"/>
                <a:gd name="GluePoint6Y" fmla="*/ 318560 h 383186"/>
                <a:gd name="GluePoint7X" fmla="*/ 60437 w 359954"/>
                <a:gd name="GluePoint7Y" fmla="*/ 317799 h 383186"/>
                <a:gd name="GluePoint8X" fmla="*/ 60437 w 359954"/>
                <a:gd name="GluePoint8Y" fmla="*/ 316783 h 383186"/>
                <a:gd name="GluePoint9X" fmla="*/ 60437 w 359954"/>
                <a:gd name="GluePoint9Y" fmla="*/ 315767 h 383186"/>
                <a:gd name="GluePoint10X" fmla="*/ 60437 w 359954"/>
                <a:gd name="GluePoint10Y" fmla="*/ 315005 h 383186"/>
                <a:gd name="GluePoint11X" fmla="*/ 60437 w 359954"/>
                <a:gd name="GluePoint11Y" fmla="*/ 315005 h 383186"/>
                <a:gd name="GluePoint12X" fmla="*/ 60437 w 359954"/>
                <a:gd name="GluePoint12Y" fmla="*/ 314243 h 383186"/>
                <a:gd name="GluePoint13X" fmla="*/ 60437 w 359954"/>
                <a:gd name="GluePoint13Y" fmla="*/ 313355 h 383186"/>
                <a:gd name="GluePoint14X" fmla="*/ 60437 w 359954"/>
                <a:gd name="GluePoint14Y" fmla="*/ 313355 h 383186"/>
                <a:gd name="GluePoint15X" fmla="*/ 359955 w 359954"/>
                <a:gd name="GluePoint15Y" fmla="*/ 46089 h 383186"/>
                <a:gd name="GluePoint16X" fmla="*/ 359955 w 359954"/>
                <a:gd name="GluePoint16Y" fmla="*/ 0 h 383186"/>
                <a:gd name="GluePoint17X" fmla="*/ 0 w 359954"/>
                <a:gd name="GluePoint17Y" fmla="*/ 292786 h 383186"/>
                <a:gd name="GluePoint18X" fmla="*/ 0 w 359954"/>
                <a:gd name="GluePoint18Y" fmla="*/ 383186 h 383186"/>
                <a:gd name="GluePoint19X" fmla="*/ 60691 w 359954"/>
                <a:gd name="GluePoint19Y" fmla="*/ 333543 h 383186"/>
                <a:gd name="GluePoint20X" fmla="*/ 61326 w 359954"/>
                <a:gd name="GluePoint20Y" fmla="*/ 333543 h 383186"/>
                <a:gd name="GluePoint21X" fmla="*/ 62341 w 359954"/>
                <a:gd name="GluePoint21Y" fmla="*/ 333543 h 383186"/>
                <a:gd name="GluePoint22X" fmla="*/ 63357 w 359954"/>
                <a:gd name="GluePoint22Y" fmla="*/ 333543 h 383186"/>
                <a:gd name="GluePoint23X" fmla="*/ 64246 w 359954"/>
                <a:gd name="GluePoint23Y" fmla="*/ 333543 h 383186"/>
                <a:gd name="GluePoint24X" fmla="*/ 64246 w 359954"/>
                <a:gd name="GluePoint24Y" fmla="*/ 323258 h 383186"/>
                <a:gd name="GluePoint25X" fmla="*/ 62468 w 359954"/>
                <a:gd name="GluePoint25Y" fmla="*/ 323258 h 383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2" name="Freeform: Shape 103"/>
            <p:cNvSpPr/>
            <p:nvPr/>
          </p:nvSpPr>
          <p:spPr>
            <a:xfrm>
              <a:off x="11314440" y="1105920"/>
              <a:ext cx="131040" cy="132840"/>
            </a:xfrm>
            <a:custGeom>
              <a:avLst/>
              <a:gdLst>
                <a:gd name="textAreaLeft" fmla="*/ 0 w 131040"/>
                <a:gd name="textAreaRight" fmla="*/ 131400 w 131040"/>
                <a:gd name="textAreaTop" fmla="*/ 0 h 132840"/>
                <a:gd name="textAreaBottom" fmla="*/ 133200 h 132840"/>
                <a:gd name="GluePoint1X" fmla="*/ 0 w 131285"/>
                <a:gd name="GluePoint1Y" fmla="*/ 93194 h 133188"/>
                <a:gd name="GluePoint2X" fmla="*/ 131286 w 131285"/>
                <a:gd name="GluePoint2Y" fmla="*/ 133188 h 133188"/>
                <a:gd name="GluePoint3X" fmla="*/ 131286 w 131285"/>
                <a:gd name="GluePoint3Y" fmla="*/ 39995 h 133188"/>
                <a:gd name="GluePoint4X" fmla="*/ 0 w 131285"/>
                <a:gd name="GluePoint4Y" fmla="*/ 0 h 133188"/>
                <a:gd name="GluePoint5X" fmla="*/ 0 w 131285"/>
                <a:gd name="GluePoint5Y" fmla="*/ 93194 h 1331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3" name="Freeform: Shape 104"/>
            <p:cNvSpPr/>
            <p:nvPr/>
          </p:nvSpPr>
          <p:spPr>
            <a:xfrm>
              <a:off x="11061000" y="984240"/>
              <a:ext cx="242280" cy="69444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94440"/>
                <a:gd name="textAreaBottom" fmla="*/ 694800 h 694440"/>
                <a:gd name="GluePoint1X" fmla="*/ 242510 w 242509"/>
                <a:gd name="GluePoint1Y" fmla="*/ 40249 h 694890"/>
                <a:gd name="GluePoint2X" fmla="*/ 242510 w 242509"/>
                <a:gd name="GluePoint2Y" fmla="*/ 0 h 694890"/>
                <a:gd name="GluePoint3X" fmla="*/ 0 w 242509"/>
                <a:gd name="GluePoint3Y" fmla="*/ 197561 h 694890"/>
                <a:gd name="GluePoint4X" fmla="*/ 0 w 242509"/>
                <a:gd name="GluePoint4Y" fmla="*/ 666450 h 694890"/>
                <a:gd name="GluePoint5X" fmla="*/ 135476 w 242509"/>
                <a:gd name="GluePoint5Y" fmla="*/ 694891 h 694890"/>
                <a:gd name="GluePoint6X" fmla="*/ 242510 w 242509"/>
                <a:gd name="GluePoint6Y" fmla="*/ 607791 h 694890"/>
                <a:gd name="GluePoint7X" fmla="*/ 242510 w 242509"/>
                <a:gd name="GluePoint7Y" fmla="*/ 218256 h 694890"/>
                <a:gd name="GluePoint8X" fmla="*/ 242510 w 242509"/>
                <a:gd name="GluePoint8Y" fmla="*/ 114651 h 694890"/>
                <a:gd name="GluePoint9X" fmla="*/ 242510 w 242509"/>
                <a:gd name="GluePoint9Y" fmla="*/ 40249 h 6948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4" name="Freeform: Shape 105"/>
            <p:cNvSpPr/>
            <p:nvPr/>
          </p:nvSpPr>
          <p:spPr>
            <a:xfrm>
              <a:off x="11526120" y="1190520"/>
              <a:ext cx="664920" cy="395640"/>
            </a:xfrm>
            <a:custGeom>
              <a:avLst/>
              <a:gdLst>
                <a:gd name="textAreaLeft" fmla="*/ 0 w 664920"/>
                <a:gd name="textAreaRight" fmla="*/ 665280 w 664920"/>
                <a:gd name="textAreaTop" fmla="*/ 0 h 395640"/>
                <a:gd name="textAreaBottom" fmla="*/ 396000 h 395640"/>
                <a:gd name="GluePoint1X" fmla="*/ 665441 w 665441"/>
                <a:gd name="GluePoint1Y" fmla="*/ 395883 h 395883"/>
                <a:gd name="GluePoint2X" fmla="*/ 665441 w 665441"/>
                <a:gd name="GluePoint2Y" fmla="*/ 202131 h 395883"/>
                <a:gd name="GluePoint3X" fmla="*/ 0 w 665441"/>
                <a:gd name="GluePoint3Y" fmla="*/ 0 h 395883"/>
                <a:gd name="GluePoint4X" fmla="*/ 0 w 665441"/>
                <a:gd name="GluePoint4Y" fmla="*/ 181690 h 395883"/>
                <a:gd name="GluePoint5X" fmla="*/ 665441 w 665441"/>
                <a:gd name="GluePoint5Y" fmla="*/ 395883 h 3958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5" name="Freeform: Shape 106"/>
            <p:cNvSpPr/>
            <p:nvPr/>
          </p:nvSpPr>
          <p:spPr>
            <a:xfrm>
              <a:off x="11530800" y="653760"/>
              <a:ext cx="660600" cy="725040"/>
            </a:xfrm>
            <a:custGeom>
              <a:avLst/>
              <a:gdLst>
                <a:gd name="textAreaLeft" fmla="*/ 0 w 660600"/>
                <a:gd name="textAreaRight" fmla="*/ 660960 w 660600"/>
                <a:gd name="textAreaTop" fmla="*/ 0 h 725040"/>
                <a:gd name="textAreaBottom" fmla="*/ 725400 h 725040"/>
                <a:gd name="GluePoint1X" fmla="*/ 294820 w 660869"/>
                <a:gd name="GluePoint1Y" fmla="*/ 249490 h 725489"/>
                <a:gd name="GluePoint2X" fmla="*/ 294820 w 660869"/>
                <a:gd name="GluePoint2Y" fmla="*/ 249490 h 725489"/>
                <a:gd name="GluePoint3X" fmla="*/ 0 w 660869"/>
                <a:gd name="GluePoint3Y" fmla="*/ 512693 h 725489"/>
                <a:gd name="GluePoint4X" fmla="*/ 660870 w 660869"/>
                <a:gd name="GluePoint4Y" fmla="*/ 725490 h 725489"/>
                <a:gd name="GluePoint5X" fmla="*/ 660870 w 660869"/>
                <a:gd name="GluePoint5Y" fmla="*/ 26282 h 725489"/>
                <a:gd name="GluePoint6X" fmla="*/ 573896 w 660869"/>
                <a:gd name="GluePoint6Y" fmla="*/ 0 h 725489"/>
                <a:gd name="GluePoint7X" fmla="*/ 294820 w 660869"/>
                <a:gd name="GluePoint7Y" fmla="*/ 249490 h 7254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6" name="Freeform: Shape 107"/>
            <p:cNvSpPr/>
            <p:nvPr/>
          </p:nvSpPr>
          <p:spPr>
            <a:xfrm>
              <a:off x="11997720" y="1906200"/>
              <a:ext cx="178560" cy="423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423000"/>
                <a:gd name="textAreaBottom" fmla="*/ 423360 h 423000"/>
                <a:gd name="GluePoint1X" fmla="*/ 0 w 178898"/>
                <a:gd name="GluePoint1Y" fmla="*/ 423308 h 423308"/>
                <a:gd name="GluePoint2X" fmla="*/ 178899 w 178898"/>
                <a:gd name="GluePoint2Y" fmla="*/ 189943 h 423308"/>
                <a:gd name="GluePoint3X" fmla="*/ 178899 w 178898"/>
                <a:gd name="GluePoint3Y" fmla="*/ 0 h 423308"/>
                <a:gd name="GluePoint4X" fmla="*/ 0 w 178898"/>
                <a:gd name="GluePoint4Y" fmla="*/ 233366 h 423308"/>
                <a:gd name="GluePoint5X" fmla="*/ 0 w 178898"/>
                <a:gd name="GluePoint5Y" fmla="*/ 423308 h 4233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7" name="Freeform: Shape 108"/>
            <p:cNvSpPr/>
            <p:nvPr/>
          </p:nvSpPr>
          <p:spPr>
            <a:xfrm>
              <a:off x="11618640" y="2153520"/>
              <a:ext cx="367560" cy="670320"/>
            </a:xfrm>
            <a:custGeom>
              <a:avLst/>
              <a:gdLst>
                <a:gd name="textAreaLeft" fmla="*/ 0 w 367560"/>
                <a:gd name="textAreaRight" fmla="*/ 367920 w 367560"/>
                <a:gd name="textAreaTop" fmla="*/ 0 h 670320"/>
                <a:gd name="textAreaBottom" fmla="*/ 670680 h 670320"/>
                <a:gd name="GluePoint1X" fmla="*/ 0 w 368080"/>
                <a:gd name="GluePoint1Y" fmla="*/ 480825 h 670767"/>
                <a:gd name="GluePoint2X" fmla="*/ 0 w 368080"/>
                <a:gd name="GluePoint2Y" fmla="*/ 670767 h 670767"/>
                <a:gd name="GluePoint3X" fmla="*/ 368081 w 368080"/>
                <a:gd name="GluePoint3Y" fmla="*/ 189943 h 670767"/>
                <a:gd name="GluePoint4X" fmla="*/ 368081 w 368080"/>
                <a:gd name="GluePoint4Y" fmla="*/ 0 h 670767"/>
                <a:gd name="GluePoint5X" fmla="*/ 0 w 368080"/>
                <a:gd name="GluePoint5Y" fmla="*/ 480825 h 6707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8" name="Freeform: Shape 109"/>
            <p:cNvSpPr/>
            <p:nvPr/>
          </p:nvSpPr>
          <p:spPr>
            <a:xfrm>
              <a:off x="11114280" y="2732040"/>
              <a:ext cx="168480" cy="227160"/>
            </a:xfrm>
            <a:custGeom>
              <a:avLst/>
              <a:gdLst>
                <a:gd name="textAreaLeft" fmla="*/ 0 w 168480"/>
                <a:gd name="textAreaRight" fmla="*/ 168840 w 168480"/>
                <a:gd name="textAreaTop" fmla="*/ 0 h 227160"/>
                <a:gd name="textAreaBottom" fmla="*/ 227520 h 227160"/>
                <a:gd name="GluePoint1X" fmla="*/ 0 w 168740"/>
                <a:gd name="GluePoint1Y" fmla="*/ 137125 h 227525"/>
                <a:gd name="GluePoint2X" fmla="*/ 0 w 168740"/>
                <a:gd name="GluePoint2Y" fmla="*/ 227525 h 227525"/>
                <a:gd name="GluePoint3X" fmla="*/ 165059 w 168740"/>
                <a:gd name="GluePoint3Y" fmla="*/ 93194 h 227525"/>
                <a:gd name="GluePoint4X" fmla="*/ 165059 w 168740"/>
                <a:gd name="GluePoint4Y" fmla="*/ 12697 h 227525"/>
                <a:gd name="GluePoint5X" fmla="*/ 165059 w 168740"/>
                <a:gd name="GluePoint5Y" fmla="*/ 11935 h 227525"/>
                <a:gd name="GluePoint6X" fmla="*/ 165059 w 168740"/>
                <a:gd name="GluePoint6Y" fmla="*/ 10919 h 227525"/>
                <a:gd name="GluePoint7X" fmla="*/ 165059 w 168740"/>
                <a:gd name="GluePoint7Y" fmla="*/ 10158 h 227525"/>
                <a:gd name="GluePoint8X" fmla="*/ 165059 w 168740"/>
                <a:gd name="GluePoint8Y" fmla="*/ 9269 h 227525"/>
                <a:gd name="GluePoint9X" fmla="*/ 165821 w 168740"/>
                <a:gd name="GluePoint9Y" fmla="*/ 9269 h 227525"/>
                <a:gd name="GluePoint10X" fmla="*/ 166709 w 168740"/>
                <a:gd name="GluePoint10Y" fmla="*/ 9269 h 227525"/>
                <a:gd name="GluePoint11X" fmla="*/ 167597 w 168740"/>
                <a:gd name="GluePoint11Y" fmla="*/ 9269 h 227525"/>
                <a:gd name="GluePoint12X" fmla="*/ 168741 w 168740"/>
                <a:gd name="GluePoint12Y" fmla="*/ 9269 h 227525"/>
                <a:gd name="GluePoint13X" fmla="*/ 168741 w 168740"/>
                <a:gd name="GluePoint13Y" fmla="*/ 9269 h 227525"/>
                <a:gd name="GluePoint14X" fmla="*/ 168741 w 168740"/>
                <a:gd name="GluePoint14Y" fmla="*/ 0 h 2275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69" name="Freeform: Shape 110"/>
            <p:cNvSpPr/>
            <p:nvPr/>
          </p:nvSpPr>
          <p:spPr>
            <a:xfrm>
              <a:off x="9840240" y="2510280"/>
              <a:ext cx="1262880" cy="453600"/>
            </a:xfrm>
            <a:custGeom>
              <a:avLst/>
              <a:gdLst>
                <a:gd name="textAreaLeft" fmla="*/ 0 w 1262880"/>
                <a:gd name="textAreaRight" fmla="*/ 1263240 w 1262880"/>
                <a:gd name="textAreaTop" fmla="*/ 0 h 453600"/>
                <a:gd name="textAreaBottom" fmla="*/ 453960 h 453600"/>
                <a:gd name="GluePoint1X" fmla="*/ 0 w 1263079"/>
                <a:gd name="GluePoint1Y" fmla="*/ 93320 h 453780"/>
                <a:gd name="GluePoint2X" fmla="*/ 1263080 w 1263079"/>
                <a:gd name="GluePoint2Y" fmla="*/ 453780 h 453780"/>
                <a:gd name="GluePoint3X" fmla="*/ 1263080 w 1263079"/>
                <a:gd name="GluePoint3Y" fmla="*/ 360459 h 453780"/>
                <a:gd name="GluePoint4X" fmla="*/ 0 w 1263079"/>
                <a:gd name="GluePoint4Y" fmla="*/ 0 h 453780"/>
                <a:gd name="GluePoint5X" fmla="*/ 0 w 1263079"/>
                <a:gd name="GluePoint5Y" fmla="*/ 93320 h 4537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0" name="Freeform: Shape 111"/>
            <p:cNvSpPr/>
            <p:nvPr/>
          </p:nvSpPr>
          <p:spPr>
            <a:xfrm>
              <a:off x="9845640" y="2372760"/>
              <a:ext cx="1427760" cy="488880"/>
            </a:xfrm>
            <a:custGeom>
              <a:avLst/>
              <a:gdLst>
                <a:gd name="textAreaLeft" fmla="*/ 0 w 1427760"/>
                <a:gd name="textAreaRight" fmla="*/ 1428120 w 1427760"/>
                <a:gd name="textAreaTop" fmla="*/ 0 h 488880"/>
                <a:gd name="textAreaBottom" fmla="*/ 489240 h 488880"/>
                <a:gd name="GluePoint1X" fmla="*/ 1428139 w 1428138"/>
                <a:gd name="GluePoint1Y" fmla="*/ 353222 h 489076"/>
                <a:gd name="GluePoint2X" fmla="*/ 1254446 w 1428138"/>
                <a:gd name="GluePoint2Y" fmla="*/ 300785 h 489076"/>
                <a:gd name="GluePoint3X" fmla="*/ 972069 w 1428138"/>
                <a:gd name="GluePoint3Y" fmla="*/ 223335 h 489076"/>
                <a:gd name="GluePoint4X" fmla="*/ 157060 w 1428138"/>
                <a:gd name="GluePoint4Y" fmla="*/ 0 h 489076"/>
                <a:gd name="GluePoint5X" fmla="*/ 157060 w 1428138"/>
                <a:gd name="GluePoint5Y" fmla="*/ 0 h 489076"/>
                <a:gd name="GluePoint6X" fmla="*/ 155663 w 1428138"/>
                <a:gd name="GluePoint6Y" fmla="*/ 2032 h 489076"/>
                <a:gd name="GluePoint7X" fmla="*/ 0 w 1428138"/>
                <a:gd name="GluePoint7Y" fmla="*/ 128999 h 489076"/>
                <a:gd name="GluePoint8X" fmla="*/ 1261938 w 1428138"/>
                <a:gd name="GluePoint8Y" fmla="*/ 489077 h 4890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1" name="Freeform: Shape 119"/>
            <p:cNvSpPr/>
            <p:nvPr/>
          </p:nvSpPr>
          <p:spPr>
            <a:xfrm>
              <a:off x="6539040" y="1476360"/>
              <a:ext cx="44640" cy="156960"/>
            </a:xfrm>
            <a:custGeom>
              <a:avLst/>
              <a:gdLst>
                <a:gd name="textAreaLeft" fmla="*/ 0 w 44640"/>
                <a:gd name="textAreaRight" fmla="*/ 45000 w 44640"/>
                <a:gd name="textAreaTop" fmla="*/ 0 h 156960"/>
                <a:gd name="textAreaBottom" fmla="*/ 157320 h 156960"/>
                <a:gd name="GluePoint1X" fmla="*/ 0 w 45073"/>
                <a:gd name="GluePoint1Y" fmla="*/ 157312 h 157311"/>
                <a:gd name="GluePoint2X" fmla="*/ 45074 w 45073"/>
                <a:gd name="GluePoint2Y" fmla="*/ 83163 h 157311"/>
                <a:gd name="GluePoint3X" fmla="*/ 45074 w 45073"/>
                <a:gd name="GluePoint3Y" fmla="*/ 0 h 157311"/>
                <a:gd name="GluePoint4X" fmla="*/ 0 w 45073"/>
                <a:gd name="GluePoint4Y" fmla="*/ 74530 h 157311"/>
                <a:gd name="GluePoint5X" fmla="*/ 0 w 45073"/>
                <a:gd name="GluePoint5Y" fmla="*/ 157312 h 1573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2" name="Freeform: Shape 120"/>
            <p:cNvSpPr/>
            <p:nvPr/>
          </p:nvSpPr>
          <p:spPr>
            <a:xfrm>
              <a:off x="5730480" y="1419840"/>
              <a:ext cx="797400" cy="226800"/>
            </a:xfrm>
            <a:custGeom>
              <a:avLst/>
              <a:gdLst>
                <a:gd name="textAreaLeft" fmla="*/ 0 w 797400"/>
                <a:gd name="textAreaRight" fmla="*/ 797760 w 797400"/>
                <a:gd name="textAreaTop" fmla="*/ 0 h 226800"/>
                <a:gd name="textAreaBottom" fmla="*/ 227160 h 226800"/>
                <a:gd name="GluePoint1X" fmla="*/ 0 w 797614"/>
                <a:gd name="GluePoint1Y" fmla="*/ 93575 h 227017"/>
                <a:gd name="GluePoint2X" fmla="*/ 797615 w 797614"/>
                <a:gd name="GluePoint2Y" fmla="*/ 227017 h 227017"/>
                <a:gd name="GluePoint3X" fmla="*/ 797615 w 797614"/>
                <a:gd name="GluePoint3Y" fmla="*/ 133823 h 227017"/>
                <a:gd name="GluePoint4X" fmla="*/ 0 w 797614"/>
                <a:gd name="GluePoint4Y" fmla="*/ 0 h 227017"/>
                <a:gd name="GluePoint5X" fmla="*/ 0 w 797614"/>
                <a:gd name="GluePoint5Y" fmla="*/ 93575 h 2270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3" name="Freeform: Shape 121"/>
            <p:cNvSpPr/>
            <p:nvPr/>
          </p:nvSpPr>
          <p:spPr>
            <a:xfrm>
              <a:off x="5734080" y="1311120"/>
              <a:ext cx="846720" cy="232560"/>
            </a:xfrm>
            <a:custGeom>
              <a:avLst/>
              <a:gdLst>
                <a:gd name="textAreaLeft" fmla="*/ 0 w 846720"/>
                <a:gd name="textAreaRight" fmla="*/ 847080 w 846720"/>
                <a:gd name="textAreaTop" fmla="*/ 0 h 232560"/>
                <a:gd name="textAreaBottom" fmla="*/ 232920 h 232560"/>
                <a:gd name="GluePoint1X" fmla="*/ 68944 w 847259"/>
                <a:gd name="GluePoint1Y" fmla="*/ 0 h 232857"/>
                <a:gd name="GluePoint2X" fmla="*/ 0 w 847259"/>
                <a:gd name="GluePoint2Y" fmla="*/ 99161 h 232857"/>
                <a:gd name="GluePoint3X" fmla="*/ 796725 w 847259"/>
                <a:gd name="GluePoint3Y" fmla="*/ 232858 h 232857"/>
                <a:gd name="GluePoint4X" fmla="*/ 847259 w 847259"/>
                <a:gd name="GluePoint4Y" fmla="*/ 149440 h 232857"/>
                <a:gd name="GluePoint5X" fmla="*/ 68944 w 847259"/>
                <a:gd name="GluePoint5Y" fmla="*/ 0 h 2328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4" name="Freeform: Shape 122"/>
            <p:cNvSpPr/>
            <p:nvPr/>
          </p:nvSpPr>
          <p:spPr>
            <a:xfrm>
              <a:off x="4085280" y="893160"/>
              <a:ext cx="164880" cy="224280"/>
            </a:xfrm>
            <a:custGeom>
              <a:avLst/>
              <a:gdLst>
                <a:gd name="textAreaLeft" fmla="*/ 0 w 164880"/>
                <a:gd name="textAreaRight" fmla="*/ 165240 w 164880"/>
                <a:gd name="textAreaTop" fmla="*/ 0 h 224280"/>
                <a:gd name="textAreaBottom" fmla="*/ 224640 h 224280"/>
                <a:gd name="GluePoint1X" fmla="*/ 0 w 165185"/>
                <a:gd name="GluePoint1Y" fmla="*/ 224605 h 224604"/>
                <a:gd name="GluePoint2X" fmla="*/ 165185 w 165185"/>
                <a:gd name="GluePoint2Y" fmla="*/ 90401 h 224604"/>
                <a:gd name="GluePoint3X" fmla="*/ 165185 w 165185"/>
                <a:gd name="GluePoint3Y" fmla="*/ 0 h 224604"/>
                <a:gd name="GluePoint4X" fmla="*/ 0 w 165185"/>
                <a:gd name="GluePoint4Y" fmla="*/ 134204 h 224604"/>
                <a:gd name="GluePoint5X" fmla="*/ 0 w 165185"/>
                <a:gd name="GluePoint5Y" fmla="*/ 224605 h 224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5" name="Freeform: Shape 123"/>
            <p:cNvSpPr/>
            <p:nvPr/>
          </p:nvSpPr>
          <p:spPr>
            <a:xfrm>
              <a:off x="5760" y="7200"/>
              <a:ext cx="4068720" cy="1114920"/>
            </a:xfrm>
            <a:custGeom>
              <a:avLst/>
              <a:gdLst>
                <a:gd name="textAreaLeft" fmla="*/ 0 w 4068720"/>
                <a:gd name="textAreaRight" fmla="*/ 4069080 w 4068720"/>
                <a:gd name="textAreaTop" fmla="*/ 0 h 1114920"/>
                <a:gd name="textAreaBottom" fmla="*/ 1115280 h 1114920"/>
                <a:gd name="GluePoint1X" fmla="*/ 0 w 4068951"/>
                <a:gd name="GluePoint1Y" fmla="*/ 93321 h 1115278"/>
                <a:gd name="GluePoint2X" fmla="*/ 4068952 w 4068951"/>
                <a:gd name="GluePoint2Y" fmla="*/ 1115279 h 1115278"/>
                <a:gd name="GluePoint3X" fmla="*/ 4068952 w 4068951"/>
                <a:gd name="GluePoint3Y" fmla="*/ 1021958 h 1115278"/>
                <a:gd name="GluePoint4X" fmla="*/ 0 w 4068951"/>
                <a:gd name="GluePoint4Y" fmla="*/ 0 h 1115278"/>
                <a:gd name="GluePoint5X" fmla="*/ 0 w 4068951"/>
                <a:gd name="GluePoint5Y" fmla="*/ 93321 h 11152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6" name="Freeform 809"/>
            <p:cNvSpPr/>
            <p:nvPr/>
          </p:nvSpPr>
          <p:spPr>
            <a:xfrm>
              <a:off x="5760" y="-12600"/>
              <a:ext cx="4239000" cy="1032120"/>
            </a:xfrm>
            <a:custGeom>
              <a:avLst/>
              <a:gdLst>
                <a:gd name="textAreaLeft" fmla="*/ 0 w 4239000"/>
                <a:gd name="textAreaRight" fmla="*/ 4239360 w 4239000"/>
                <a:gd name="textAreaTop" fmla="*/ 0 h 1032120"/>
                <a:gd name="textAreaBottom" fmla="*/ 1032480 h 1032120"/>
                <a:gd name="GluePoint1X" fmla="*/ 0 w 4239343"/>
                <a:gd name="GluePoint1Y" fmla="*/ 0 h 1032611"/>
                <a:gd name="GluePoint2X" fmla="*/ 672711 w 4239343"/>
                <a:gd name="GluePoint2Y" fmla="*/ 0 h 1032611"/>
                <a:gd name="GluePoint3X" fmla="*/ 4239343 w 4239343"/>
                <a:gd name="GluePoint3Y" fmla="*/ 897391 h 1032611"/>
                <a:gd name="GluePoint4X" fmla="*/ 4073015 w 4239343"/>
                <a:gd name="GluePoint4Y" fmla="*/ 1032611 h 1032611"/>
                <a:gd name="GluePoint5X" fmla="*/ 0 w 4239343"/>
                <a:gd name="GluePoint5Y" fmla="*/ 9764 h 10326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7" name="Freeform: Shape 125"/>
            <p:cNvSpPr/>
            <p:nvPr/>
          </p:nvSpPr>
          <p:spPr>
            <a:xfrm>
              <a:off x="5460120" y="1245960"/>
              <a:ext cx="83160" cy="195120"/>
            </a:xfrm>
            <a:custGeom>
              <a:avLst/>
              <a:gdLst>
                <a:gd name="textAreaLeft" fmla="*/ 0 w 83160"/>
                <a:gd name="textAreaRight" fmla="*/ 83520 w 83160"/>
                <a:gd name="textAreaTop" fmla="*/ 0 h 195120"/>
                <a:gd name="textAreaBottom" fmla="*/ 195480 h 195120"/>
                <a:gd name="GluePoint1X" fmla="*/ 0 w 83544"/>
                <a:gd name="GluePoint1Y" fmla="*/ 195656 h 195656"/>
                <a:gd name="GluePoint2X" fmla="*/ 83545 w 83544"/>
                <a:gd name="GluePoint2Y" fmla="*/ 86338 h 195656"/>
                <a:gd name="GluePoint3X" fmla="*/ 83545 w 83544"/>
                <a:gd name="GluePoint3Y" fmla="*/ 0 h 195656"/>
                <a:gd name="GluePoint4X" fmla="*/ 0 w 83544"/>
                <a:gd name="GluePoint4Y" fmla="*/ 109319 h 195656"/>
                <a:gd name="GluePoint5X" fmla="*/ 0 w 83544"/>
                <a:gd name="GluePoint5Y" fmla="*/ 195656 h 1956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8" name="Freeform: Shape 126"/>
            <p:cNvSpPr/>
            <p:nvPr/>
          </p:nvSpPr>
          <p:spPr>
            <a:xfrm>
              <a:off x="4381200" y="1163880"/>
              <a:ext cx="1068120" cy="286560"/>
            </a:xfrm>
            <a:custGeom>
              <a:avLst/>
              <a:gdLst>
                <a:gd name="textAreaLeft" fmla="*/ 0 w 1068120"/>
                <a:gd name="textAreaRight" fmla="*/ 1068480 w 1068120"/>
                <a:gd name="textAreaTop" fmla="*/ 0 h 286560"/>
                <a:gd name="textAreaBottom" fmla="*/ 286920 h 286560"/>
                <a:gd name="GluePoint1X" fmla="*/ 0 w 1068437"/>
                <a:gd name="GluePoint1Y" fmla="*/ 93575 h 287072"/>
                <a:gd name="GluePoint2X" fmla="*/ 1068438 w 1068437"/>
                <a:gd name="GluePoint2Y" fmla="*/ 287073 h 287072"/>
                <a:gd name="GluePoint3X" fmla="*/ 1068438 w 1068437"/>
                <a:gd name="GluePoint3Y" fmla="*/ 193625 h 287072"/>
                <a:gd name="GluePoint4X" fmla="*/ 0 w 1068437"/>
                <a:gd name="GluePoint4Y" fmla="*/ 0 h 287072"/>
                <a:gd name="GluePoint5X" fmla="*/ 0 w 1068437"/>
                <a:gd name="GluePoint5Y" fmla="*/ 93575 h 2870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79" name="Freeform: Shape 127"/>
            <p:cNvSpPr/>
            <p:nvPr/>
          </p:nvSpPr>
          <p:spPr>
            <a:xfrm>
              <a:off x="4385520" y="1008000"/>
              <a:ext cx="1154520" cy="339840"/>
            </a:xfrm>
            <a:custGeom>
              <a:avLst/>
              <a:gdLst>
                <a:gd name="textAreaLeft" fmla="*/ 0 w 1154520"/>
                <a:gd name="textAreaRight" fmla="*/ 1154880 w 1154520"/>
                <a:gd name="textAreaTop" fmla="*/ 0 h 339840"/>
                <a:gd name="textAreaBottom" fmla="*/ 340200 h 339840"/>
                <a:gd name="GluePoint1X" fmla="*/ 126206 w 1154903"/>
                <a:gd name="GluePoint1Y" fmla="*/ 0 h 340144"/>
                <a:gd name="GluePoint2X" fmla="*/ 0 w 1154903"/>
                <a:gd name="GluePoint2Y" fmla="*/ 146901 h 340144"/>
                <a:gd name="GluePoint3X" fmla="*/ 1067041 w 1154903"/>
                <a:gd name="GluePoint3Y" fmla="*/ 340144 h 340144"/>
                <a:gd name="GluePoint4X" fmla="*/ 1154903 w 1154903"/>
                <a:gd name="GluePoint4Y" fmla="*/ 225112 h 340144"/>
                <a:gd name="GluePoint5X" fmla="*/ 126206 w 1154903"/>
                <a:gd name="GluePoint5Y" fmla="*/ 0 h 3401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0" name="Freeform: Shape 210"/>
            <p:cNvSpPr/>
            <p:nvPr/>
          </p:nvSpPr>
          <p:spPr>
            <a:xfrm>
              <a:off x="10108080" y="318960"/>
              <a:ext cx="1506240" cy="460440"/>
            </a:xfrm>
            <a:custGeom>
              <a:avLst/>
              <a:gdLst>
                <a:gd name="textAreaLeft" fmla="*/ 0 w 1506240"/>
                <a:gd name="textAreaRight" fmla="*/ 1506600 w 1506240"/>
                <a:gd name="textAreaTop" fmla="*/ 0 h 460440"/>
                <a:gd name="textAreaBottom" fmla="*/ 460800 h 460440"/>
                <a:gd name="GluePoint1X" fmla="*/ 2540 w 1506478"/>
                <a:gd name="GluePoint1Y" fmla="*/ 7364 h 460636"/>
                <a:gd name="GluePoint2X" fmla="*/ 254 w 1506478"/>
                <a:gd name="GluePoint2Y" fmla="*/ 9269 h 460636"/>
                <a:gd name="GluePoint3X" fmla="*/ 1494289 w 1506478"/>
                <a:gd name="GluePoint3Y" fmla="*/ 460637 h 460636"/>
                <a:gd name="GluePoint4X" fmla="*/ 1501146 w 1506478"/>
                <a:gd name="GluePoint4Y" fmla="*/ 455050 h 460636"/>
                <a:gd name="GluePoint5X" fmla="*/ 1501781 w 1506478"/>
                <a:gd name="GluePoint5Y" fmla="*/ 455050 h 460636"/>
                <a:gd name="GluePoint6X" fmla="*/ 1502670 w 1506478"/>
                <a:gd name="GluePoint6Y" fmla="*/ 455050 h 460636"/>
                <a:gd name="GluePoint7X" fmla="*/ 1503686 w 1506478"/>
                <a:gd name="GluePoint7Y" fmla="*/ 455050 h 460636"/>
                <a:gd name="GluePoint8X" fmla="*/ 1506479 w 1506478"/>
                <a:gd name="GluePoint8Y" fmla="*/ 455050 h 460636"/>
                <a:gd name="GluePoint9X" fmla="*/ 635 w 1506478"/>
                <a:gd name="GluePoint9Y" fmla="*/ 0 h 460636"/>
                <a:gd name="GluePoint10X" fmla="*/ 0 w 1506478"/>
                <a:gd name="GluePoint10Y" fmla="*/ 0 h 460636"/>
                <a:gd name="GluePoint11X" fmla="*/ 3048 w 1506478"/>
                <a:gd name="GluePoint11Y" fmla="*/ 1397 h 460636"/>
                <a:gd name="GluePoint12X" fmla="*/ 2540 w 1506478"/>
                <a:gd name="GluePoint12Y" fmla="*/ 7364 h 4606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1" name="Freeform: Shape 211"/>
            <p:cNvSpPr/>
            <p:nvPr/>
          </p:nvSpPr>
          <p:spPr>
            <a:xfrm>
              <a:off x="11313720" y="773280"/>
              <a:ext cx="299880" cy="253080"/>
            </a:xfrm>
            <a:custGeom>
              <a:avLst/>
              <a:gdLst>
                <a:gd name="textAreaLeft" fmla="*/ 0 w 299880"/>
                <a:gd name="textAreaRight" fmla="*/ 300240 w 299880"/>
                <a:gd name="textAreaTop" fmla="*/ 0 h 253080"/>
                <a:gd name="textAreaBottom" fmla="*/ 253440 h 253080"/>
                <a:gd name="GluePoint1X" fmla="*/ 508 w 300280"/>
                <a:gd name="GluePoint1Y" fmla="*/ 251395 h 253553"/>
                <a:gd name="GluePoint2X" fmla="*/ 508 w 300280"/>
                <a:gd name="GluePoint2Y" fmla="*/ 253553 h 253553"/>
                <a:gd name="GluePoint3X" fmla="*/ 300280 w 300280"/>
                <a:gd name="GluePoint3Y" fmla="*/ 9777 h 253553"/>
                <a:gd name="GluePoint4X" fmla="*/ 296725 w 300280"/>
                <a:gd name="GluePoint4Y" fmla="*/ 8507 h 253553"/>
                <a:gd name="GluePoint5X" fmla="*/ 293157 w 300280"/>
                <a:gd name="GluePoint5Y" fmla="*/ 2895 h 253553"/>
                <a:gd name="GluePoint6X" fmla="*/ 293296 w 300280"/>
                <a:gd name="GluePoint6Y" fmla="*/ 2412 h 253553"/>
                <a:gd name="GluePoint7X" fmla="*/ 295455 w 300280"/>
                <a:gd name="GluePoint7Y" fmla="*/ 0 h 253553"/>
                <a:gd name="GluePoint8X" fmla="*/ 294820 w 300280"/>
                <a:gd name="GluePoint8Y" fmla="*/ 0 h 253553"/>
                <a:gd name="GluePoint9X" fmla="*/ 287964 w 300280"/>
                <a:gd name="GluePoint9Y" fmla="*/ 5587 h 253553"/>
                <a:gd name="GluePoint10X" fmla="*/ 0 w 300280"/>
                <a:gd name="GluePoint10Y" fmla="*/ 239714 h 253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2" name="Freeform: Shape 259"/>
            <p:cNvSpPr/>
            <p:nvPr/>
          </p:nvSpPr>
          <p:spPr>
            <a:xfrm>
              <a:off x="9213480" y="1240920"/>
              <a:ext cx="430200" cy="127800"/>
            </a:xfrm>
            <a:custGeom>
              <a:avLst/>
              <a:gdLst>
                <a:gd name="textAreaLeft" fmla="*/ 0 w 430200"/>
                <a:gd name="textAreaRight" fmla="*/ 430560 w 430200"/>
                <a:gd name="textAreaTop" fmla="*/ 0 h 127800"/>
                <a:gd name="textAreaBottom" fmla="*/ 128160 h 127800"/>
                <a:gd name="GluePoint1X" fmla="*/ 1778 w 430421"/>
                <a:gd name="GluePoint1Y" fmla="*/ 8507 h 128109"/>
                <a:gd name="GluePoint2X" fmla="*/ 0 w 430421"/>
                <a:gd name="GluePoint2Y" fmla="*/ 8507 h 128109"/>
                <a:gd name="GluePoint3X" fmla="*/ 0 w 430421"/>
                <a:gd name="GluePoint3Y" fmla="*/ 8507 h 128109"/>
                <a:gd name="GluePoint4X" fmla="*/ 336593 w 430421"/>
                <a:gd name="GluePoint4Y" fmla="*/ 110080 h 128109"/>
                <a:gd name="GluePoint5X" fmla="*/ 430422 w 430421"/>
                <a:gd name="GluePoint5Y" fmla="*/ 128110 h 128109"/>
                <a:gd name="GluePoint6X" fmla="*/ 430422 w 430421"/>
                <a:gd name="GluePoint6Y" fmla="*/ 128110 h 128109"/>
                <a:gd name="GluePoint7X" fmla="*/ 6983 w 430421"/>
                <a:gd name="GluePoint7Y" fmla="*/ 0 h 128109"/>
                <a:gd name="GluePoint8X" fmla="*/ 6983 w 430421"/>
                <a:gd name="GluePoint8Y" fmla="*/ 3555 h 128109"/>
                <a:gd name="GluePoint9X" fmla="*/ 1778 w 430421"/>
                <a:gd name="GluePoint9Y" fmla="*/ 8507 h 1281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3" name="Freeform: Shape 260"/>
            <p:cNvSpPr/>
            <p:nvPr/>
          </p:nvSpPr>
          <p:spPr>
            <a:xfrm>
              <a:off x="9211680" y="619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4" name="Freeform: Shape 261"/>
            <p:cNvSpPr/>
            <p:nvPr/>
          </p:nvSpPr>
          <p:spPr>
            <a:xfrm>
              <a:off x="9210960" y="621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5" name="Freeform: Shape 262"/>
            <p:cNvSpPr/>
            <p:nvPr/>
          </p:nvSpPr>
          <p:spPr>
            <a:xfrm>
              <a:off x="9211680" y="624240"/>
              <a:ext cx="8640" cy="6246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624600"/>
                <a:gd name="textAreaBottom" fmla="*/ 624960 h 624600"/>
                <a:gd name="GluePoint1X" fmla="*/ 1816 w 9179"/>
                <a:gd name="GluePoint1Y" fmla="*/ 3936 h 625065"/>
                <a:gd name="GluePoint2X" fmla="*/ 1054 w 9179"/>
                <a:gd name="GluePoint2Y" fmla="*/ 3936 h 625065"/>
                <a:gd name="GluePoint3X" fmla="*/ 38 w 9179"/>
                <a:gd name="GluePoint3Y" fmla="*/ 3301 h 625065"/>
                <a:gd name="GluePoint4X" fmla="*/ 38 w 9179"/>
                <a:gd name="GluePoint4Y" fmla="*/ 3301 h 625065"/>
                <a:gd name="GluePoint5X" fmla="*/ 38 w 9179"/>
                <a:gd name="GluePoint5Y" fmla="*/ 2666 h 625065"/>
                <a:gd name="GluePoint6X" fmla="*/ 38 w 9179"/>
                <a:gd name="GluePoint6Y" fmla="*/ 1904 h 625065"/>
                <a:gd name="GluePoint7X" fmla="*/ 38 w 9179"/>
                <a:gd name="GluePoint7Y" fmla="*/ 889 h 625065"/>
                <a:gd name="GluePoint8X" fmla="*/ 38 w 9179"/>
                <a:gd name="GluePoint8Y" fmla="*/ 0 h 625065"/>
                <a:gd name="GluePoint9X" fmla="*/ 38 w 9179"/>
                <a:gd name="GluePoint9Y" fmla="*/ 0 h 625065"/>
                <a:gd name="GluePoint10X" fmla="*/ 38 w 9179"/>
                <a:gd name="GluePoint10Y" fmla="*/ 620996 h 625065"/>
                <a:gd name="GluePoint11X" fmla="*/ 38 w 9179"/>
                <a:gd name="GluePoint11Y" fmla="*/ 620996 h 625065"/>
                <a:gd name="GluePoint12X" fmla="*/ 38 w 9179"/>
                <a:gd name="GluePoint12Y" fmla="*/ 622011 h 625065"/>
                <a:gd name="GluePoint13X" fmla="*/ 38 w 9179"/>
                <a:gd name="GluePoint13Y" fmla="*/ 622900 h 625065"/>
                <a:gd name="GluePoint14X" fmla="*/ 38 w 9179"/>
                <a:gd name="GluePoint14Y" fmla="*/ 623662 h 625065"/>
                <a:gd name="GluePoint15X" fmla="*/ 38 w 9179"/>
                <a:gd name="GluePoint15Y" fmla="*/ 624424 h 625065"/>
                <a:gd name="GluePoint16X" fmla="*/ 800 w 9179"/>
                <a:gd name="GluePoint16Y" fmla="*/ 624424 h 625065"/>
                <a:gd name="GluePoint17X" fmla="*/ 1943 w 9179"/>
                <a:gd name="GluePoint17Y" fmla="*/ 625059 h 625065"/>
                <a:gd name="GluePoint18X" fmla="*/ 3720 w 9179"/>
                <a:gd name="GluePoint18Y" fmla="*/ 625059 h 625065"/>
                <a:gd name="GluePoint19X" fmla="*/ 9180 w 9179"/>
                <a:gd name="GluePoint19Y" fmla="*/ 620234 h 625065"/>
                <a:gd name="GluePoint20X" fmla="*/ 9180 w 9179"/>
                <a:gd name="GluePoint20Y" fmla="*/ 6094 h 625065"/>
                <a:gd name="GluePoint21X" fmla="*/ 2070 w 9179"/>
                <a:gd name="GluePoint21Y" fmla="*/ 3936 h 6250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6" name="Freeform: Shape 263"/>
            <p:cNvSpPr/>
            <p:nvPr/>
          </p:nvSpPr>
          <p:spPr>
            <a:xfrm>
              <a:off x="10631880" y="1056960"/>
              <a:ext cx="10440" cy="505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05800"/>
                <a:gd name="textAreaBottom" fmla="*/ 506160 h 505800"/>
                <a:gd name="GluePoint1X" fmla="*/ 3683 w 10792"/>
                <a:gd name="GluePoint1Y" fmla="*/ 1016 h 506217"/>
                <a:gd name="GluePoint2X" fmla="*/ 0 w 10792"/>
                <a:gd name="GluePoint2Y" fmla="*/ 0 h 506217"/>
                <a:gd name="GluePoint3X" fmla="*/ 0 w 10792"/>
                <a:gd name="GluePoint3Y" fmla="*/ 503932 h 506217"/>
                <a:gd name="GluePoint4X" fmla="*/ 6603 w 10792"/>
                <a:gd name="GluePoint4Y" fmla="*/ 505329 h 506217"/>
                <a:gd name="GluePoint5X" fmla="*/ 10793 w 10792"/>
                <a:gd name="GluePoint5Y" fmla="*/ 506218 h 506217"/>
                <a:gd name="GluePoint6X" fmla="*/ 10793 w 10792"/>
                <a:gd name="GluePoint6Y" fmla="*/ 3174 h 506217"/>
                <a:gd name="GluePoint7X" fmla="*/ 3683 w 10792"/>
                <a:gd name="GluePoint7Y" fmla="*/ 1016 h 5062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7" name="Freeform: Shape 264"/>
            <p:cNvSpPr/>
            <p:nvPr/>
          </p:nvSpPr>
          <p:spPr>
            <a:xfrm>
              <a:off x="9210960" y="621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762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8" name="Freeform: Shape 265"/>
            <p:cNvSpPr/>
            <p:nvPr/>
          </p:nvSpPr>
          <p:spPr>
            <a:xfrm>
              <a:off x="9210960" y="620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89" name="Freeform: Shape 266"/>
            <p:cNvSpPr/>
            <p:nvPr/>
          </p:nvSpPr>
          <p:spPr>
            <a:xfrm>
              <a:off x="9213480" y="621720"/>
              <a:ext cx="1422360" cy="436320"/>
            </a:xfrm>
            <a:custGeom>
              <a:avLst/>
              <a:gdLst>
                <a:gd name="textAreaLeft" fmla="*/ 0 w 1422360"/>
                <a:gd name="textAreaRight" fmla="*/ 1422720 w 1422360"/>
                <a:gd name="textAreaTop" fmla="*/ 0 h 436320"/>
                <a:gd name="textAreaBottom" fmla="*/ 436680 h 436320"/>
                <a:gd name="GluePoint1X" fmla="*/ 1422679 w 1422679"/>
                <a:gd name="GluePoint1Y" fmla="*/ 426736 h 436512"/>
                <a:gd name="GluePoint2X" fmla="*/ 12443 w 1422679"/>
                <a:gd name="GluePoint2Y" fmla="*/ 0 h 436512"/>
                <a:gd name="GluePoint3X" fmla="*/ 5587 w 1422679"/>
                <a:gd name="GluePoint3Y" fmla="*/ 5587 h 436512"/>
                <a:gd name="GluePoint4X" fmla="*/ 1905 w 1422679"/>
                <a:gd name="GluePoint4Y" fmla="*/ 6856 h 436512"/>
                <a:gd name="GluePoint5X" fmla="*/ 0 w 1422679"/>
                <a:gd name="GluePoint5Y" fmla="*/ 6856 h 436512"/>
                <a:gd name="GluePoint6X" fmla="*/ 0 w 1422679"/>
                <a:gd name="GluePoint6Y" fmla="*/ 6856 h 436512"/>
                <a:gd name="GluePoint7X" fmla="*/ 7110 w 1422679"/>
                <a:gd name="GluePoint7Y" fmla="*/ 9015 h 436512"/>
                <a:gd name="GluePoint8X" fmla="*/ 1418236 w 1422679"/>
                <a:gd name="GluePoint8Y" fmla="*/ 435497 h 436512"/>
                <a:gd name="GluePoint9X" fmla="*/ 1421917 w 1422679"/>
                <a:gd name="GluePoint9Y" fmla="*/ 436513 h 436512"/>
                <a:gd name="GluePoint10X" fmla="*/ 1421917 w 1422679"/>
                <a:gd name="GluePoint10Y" fmla="*/ 436513 h 436512"/>
                <a:gd name="GluePoint11X" fmla="*/ 1421028 w 1422679"/>
                <a:gd name="GluePoint11Y" fmla="*/ 436513 h 436512"/>
                <a:gd name="GluePoint12X" fmla="*/ 1420013 w 1422679"/>
                <a:gd name="GluePoint12Y" fmla="*/ 435878 h 436512"/>
                <a:gd name="GluePoint13X" fmla="*/ 1420013 w 1422679"/>
                <a:gd name="GluePoint13Y" fmla="*/ 435878 h 436512"/>
                <a:gd name="GluePoint14X" fmla="*/ 1420013 w 1422679"/>
                <a:gd name="GluePoint14Y" fmla="*/ 435243 h 436512"/>
                <a:gd name="GluePoint15X" fmla="*/ 1420013 w 1422679"/>
                <a:gd name="GluePoint15Y" fmla="*/ 434481 h 436512"/>
                <a:gd name="GluePoint16X" fmla="*/ 1420013 w 1422679"/>
                <a:gd name="GluePoint16Y" fmla="*/ 433466 h 436512"/>
                <a:gd name="GluePoint17X" fmla="*/ 1420013 w 1422679"/>
                <a:gd name="GluePoint17Y" fmla="*/ 432577 h 436512"/>
                <a:gd name="GluePoint18X" fmla="*/ 1420013 w 1422679"/>
                <a:gd name="GluePoint18Y" fmla="*/ 431561 h 436512"/>
                <a:gd name="GluePoint19X" fmla="*/ 1420013 w 1422679"/>
                <a:gd name="GluePoint19Y" fmla="*/ 430799 h 436512"/>
                <a:gd name="GluePoint20X" fmla="*/ 1420013 w 1422679"/>
                <a:gd name="GluePoint20Y" fmla="*/ 429910 h 436512"/>
                <a:gd name="GluePoint21X" fmla="*/ 1420013 w 1422679"/>
                <a:gd name="GluePoint21Y" fmla="*/ 429022 h 436512"/>
                <a:gd name="GluePoint22X" fmla="*/ 1420013 w 1422679"/>
                <a:gd name="GluePoint22Y" fmla="*/ 429022 h 4365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0" name="Freeform: Shape 267"/>
            <p:cNvSpPr/>
            <p:nvPr/>
          </p:nvSpPr>
          <p:spPr>
            <a:xfrm>
              <a:off x="10633680" y="848880"/>
              <a:ext cx="258480" cy="201960"/>
            </a:xfrm>
            <a:custGeom>
              <a:avLst/>
              <a:gdLst>
                <a:gd name="textAreaLeft" fmla="*/ 0 w 258480"/>
                <a:gd name="textAreaRight" fmla="*/ 258840 w 258480"/>
                <a:gd name="textAreaTop" fmla="*/ 0 h 201960"/>
                <a:gd name="textAreaBottom" fmla="*/ 202320 h 201960"/>
                <a:gd name="GluePoint1X" fmla="*/ 0 w 258888"/>
                <a:gd name="GluePoint1Y" fmla="*/ 200735 h 202258"/>
                <a:gd name="GluePoint2X" fmla="*/ 0 w 258888"/>
                <a:gd name="GluePoint2Y" fmla="*/ 200735 h 202258"/>
                <a:gd name="GluePoint3X" fmla="*/ 5460 w 258888"/>
                <a:gd name="GluePoint3Y" fmla="*/ 199592 h 202258"/>
                <a:gd name="GluePoint4X" fmla="*/ 14347 w 258888"/>
                <a:gd name="GluePoint4Y" fmla="*/ 202259 h 202258"/>
                <a:gd name="GluePoint5X" fmla="*/ 258888 w 258888"/>
                <a:gd name="GluePoint5Y" fmla="*/ 3555 h 202258"/>
                <a:gd name="GluePoint6X" fmla="*/ 255968 w 258888"/>
                <a:gd name="GluePoint6Y" fmla="*/ 2666 h 202258"/>
                <a:gd name="GluePoint7X" fmla="*/ 247081 w 258888"/>
                <a:gd name="GluePoint7Y" fmla="*/ 0 h 202258"/>
                <a:gd name="GluePoint8X" fmla="*/ 2412 w 258888"/>
                <a:gd name="GluePoint8Y" fmla="*/ 199465 h 2022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1" name="Freeform: Shape 268"/>
            <p:cNvSpPr/>
            <p:nvPr/>
          </p:nvSpPr>
          <p:spPr>
            <a:xfrm>
              <a:off x="10632960" y="105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635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2" name="Freeform: Shape 269"/>
            <p:cNvSpPr/>
            <p:nvPr/>
          </p:nvSpPr>
          <p:spPr>
            <a:xfrm>
              <a:off x="8694720" y="855720"/>
              <a:ext cx="253440" cy="21096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0960"/>
                <a:gd name="textAreaBottom" fmla="*/ 211320 h 210960"/>
                <a:gd name="GluePoint1X" fmla="*/ 244668 w 253936"/>
                <a:gd name="GluePoint1Y" fmla="*/ 2158 h 211400"/>
                <a:gd name="GluePoint2X" fmla="*/ 244668 w 253936"/>
                <a:gd name="GluePoint2Y" fmla="*/ 0 h 211400"/>
                <a:gd name="GluePoint3X" fmla="*/ 1651 w 253936"/>
                <a:gd name="GluePoint3Y" fmla="*/ 197561 h 211400"/>
                <a:gd name="GluePoint4X" fmla="*/ 1651 w 253936"/>
                <a:gd name="GluePoint4Y" fmla="*/ 208480 h 211400"/>
                <a:gd name="GluePoint5X" fmla="*/ 1651 w 253936"/>
                <a:gd name="GluePoint5Y" fmla="*/ 209369 h 211400"/>
                <a:gd name="GluePoint6X" fmla="*/ 1651 w 253936"/>
                <a:gd name="GluePoint6Y" fmla="*/ 209369 h 211400"/>
                <a:gd name="GluePoint7X" fmla="*/ 0 w 253936"/>
                <a:gd name="GluePoint7Y" fmla="*/ 211400 h 211400"/>
                <a:gd name="GluePoint8X" fmla="*/ 0 w 253936"/>
                <a:gd name="GluePoint8Y" fmla="*/ 211400 h 211400"/>
                <a:gd name="GluePoint9X" fmla="*/ 253937 w 253936"/>
                <a:gd name="GluePoint9Y" fmla="*/ 5079 h 211400"/>
                <a:gd name="GluePoint10X" fmla="*/ 253937 w 253936"/>
                <a:gd name="GluePoint10Y" fmla="*/ 5079 h 211400"/>
                <a:gd name="GluePoint11X" fmla="*/ 250255 w 253936"/>
                <a:gd name="GluePoint11Y" fmla="*/ 6475 h 211400"/>
                <a:gd name="GluePoint12X" fmla="*/ 244668 w 253936"/>
                <a:gd name="GluePoint12Y" fmla="*/ 2158 h 2114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3" name="Freeform: Shape 270"/>
            <p:cNvSpPr/>
            <p:nvPr/>
          </p:nvSpPr>
          <p:spPr>
            <a:xfrm>
              <a:off x="5051520" y="-39240"/>
              <a:ext cx="3638520" cy="1107720"/>
            </a:xfrm>
            <a:custGeom>
              <a:avLst/>
              <a:gdLst>
                <a:gd name="textAreaLeft" fmla="*/ 0 w 3638520"/>
                <a:gd name="textAreaRight" fmla="*/ 3638880 w 3638520"/>
                <a:gd name="textAreaTop" fmla="*/ 0 h 1107720"/>
                <a:gd name="textAreaBottom" fmla="*/ 1108080 h 1107720"/>
                <a:gd name="GluePoint1X" fmla="*/ 1068184 w 3638910"/>
                <a:gd name="GluePoint1Y" fmla="*/ 331257 h 1108170"/>
                <a:gd name="GluePoint2X" fmla="*/ 1068184 w 3638910"/>
                <a:gd name="GluePoint2Y" fmla="*/ 331257 h 1108170"/>
                <a:gd name="GluePoint3X" fmla="*/ 3637260 w 3638910"/>
                <a:gd name="GluePoint3Y" fmla="*/ 1108168 h 1108170"/>
                <a:gd name="GluePoint4X" fmla="*/ 3638910 w 3638910"/>
                <a:gd name="GluePoint4Y" fmla="*/ 1108168 h 1108170"/>
                <a:gd name="GluePoint5X" fmla="*/ 3633577 w 3638910"/>
                <a:gd name="GluePoint5Y" fmla="*/ 1103217 h 1108170"/>
                <a:gd name="GluePoint6X" fmla="*/ 3633577 w 3638910"/>
                <a:gd name="GluePoint6Y" fmla="*/ 1096487 h 1108170"/>
                <a:gd name="GluePoint7X" fmla="*/ 7364 w 3638910"/>
                <a:gd name="GluePoint7Y" fmla="*/ 0 h 1108170"/>
                <a:gd name="GluePoint8X" fmla="*/ 7364 w 3638910"/>
                <a:gd name="GluePoint8Y" fmla="*/ 3555 h 1108170"/>
                <a:gd name="GluePoint9X" fmla="*/ 1904 w 3638910"/>
                <a:gd name="GluePoint9Y" fmla="*/ 8380 h 1108170"/>
                <a:gd name="GluePoint10X" fmla="*/ 0 w 3638910"/>
                <a:gd name="GluePoint10Y" fmla="*/ 8380 h 1108170"/>
                <a:gd name="GluePoint11X" fmla="*/ 0 w 3638910"/>
                <a:gd name="GluePoint11Y" fmla="*/ 8380 h 1108170"/>
                <a:gd name="GluePoint12X" fmla="*/ 486034 w 3638910"/>
                <a:gd name="GluePoint12Y" fmla="*/ 155408 h 1108170"/>
                <a:gd name="GluePoint13X" fmla="*/ 1068311 w 3638910"/>
                <a:gd name="GluePoint13Y" fmla="*/ 331384 h 110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4" name="Freeform: Shape 271"/>
            <p:cNvSpPr/>
            <p:nvPr/>
          </p:nvSpPr>
          <p:spPr>
            <a:xfrm>
              <a:off x="8696160" y="1065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6 w 66"/>
                <a:gd name="GluePoint1Y" fmla="*/ 0 h 761"/>
                <a:gd name="GluePoint2X" fmla="*/ 66 w 66"/>
                <a:gd name="GluePoint2Y" fmla="*/ 762 h 761"/>
                <a:gd name="GluePoint3X" fmla="*/ 66 w 66"/>
                <a:gd name="GluePoint3Y" fmla="*/ 762 h 761"/>
                <a:gd name="GluePoint4X" fmla="*/ 66 w 6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5" name="Freeform: Shape 275"/>
            <p:cNvSpPr/>
            <p:nvPr/>
          </p:nvSpPr>
          <p:spPr>
            <a:xfrm>
              <a:off x="8685000" y="445320"/>
              <a:ext cx="10080" cy="6238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3880"/>
                <a:gd name="textAreaBottom" fmla="*/ 624240 h 623880"/>
                <a:gd name="GluePoint1X" fmla="*/ 635 w 10537"/>
                <a:gd name="GluePoint1Y" fmla="*/ 619218 h 624171"/>
                <a:gd name="GluePoint2X" fmla="*/ 5967 w 10537"/>
                <a:gd name="GluePoint2Y" fmla="*/ 624170 h 624171"/>
                <a:gd name="GluePoint3X" fmla="*/ 8888 w 10537"/>
                <a:gd name="GluePoint3Y" fmla="*/ 623281 h 624171"/>
                <a:gd name="GluePoint4X" fmla="*/ 8888 w 10537"/>
                <a:gd name="GluePoint4Y" fmla="*/ 623281 h 624171"/>
                <a:gd name="GluePoint5X" fmla="*/ 8888 w 10537"/>
                <a:gd name="GluePoint5Y" fmla="*/ 623281 h 624171"/>
                <a:gd name="GluePoint6X" fmla="*/ 10538 w 10537"/>
                <a:gd name="GluePoint6Y" fmla="*/ 621250 h 624171"/>
                <a:gd name="GluePoint7X" fmla="*/ 10538 w 10537"/>
                <a:gd name="GluePoint7Y" fmla="*/ 620488 h 624171"/>
                <a:gd name="GluePoint8X" fmla="*/ 10538 w 10537"/>
                <a:gd name="GluePoint8Y" fmla="*/ 619599 h 624171"/>
                <a:gd name="GluePoint9X" fmla="*/ 10538 w 10537"/>
                <a:gd name="GluePoint9Y" fmla="*/ 0 h 624171"/>
                <a:gd name="GluePoint10X" fmla="*/ 8761 w 10537"/>
                <a:gd name="GluePoint10Y" fmla="*/ 1524 h 624171"/>
                <a:gd name="GluePoint11X" fmla="*/ 8761 w 10537"/>
                <a:gd name="GluePoint11Y" fmla="*/ 1524 h 624171"/>
                <a:gd name="GluePoint12X" fmla="*/ 7110 w 10537"/>
                <a:gd name="GluePoint12Y" fmla="*/ 2285 h 624171"/>
                <a:gd name="GluePoint13X" fmla="*/ 5332 w 10537"/>
                <a:gd name="GluePoint13Y" fmla="*/ 2285 h 624171"/>
                <a:gd name="GluePoint14X" fmla="*/ 3682 w 10537"/>
                <a:gd name="GluePoint14Y" fmla="*/ 2285 h 624171"/>
                <a:gd name="GluePoint15X" fmla="*/ 0 w 10537"/>
                <a:gd name="GluePoint15Y" fmla="*/ 1143 h 624171"/>
                <a:gd name="GluePoint16X" fmla="*/ 0 w 10537"/>
                <a:gd name="GluePoint16Y" fmla="*/ 618964 h 6241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6" name="Freeform 790"/>
            <p:cNvSpPr/>
            <p:nvPr/>
          </p:nvSpPr>
          <p:spPr>
            <a:xfrm>
              <a:off x="7165080" y="-12600"/>
              <a:ext cx="1525320" cy="460440"/>
            </a:xfrm>
            <a:custGeom>
              <a:avLst/>
              <a:gdLst>
                <a:gd name="textAreaLeft" fmla="*/ 0 w 1525320"/>
                <a:gd name="textAreaRight" fmla="*/ 1525680 w 1525320"/>
                <a:gd name="textAreaTop" fmla="*/ 0 h 460440"/>
                <a:gd name="textAreaBottom" fmla="*/ 460800 h 460440"/>
                <a:gd name="GluePoint1X" fmla="*/ 0 w 1525737"/>
                <a:gd name="GluePoint1Y" fmla="*/ 0 h 460751"/>
                <a:gd name="GluePoint2X" fmla="*/ 34663 w 1525737"/>
                <a:gd name="GluePoint2Y" fmla="*/ 0 h 460751"/>
                <a:gd name="GluePoint3X" fmla="*/ 1524087 w 1525737"/>
                <a:gd name="GluePoint3Y" fmla="*/ 450213 h 460751"/>
                <a:gd name="GluePoint4X" fmla="*/ 1521801 w 1525737"/>
                <a:gd name="GluePoint4Y" fmla="*/ 452117 h 460751"/>
                <a:gd name="GluePoint5X" fmla="*/ 1521458 w 1525737"/>
                <a:gd name="GluePoint5Y" fmla="*/ 452460 h 460751"/>
                <a:gd name="GluePoint6X" fmla="*/ 1521801 w 1525737"/>
                <a:gd name="GluePoint6Y" fmla="*/ 459100 h 460751"/>
                <a:gd name="GluePoint7X" fmla="*/ 1525737 w 1525737"/>
                <a:gd name="GluePoint7Y" fmla="*/ 460751 h 460751"/>
                <a:gd name="GluePoint8X" fmla="*/ 1524087 w 1525737"/>
                <a:gd name="GluePoint8Y" fmla="*/ 460751 h 460751"/>
                <a:gd name="GluePoint9X" fmla="*/ 1520404 w 1525737"/>
                <a:gd name="GluePoint9Y" fmla="*/ 459608 h 4607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7" name="Freeform: Shape 279"/>
            <p:cNvSpPr/>
            <p:nvPr/>
          </p:nvSpPr>
          <p:spPr>
            <a:xfrm>
              <a:off x="8948880" y="233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8" name="Freeform: Shape 280"/>
            <p:cNvSpPr/>
            <p:nvPr/>
          </p:nvSpPr>
          <p:spPr>
            <a:xfrm>
              <a:off x="8949960" y="23472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889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99" name="Freeform: Shape 281"/>
            <p:cNvSpPr/>
            <p:nvPr/>
          </p:nvSpPr>
          <p:spPr>
            <a:xfrm>
              <a:off x="8947080" y="2325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3 w 762"/>
                <a:gd name="GluePoint1Y" fmla="*/ 0 h 12696"/>
                <a:gd name="GluePoint2X" fmla="*/ 763 w 762"/>
                <a:gd name="GluePoint2Y" fmla="*/ 0 h 12696"/>
                <a:gd name="GluePoint3X" fmla="*/ 0 w 762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0" name="Freeform: Shape 282"/>
            <p:cNvSpPr/>
            <p:nvPr/>
          </p:nvSpPr>
          <p:spPr>
            <a:xfrm>
              <a:off x="8686080" y="239400"/>
              <a:ext cx="253080" cy="208440"/>
            </a:xfrm>
            <a:custGeom>
              <a:avLst/>
              <a:gdLst>
                <a:gd name="textAreaLeft" fmla="*/ 0 w 253080"/>
                <a:gd name="textAreaRight" fmla="*/ 253440 w 253080"/>
                <a:gd name="textAreaTop" fmla="*/ 0 h 208440"/>
                <a:gd name="textAreaBottom" fmla="*/ 208800 h 208440"/>
                <a:gd name="GluePoint1X" fmla="*/ 1120 w 253532"/>
                <a:gd name="GluePoint1Y" fmla="*/ 206956 h 208702"/>
                <a:gd name="GluePoint2X" fmla="*/ 5056 w 253532"/>
                <a:gd name="GluePoint2Y" fmla="*/ 208607 h 208702"/>
                <a:gd name="GluePoint3X" fmla="*/ 6834 w 253532"/>
                <a:gd name="GluePoint3Y" fmla="*/ 208607 h 208702"/>
                <a:gd name="GluePoint4X" fmla="*/ 8484 w 253532"/>
                <a:gd name="GluePoint4Y" fmla="*/ 207845 h 208702"/>
                <a:gd name="GluePoint5X" fmla="*/ 8484 w 253532"/>
                <a:gd name="GluePoint5Y" fmla="*/ 207845 h 208702"/>
                <a:gd name="GluePoint6X" fmla="*/ 10262 w 253532"/>
                <a:gd name="GluePoint6Y" fmla="*/ 206321 h 208702"/>
                <a:gd name="GluePoint7X" fmla="*/ 253533 w 253532"/>
                <a:gd name="GluePoint7Y" fmla="*/ 9015 h 208702"/>
                <a:gd name="GluePoint8X" fmla="*/ 253533 w 253532"/>
                <a:gd name="GluePoint8Y" fmla="*/ 1524 h 208702"/>
                <a:gd name="GluePoint9X" fmla="*/ 248454 w 253532"/>
                <a:gd name="GluePoint9Y" fmla="*/ 0 h 208702"/>
                <a:gd name="GluePoint10X" fmla="*/ 4421 w 253532"/>
                <a:gd name="GluePoint10Y" fmla="*/ 198069 h 208702"/>
                <a:gd name="GluePoint11X" fmla="*/ 2136 w 253532"/>
                <a:gd name="GluePoint11Y" fmla="*/ 199973 h 208702"/>
                <a:gd name="GluePoint12X" fmla="*/ 764 w 253532"/>
                <a:gd name="GluePoint12Y" fmla="*/ 206474 h 208702"/>
                <a:gd name="GluePoint13X" fmla="*/ 1120 w 253532"/>
                <a:gd name="GluePoint13Y" fmla="*/ 206956 h 2087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1" name="Freeform: Shape 296"/>
            <p:cNvSpPr/>
            <p:nvPr/>
          </p:nvSpPr>
          <p:spPr>
            <a:xfrm>
              <a:off x="8950320" y="397440"/>
              <a:ext cx="389160" cy="124920"/>
            </a:xfrm>
            <a:custGeom>
              <a:avLst/>
              <a:gdLst>
                <a:gd name="textAreaLeft" fmla="*/ 0 w 389160"/>
                <a:gd name="textAreaRight" fmla="*/ 389520 w 389160"/>
                <a:gd name="textAreaTop" fmla="*/ 0 h 124920"/>
                <a:gd name="textAreaBottom" fmla="*/ 125280 h 124920"/>
                <a:gd name="GluePoint1X" fmla="*/ 0 w 389665"/>
                <a:gd name="GluePoint1Y" fmla="*/ 10411 h 125316"/>
                <a:gd name="GluePoint2X" fmla="*/ 380397 w 389665"/>
                <a:gd name="GluePoint2Y" fmla="*/ 125316 h 125316"/>
                <a:gd name="GluePoint3X" fmla="*/ 387380 w 389665"/>
                <a:gd name="GluePoint3Y" fmla="*/ 119730 h 125316"/>
                <a:gd name="GluePoint4X" fmla="*/ 387380 w 389665"/>
                <a:gd name="GluePoint4Y" fmla="*/ 119730 h 125316"/>
                <a:gd name="GluePoint5X" fmla="*/ 387380 w 389665"/>
                <a:gd name="GluePoint5Y" fmla="*/ 119730 h 125316"/>
                <a:gd name="GluePoint6X" fmla="*/ 389666 w 389665"/>
                <a:gd name="GluePoint6Y" fmla="*/ 117825 h 125316"/>
                <a:gd name="GluePoint7X" fmla="*/ 0 w 389665"/>
                <a:gd name="GluePoint7Y" fmla="*/ 0 h 125316"/>
                <a:gd name="GluePoint8X" fmla="*/ 0 w 389665"/>
                <a:gd name="GluePoint8Y" fmla="*/ 3555 h 125316"/>
                <a:gd name="GluePoint9X" fmla="*/ 0 w 389665"/>
                <a:gd name="GluePoint9Y" fmla="*/ 10411 h 125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2" name="Freeform: Shape 299"/>
            <p:cNvSpPr/>
            <p:nvPr/>
          </p:nvSpPr>
          <p:spPr>
            <a:xfrm>
              <a:off x="9725400" y="226080"/>
              <a:ext cx="10440" cy="266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66400"/>
                <a:gd name="textAreaBottom" fmla="*/ 266760 h 266400"/>
                <a:gd name="GluePoint1X" fmla="*/ 0 w 10791"/>
                <a:gd name="GluePoint1Y" fmla="*/ 1651 h 266630"/>
                <a:gd name="GluePoint2X" fmla="*/ 0 w 10791"/>
                <a:gd name="GluePoint2Y" fmla="*/ 263457 h 266630"/>
                <a:gd name="GluePoint3X" fmla="*/ 7110 w 10791"/>
                <a:gd name="GluePoint3Y" fmla="*/ 265615 h 266630"/>
                <a:gd name="GluePoint4X" fmla="*/ 10792 w 10791"/>
                <a:gd name="GluePoint4Y" fmla="*/ 266631 h 266630"/>
                <a:gd name="GluePoint5X" fmla="*/ 10792 w 10791"/>
                <a:gd name="GluePoint5Y" fmla="*/ 0 h 266630"/>
                <a:gd name="GluePoint6X" fmla="*/ 9014 w 10791"/>
                <a:gd name="GluePoint6Y" fmla="*/ 1524 h 266630"/>
                <a:gd name="GluePoint7X" fmla="*/ 9014 w 10791"/>
                <a:gd name="GluePoint7Y" fmla="*/ 1524 h 266630"/>
                <a:gd name="GluePoint8X" fmla="*/ 5713 w 10791"/>
                <a:gd name="GluePoint8Y" fmla="*/ 2793 h 266630"/>
                <a:gd name="GluePoint9X" fmla="*/ 3936 w 10791"/>
                <a:gd name="GluePoint9Y" fmla="*/ 2793 h 2666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3" name="Freeform 782"/>
            <p:cNvSpPr/>
            <p:nvPr/>
          </p:nvSpPr>
          <p:spPr>
            <a:xfrm>
              <a:off x="8928360" y="-12600"/>
              <a:ext cx="802080" cy="241200"/>
            </a:xfrm>
            <a:custGeom>
              <a:avLst/>
              <a:gdLst>
                <a:gd name="textAreaLeft" fmla="*/ 0 w 802080"/>
                <a:gd name="textAreaRight" fmla="*/ 802440 w 802080"/>
                <a:gd name="textAreaTop" fmla="*/ 0 h 241200"/>
                <a:gd name="textAreaBottom" fmla="*/ 241560 h 241200"/>
                <a:gd name="GluePoint1X" fmla="*/ 0 w 802500"/>
                <a:gd name="GluePoint1Y" fmla="*/ 0 h 241733"/>
                <a:gd name="GluePoint2X" fmla="*/ 35612 w 802500"/>
                <a:gd name="GluePoint2Y" fmla="*/ 0 h 241733"/>
                <a:gd name="GluePoint3X" fmla="*/ 800850 w 802500"/>
                <a:gd name="GluePoint3Y" fmla="*/ 231195 h 241733"/>
                <a:gd name="GluePoint4X" fmla="*/ 798437 w 802500"/>
                <a:gd name="GluePoint4Y" fmla="*/ 233099 h 241733"/>
                <a:gd name="GluePoint5X" fmla="*/ 798095 w 802500"/>
                <a:gd name="GluePoint5Y" fmla="*/ 233442 h 241733"/>
                <a:gd name="GluePoint6X" fmla="*/ 798437 w 802500"/>
                <a:gd name="GluePoint6Y" fmla="*/ 240082 h 241733"/>
                <a:gd name="GluePoint7X" fmla="*/ 802500 w 802500"/>
                <a:gd name="GluePoint7Y" fmla="*/ 241733 h 241733"/>
                <a:gd name="GluePoint8X" fmla="*/ 800722 w 802500"/>
                <a:gd name="GluePoint8Y" fmla="*/ 241733 h 241733"/>
                <a:gd name="GluePoint9X" fmla="*/ 797041 w 802500"/>
                <a:gd name="GluePoint9Y" fmla="*/ 240844 h 241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4" name="Freeform: Shape 303"/>
            <p:cNvSpPr/>
            <p:nvPr/>
          </p:nvSpPr>
          <p:spPr>
            <a:xfrm>
              <a:off x="9731520" y="227880"/>
              <a:ext cx="2880" cy="108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1080"/>
                <a:gd name="textAreaBottom" fmla="*/ 1440 h 1080"/>
                <a:gd name="GluePoint1X" fmla="*/ 0 w 3301"/>
                <a:gd name="GluePoint1Y" fmla="*/ 1270 h 1269"/>
                <a:gd name="GluePoint2X" fmla="*/ 3301 w 3301"/>
                <a:gd name="GluePoint2Y" fmla="*/ 0 h 1269"/>
                <a:gd name="GluePoint3X" fmla="*/ 0 w 3301"/>
                <a:gd name="GluePoint3Y" fmla="*/ 1270 h 12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560" bIns="-435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5" name="Freeform: Shape 309"/>
            <p:cNvSpPr/>
            <p:nvPr/>
          </p:nvSpPr>
          <p:spPr>
            <a:xfrm>
              <a:off x="10057320" y="-45360"/>
              <a:ext cx="10440" cy="401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01400"/>
                <a:gd name="textAreaBottom" fmla="*/ 401760 h 401400"/>
                <a:gd name="GluePoint1X" fmla="*/ 9014 w 10792"/>
                <a:gd name="GluePoint1Y" fmla="*/ 3682 h 401723"/>
                <a:gd name="GluePoint2X" fmla="*/ 0 w 10792"/>
                <a:gd name="GluePoint2Y" fmla="*/ 11046 h 401723"/>
                <a:gd name="GluePoint3X" fmla="*/ 0 w 10792"/>
                <a:gd name="GluePoint3Y" fmla="*/ 401724 h 401723"/>
                <a:gd name="GluePoint4X" fmla="*/ 1777 w 10792"/>
                <a:gd name="GluePoint4Y" fmla="*/ 400200 h 401723"/>
                <a:gd name="GluePoint5X" fmla="*/ 10792 w 10792"/>
                <a:gd name="GluePoint5Y" fmla="*/ 392836 h 401723"/>
                <a:gd name="GluePoint6X" fmla="*/ 10792 w 10792"/>
                <a:gd name="GluePoint6Y" fmla="*/ 0 h 401723"/>
                <a:gd name="GluePoint7X" fmla="*/ 10792 w 10792"/>
                <a:gd name="GluePoint7Y" fmla="*/ 0 h 401723"/>
                <a:gd name="GluePoint8X" fmla="*/ 10792 w 10792"/>
                <a:gd name="GluePoint8Y" fmla="*/ 0 h 401723"/>
                <a:gd name="GluePoint9X" fmla="*/ 9014 w 10792"/>
                <a:gd name="GluePoint9Y" fmla="*/ 3682 h 4017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6" name="Freeform: Shape 314"/>
            <p:cNvSpPr/>
            <p:nvPr/>
          </p:nvSpPr>
          <p:spPr>
            <a:xfrm>
              <a:off x="9725760" y="-50040"/>
              <a:ext cx="342000" cy="278280"/>
            </a:xfrm>
            <a:custGeom>
              <a:avLst/>
              <a:gdLst>
                <a:gd name="textAreaLeft" fmla="*/ 0 w 342000"/>
                <a:gd name="textAreaRight" fmla="*/ 342360 w 342000"/>
                <a:gd name="textAreaTop" fmla="*/ 0 h 278280"/>
                <a:gd name="textAreaBottom" fmla="*/ 278640 h 278280"/>
                <a:gd name="GluePoint1X" fmla="*/ 337131 w 342397"/>
                <a:gd name="GluePoint1Y" fmla="*/ 0 h 278819"/>
                <a:gd name="GluePoint2X" fmla="*/ 335099 w 342397"/>
                <a:gd name="GluePoint2Y" fmla="*/ 0 h 278819"/>
                <a:gd name="GluePoint3X" fmla="*/ 333957 w 342397"/>
                <a:gd name="GluePoint3Y" fmla="*/ 635 h 278819"/>
                <a:gd name="GluePoint4X" fmla="*/ 333322 w 342397"/>
                <a:gd name="GluePoint4Y" fmla="*/ 635 h 278819"/>
                <a:gd name="GluePoint5X" fmla="*/ 326466 w 342397"/>
                <a:gd name="GluePoint5Y" fmla="*/ 6348 h 278819"/>
                <a:gd name="GluePoint6X" fmla="*/ 3966 w 342397"/>
                <a:gd name="GluePoint6Y" fmla="*/ 268281 h 278819"/>
                <a:gd name="GluePoint7X" fmla="*/ 1554 w 342397"/>
                <a:gd name="GluePoint7Y" fmla="*/ 270186 h 278819"/>
                <a:gd name="GluePoint8X" fmla="*/ 1211 w 342397"/>
                <a:gd name="GluePoint8Y" fmla="*/ 276826 h 278819"/>
                <a:gd name="GluePoint9X" fmla="*/ 1554 w 342397"/>
                <a:gd name="GluePoint9Y" fmla="*/ 277169 h 278819"/>
                <a:gd name="GluePoint10X" fmla="*/ 5617 w 342397"/>
                <a:gd name="GluePoint10Y" fmla="*/ 278820 h 278819"/>
                <a:gd name="GluePoint11X" fmla="*/ 8918 w 342397"/>
                <a:gd name="GluePoint11Y" fmla="*/ 277550 h 278819"/>
                <a:gd name="GluePoint12X" fmla="*/ 8918 w 342397"/>
                <a:gd name="GluePoint12Y" fmla="*/ 277550 h 278819"/>
                <a:gd name="GluePoint13X" fmla="*/ 10696 w 342397"/>
                <a:gd name="GluePoint13Y" fmla="*/ 276026 h 278819"/>
                <a:gd name="GluePoint14X" fmla="*/ 331671 w 342397"/>
                <a:gd name="GluePoint14Y" fmla="*/ 15363 h 278819"/>
                <a:gd name="GluePoint15X" fmla="*/ 340686 w 342397"/>
                <a:gd name="GluePoint15Y" fmla="*/ 7999 h 278819"/>
                <a:gd name="GluePoint16X" fmla="*/ 342337 w 342397"/>
                <a:gd name="GluePoint16Y" fmla="*/ 3682 h 278819"/>
                <a:gd name="GluePoint17X" fmla="*/ 342337 w 342397"/>
                <a:gd name="GluePoint17Y" fmla="*/ 3682 h 278819"/>
                <a:gd name="GluePoint18X" fmla="*/ 342337 w 342397"/>
                <a:gd name="GluePoint18Y" fmla="*/ 2793 h 278819"/>
                <a:gd name="GluePoint19X" fmla="*/ 342337 w 342397"/>
                <a:gd name="GluePoint19Y" fmla="*/ 1904 h 278819"/>
                <a:gd name="GluePoint20X" fmla="*/ 342337 w 342397"/>
                <a:gd name="GluePoint20Y" fmla="*/ 1904 h 278819"/>
                <a:gd name="GluePoint21X" fmla="*/ 342337 w 342397"/>
                <a:gd name="GluePoint21Y" fmla="*/ 1904 h 278819"/>
                <a:gd name="GluePoint22X" fmla="*/ 341194 w 342397"/>
                <a:gd name="GluePoint22Y" fmla="*/ 1143 h 278819"/>
                <a:gd name="GluePoint23X" fmla="*/ 341194 w 342397"/>
                <a:gd name="GluePoint23Y" fmla="*/ 1143 h 278819"/>
                <a:gd name="GluePoint24X" fmla="*/ 340178 w 342397"/>
                <a:gd name="GluePoint24Y" fmla="*/ 1143 h 2788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7" name="Freeform 772"/>
            <p:cNvSpPr/>
            <p:nvPr/>
          </p:nvSpPr>
          <p:spPr>
            <a:xfrm>
              <a:off x="10803240" y="89640"/>
              <a:ext cx="1276560" cy="415440"/>
            </a:xfrm>
            <a:custGeom>
              <a:avLst/>
              <a:gdLst>
                <a:gd name="textAreaLeft" fmla="*/ 0 w 1276560"/>
                <a:gd name="textAreaRight" fmla="*/ 1276920 w 1276560"/>
                <a:gd name="textAreaTop" fmla="*/ 0 h 415440"/>
                <a:gd name="textAreaBottom" fmla="*/ 415800 h 415440"/>
                <a:gd name="GluePoint1X" fmla="*/ 7364 w 1276793"/>
                <a:gd name="GluePoint1Y" fmla="*/ 0 h 415944"/>
                <a:gd name="GluePoint2X" fmla="*/ 1273238 w 1276793"/>
                <a:gd name="GluePoint2Y" fmla="*/ 404136 h 415944"/>
                <a:gd name="GluePoint3X" fmla="*/ 1273238 w 1276793"/>
                <a:gd name="GluePoint3Y" fmla="*/ 411119 h 415944"/>
                <a:gd name="GluePoint4X" fmla="*/ 1273238 w 1276793"/>
                <a:gd name="GluePoint4Y" fmla="*/ 412135 h 415944"/>
                <a:gd name="GluePoint5X" fmla="*/ 1273238 w 1276793"/>
                <a:gd name="GluePoint5Y" fmla="*/ 413024 h 415944"/>
                <a:gd name="GluePoint6X" fmla="*/ 1273873 w 1276793"/>
                <a:gd name="GluePoint6Y" fmla="*/ 413786 h 415944"/>
                <a:gd name="GluePoint7X" fmla="*/ 1273873 w 1276793"/>
                <a:gd name="GluePoint7Y" fmla="*/ 414547 h 415944"/>
                <a:gd name="GluePoint8X" fmla="*/ 1274635 w 1276793"/>
                <a:gd name="GluePoint8Y" fmla="*/ 414547 h 415944"/>
                <a:gd name="GluePoint9X" fmla="*/ 1276793 w 1276793"/>
                <a:gd name="GluePoint9Y" fmla="*/ 415944 h 415944"/>
                <a:gd name="GluePoint10X" fmla="*/ 0 w 1276793"/>
                <a:gd name="GluePoint10Y" fmla="*/ 8380 h 415944"/>
                <a:gd name="GluePoint11X" fmla="*/ 2032 w 1276793"/>
                <a:gd name="GluePoint11Y" fmla="*/ 8380 h 415944"/>
                <a:gd name="GluePoint12X" fmla="*/ 2044 w 1276793"/>
                <a:gd name="GluePoint12Y" fmla="*/ 8380 h 415944"/>
                <a:gd name="GluePoint13X" fmla="*/ 7364 w 1276793"/>
                <a:gd name="GluePoint13Y" fmla="*/ 3555 h 4159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8" name="Freeform: Shape 316"/>
            <p:cNvSpPr/>
            <p:nvPr/>
          </p:nvSpPr>
          <p:spPr>
            <a:xfrm>
              <a:off x="12075120" y="89640"/>
              <a:ext cx="10440" cy="4100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10040"/>
                <a:gd name="textAreaBottom" fmla="*/ 410400 h 410040"/>
                <a:gd name="GluePoint1X" fmla="*/ 95 w 10633"/>
                <a:gd name="GluePoint1Y" fmla="*/ 0 h 410357"/>
                <a:gd name="GluePoint2X" fmla="*/ 95 w 10633"/>
                <a:gd name="GluePoint2Y" fmla="*/ 410358 h 410357"/>
                <a:gd name="GluePoint3X" fmla="*/ 95 w 10633"/>
                <a:gd name="GluePoint3Y" fmla="*/ 410358 h 410357"/>
                <a:gd name="GluePoint4X" fmla="*/ 95 w 10633"/>
                <a:gd name="GluePoint4Y" fmla="*/ 408707 h 410357"/>
                <a:gd name="GluePoint5X" fmla="*/ 6952 w 10633"/>
                <a:gd name="GluePoint5Y" fmla="*/ 405533 h 410357"/>
                <a:gd name="GluePoint6X" fmla="*/ 10633 w 10633"/>
                <a:gd name="GluePoint6Y" fmla="*/ 406675 h 410357"/>
                <a:gd name="GluePoint7X" fmla="*/ 10633 w 10633"/>
                <a:gd name="GluePoint7Y" fmla="*/ 3301 h 410357"/>
                <a:gd name="GluePoint8X" fmla="*/ 3523 w 10633"/>
                <a:gd name="GluePoint8Y" fmla="*/ 1143 h 410357"/>
                <a:gd name="GluePoint9X" fmla="*/ 3523 w 10633"/>
                <a:gd name="GluePoint9Y" fmla="*/ 1143 h 4103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09" name="Freeform: Shape 321"/>
            <p:cNvSpPr/>
            <p:nvPr/>
          </p:nvSpPr>
          <p:spPr>
            <a:xfrm>
              <a:off x="12076200" y="88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4"/>
                <a:gd name="GluePoint2X" fmla="*/ 0 w 634"/>
                <a:gd name="GluePoint2Y" fmla="*/ 0 h 634"/>
                <a:gd name="GluePoint3X" fmla="*/ 0 w 634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0" name="Freeform: Shape 322"/>
            <p:cNvSpPr/>
            <p:nvPr/>
          </p:nvSpPr>
          <p:spPr>
            <a:xfrm>
              <a:off x="12076920" y="-10080"/>
              <a:ext cx="114120" cy="939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93960"/>
                <a:gd name="textAreaBottom" fmla="*/ 94320 h 93960"/>
                <a:gd name="GluePoint1X" fmla="*/ 0 w 114652"/>
                <a:gd name="GluePoint1Y" fmla="*/ 92813 h 94336"/>
                <a:gd name="GluePoint2X" fmla="*/ 0 w 114652"/>
                <a:gd name="GluePoint2Y" fmla="*/ 92813 h 94336"/>
                <a:gd name="GluePoint3X" fmla="*/ 5460 w 114652"/>
                <a:gd name="GluePoint3Y" fmla="*/ 91670 h 94336"/>
                <a:gd name="GluePoint4X" fmla="*/ 14347 w 114652"/>
                <a:gd name="GluePoint4Y" fmla="*/ 94336 h 94336"/>
                <a:gd name="GluePoint5X" fmla="*/ 114653 w 114652"/>
                <a:gd name="GluePoint5Y" fmla="*/ 12697 h 94336"/>
                <a:gd name="GluePoint6X" fmla="*/ 114653 w 114652"/>
                <a:gd name="GluePoint6Y" fmla="*/ 0 h 94336"/>
                <a:gd name="GluePoint7X" fmla="*/ 2540 w 114652"/>
                <a:gd name="GluePoint7Y" fmla="*/ 91162 h 94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1" name="Freeform: Shape 324"/>
            <p:cNvSpPr/>
            <p:nvPr/>
          </p:nvSpPr>
          <p:spPr>
            <a:xfrm>
              <a:off x="10472400" y="-4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2" name="Freeform: Shape 325"/>
            <p:cNvSpPr/>
            <p:nvPr/>
          </p:nvSpPr>
          <p:spPr>
            <a:xfrm>
              <a:off x="10474560" y="-7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0 w 56"/>
                <a:gd name="GluePoint1Y" fmla="*/ 762 h 888"/>
                <a:gd name="GluePoint2X" fmla="*/ 10 w 56"/>
                <a:gd name="GluePoint2Y" fmla="*/ 0 h 888"/>
                <a:gd name="GluePoint3X" fmla="*/ 10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3" name="Freeform: Shape 338"/>
            <p:cNvSpPr/>
            <p:nvPr/>
          </p:nvSpPr>
          <p:spPr>
            <a:xfrm>
              <a:off x="7815600" y="1046880"/>
              <a:ext cx="38520" cy="36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36720"/>
                <a:gd name="textAreaBottom" fmla="*/ 37080 h 36720"/>
                <a:gd name="GluePoint1X" fmla="*/ 28187 w 38979"/>
                <a:gd name="GluePoint1Y" fmla="*/ 2158 h 36947"/>
                <a:gd name="GluePoint2X" fmla="*/ 28187 w 38979"/>
                <a:gd name="GluePoint2Y" fmla="*/ 0 h 36947"/>
                <a:gd name="GluePoint3X" fmla="*/ 0 w 38979"/>
                <a:gd name="GluePoint3Y" fmla="*/ 23108 h 36947"/>
                <a:gd name="GluePoint4X" fmla="*/ 0 w 38979"/>
                <a:gd name="GluePoint4Y" fmla="*/ 34154 h 36947"/>
                <a:gd name="GluePoint5X" fmla="*/ 0 w 38979"/>
                <a:gd name="GluePoint5Y" fmla="*/ 34154 h 36947"/>
                <a:gd name="GluePoint6X" fmla="*/ 0 w 38979"/>
                <a:gd name="GluePoint6Y" fmla="*/ 35297 h 36947"/>
                <a:gd name="GluePoint7X" fmla="*/ 0 w 38979"/>
                <a:gd name="GluePoint7Y" fmla="*/ 36059 h 36947"/>
                <a:gd name="GluePoint8X" fmla="*/ 0 w 38979"/>
                <a:gd name="GluePoint8Y" fmla="*/ 36059 h 36947"/>
                <a:gd name="GluePoint9X" fmla="*/ 0 w 38979"/>
                <a:gd name="GluePoint9Y" fmla="*/ 36947 h 36947"/>
                <a:gd name="GluePoint10X" fmla="*/ 0 w 38979"/>
                <a:gd name="GluePoint10Y" fmla="*/ 36947 h 36947"/>
                <a:gd name="GluePoint11X" fmla="*/ 38979 w 38979"/>
                <a:gd name="GluePoint11Y" fmla="*/ 4952 h 36947"/>
                <a:gd name="GluePoint12X" fmla="*/ 38979 w 38979"/>
                <a:gd name="GluePoint12Y" fmla="*/ 4952 h 36947"/>
                <a:gd name="GluePoint13X" fmla="*/ 35170 w 38979"/>
                <a:gd name="GluePoint13Y" fmla="*/ 6348 h 36947"/>
                <a:gd name="GluePoint14X" fmla="*/ 28466 w 38979"/>
                <a:gd name="GluePoint14Y" fmla="*/ 3301 h 36947"/>
                <a:gd name="GluePoint15X" fmla="*/ 28187 w 38979"/>
                <a:gd name="GluePoint15Y" fmla="*/ 2158 h 369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7920" bIns="-7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4" name="Freeform: Shape 339"/>
            <p:cNvSpPr/>
            <p:nvPr/>
          </p:nvSpPr>
          <p:spPr>
            <a:xfrm>
              <a:off x="7804800" y="876240"/>
              <a:ext cx="10440" cy="2044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4480"/>
                <a:gd name="textAreaBottom" fmla="*/ 204840 h 204480"/>
                <a:gd name="GluePoint1X" fmla="*/ 10792 w 10792"/>
                <a:gd name="GluePoint1Y" fmla="*/ 193879 h 204670"/>
                <a:gd name="GluePoint2X" fmla="*/ 10792 w 10792"/>
                <a:gd name="GluePoint2Y" fmla="*/ 0 h 204670"/>
                <a:gd name="GluePoint3X" fmla="*/ 9014 w 10792"/>
                <a:gd name="GluePoint3Y" fmla="*/ 1524 h 204670"/>
                <a:gd name="GluePoint4X" fmla="*/ 9014 w 10792"/>
                <a:gd name="GluePoint4Y" fmla="*/ 1524 h 204670"/>
                <a:gd name="GluePoint5X" fmla="*/ 0 w 10792"/>
                <a:gd name="GluePoint5Y" fmla="*/ 8761 h 204670"/>
                <a:gd name="GluePoint6X" fmla="*/ 0 w 10792"/>
                <a:gd name="GluePoint6Y" fmla="*/ 202766 h 204670"/>
                <a:gd name="GluePoint7X" fmla="*/ 1778 w 10792"/>
                <a:gd name="GluePoint7Y" fmla="*/ 201243 h 204670"/>
                <a:gd name="GluePoint8X" fmla="*/ 9396 w 10792"/>
                <a:gd name="GluePoint8Y" fmla="*/ 201243 h 204670"/>
                <a:gd name="GluePoint9X" fmla="*/ 10792 w 10792"/>
                <a:gd name="GluePoint9Y" fmla="*/ 204671 h 204670"/>
                <a:gd name="GluePoint10X" fmla="*/ 10792 w 10792"/>
                <a:gd name="GluePoint10Y" fmla="*/ 204671 h 2046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5" name="Freeform: Shape 340"/>
            <p:cNvSpPr/>
            <p:nvPr/>
          </p:nvSpPr>
          <p:spPr>
            <a:xfrm>
              <a:off x="726336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6" name="Freeform: Shape 341"/>
            <p:cNvSpPr/>
            <p:nvPr/>
          </p:nvSpPr>
          <p:spPr>
            <a:xfrm>
              <a:off x="7266240" y="7048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7" name="Freeform: Shape 342"/>
            <p:cNvSpPr/>
            <p:nvPr/>
          </p:nvSpPr>
          <p:spPr>
            <a:xfrm>
              <a:off x="726444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8" name="Freeform: Shape 343"/>
            <p:cNvSpPr/>
            <p:nvPr/>
          </p:nvSpPr>
          <p:spPr>
            <a:xfrm>
              <a:off x="7268400" y="715320"/>
              <a:ext cx="540360" cy="160560"/>
            </a:xfrm>
            <a:custGeom>
              <a:avLst/>
              <a:gdLst>
                <a:gd name="textAreaLeft" fmla="*/ 0 w 540360"/>
                <a:gd name="textAreaRight" fmla="*/ 540720 w 540360"/>
                <a:gd name="textAreaTop" fmla="*/ 0 h 160560"/>
                <a:gd name="textAreaBottom" fmla="*/ 160920 h 160560"/>
                <a:gd name="GluePoint1X" fmla="*/ 538219 w 540631"/>
                <a:gd name="GluePoint1Y" fmla="*/ 155154 h 160740"/>
                <a:gd name="GluePoint2X" fmla="*/ 538219 w 540631"/>
                <a:gd name="GluePoint2Y" fmla="*/ 155154 h 160740"/>
                <a:gd name="GluePoint3X" fmla="*/ 540631 w 540631"/>
                <a:gd name="GluePoint3Y" fmla="*/ 153249 h 160740"/>
                <a:gd name="GluePoint4X" fmla="*/ 135729 w 540631"/>
                <a:gd name="GluePoint4Y" fmla="*/ 30853 h 160740"/>
                <a:gd name="GluePoint5X" fmla="*/ 254 w 540631"/>
                <a:gd name="GluePoint5Y" fmla="*/ 0 h 160740"/>
                <a:gd name="GluePoint6X" fmla="*/ 0 w 540631"/>
                <a:gd name="GluePoint6Y" fmla="*/ 254 h 160740"/>
                <a:gd name="GluePoint7X" fmla="*/ 531362 w 540631"/>
                <a:gd name="GluePoint7Y" fmla="*/ 160740 h 160740"/>
                <a:gd name="GluePoint8X" fmla="*/ 538219 w 540631"/>
                <a:gd name="GluePoint8Y" fmla="*/ 155154 h 16074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19" name="Freeform: Shape 344"/>
            <p:cNvSpPr/>
            <p:nvPr/>
          </p:nvSpPr>
          <p:spPr>
            <a:xfrm>
              <a:off x="7854120" y="840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0" name="Freeform: Shape 345"/>
            <p:cNvSpPr/>
            <p:nvPr/>
          </p:nvSpPr>
          <p:spPr>
            <a:xfrm>
              <a:off x="7854480" y="8413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1"/>
                <a:gd name="GluePoint2X" fmla="*/ 0 w 47"/>
                <a:gd name="GluePoint2Y" fmla="*/ 0 h 761"/>
                <a:gd name="GluePoint3X" fmla="*/ 0 w 47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1" name="Freeform: Shape 346"/>
            <p:cNvSpPr/>
            <p:nvPr/>
          </p:nvSpPr>
          <p:spPr>
            <a:xfrm>
              <a:off x="7851600" y="838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2" name="Freeform: Shape 347"/>
            <p:cNvSpPr/>
            <p:nvPr/>
          </p:nvSpPr>
          <p:spPr>
            <a:xfrm>
              <a:off x="7263360" y="7056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48 h 47"/>
                <a:gd name="GluePoint2X" fmla="*/ 889 w 888"/>
                <a:gd name="GluePoint2Y" fmla="*/ 48 h 47"/>
                <a:gd name="GluePoint3X" fmla="*/ 0 w 888"/>
                <a:gd name="GluePoint3Y" fmla="*/ 48 h 47"/>
                <a:gd name="GluePoint4X" fmla="*/ 0 w 888"/>
                <a:gd name="GluePoint4Y" fmla="*/ 48 h 47"/>
                <a:gd name="GluePoint5X" fmla="*/ 889 w 888"/>
                <a:gd name="GluePoint5Y" fmla="*/ 48 h 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3" name="Freeform: Shape 348"/>
            <p:cNvSpPr/>
            <p:nvPr/>
          </p:nvSpPr>
          <p:spPr>
            <a:xfrm>
              <a:off x="7265160" y="7056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4" name="Freeform: Shape 349"/>
            <p:cNvSpPr/>
            <p:nvPr/>
          </p:nvSpPr>
          <p:spPr>
            <a:xfrm>
              <a:off x="7267680" y="705600"/>
              <a:ext cx="582840" cy="139320"/>
            </a:xfrm>
            <a:custGeom>
              <a:avLst/>
              <a:gdLst>
                <a:gd name="textAreaLeft" fmla="*/ 0 w 582840"/>
                <a:gd name="textAreaRight" fmla="*/ 583200 w 582840"/>
                <a:gd name="textAreaTop" fmla="*/ 0 h 139320"/>
                <a:gd name="textAreaBottom" fmla="*/ 139680 h 139320"/>
                <a:gd name="GluePoint1X" fmla="*/ 3301 w 583037"/>
                <a:gd name="GluePoint1Y" fmla="*/ 7364 h 139663"/>
                <a:gd name="GluePoint2X" fmla="*/ 1143 w 583037"/>
                <a:gd name="GluePoint2Y" fmla="*/ 9649 h 139663"/>
                <a:gd name="GluePoint3X" fmla="*/ 136618 w 583037"/>
                <a:gd name="GluePoint3Y" fmla="*/ 40503 h 139663"/>
                <a:gd name="GluePoint4X" fmla="*/ 570468 w 583037"/>
                <a:gd name="GluePoint4Y" fmla="*/ 139664 h 139663"/>
                <a:gd name="GluePoint5X" fmla="*/ 578086 w 583037"/>
                <a:gd name="GluePoint5Y" fmla="*/ 133442 h 139663"/>
                <a:gd name="GluePoint6X" fmla="*/ 578849 w 583037"/>
                <a:gd name="GluePoint6Y" fmla="*/ 133442 h 139663"/>
                <a:gd name="GluePoint7X" fmla="*/ 579737 w 583037"/>
                <a:gd name="GluePoint7Y" fmla="*/ 133442 h 139663"/>
                <a:gd name="GluePoint8X" fmla="*/ 580880 w 583037"/>
                <a:gd name="GluePoint8Y" fmla="*/ 133442 h 139663"/>
                <a:gd name="GluePoint9X" fmla="*/ 581769 w 583037"/>
                <a:gd name="GluePoint9Y" fmla="*/ 133442 h 139663"/>
                <a:gd name="GluePoint10X" fmla="*/ 583038 w 583037"/>
                <a:gd name="GluePoint10Y" fmla="*/ 133442 h 139663"/>
                <a:gd name="GluePoint11X" fmla="*/ 583038 w 583037"/>
                <a:gd name="GluePoint11Y" fmla="*/ 133442 h 139663"/>
                <a:gd name="GluePoint12X" fmla="*/ 583038 w 583037"/>
                <a:gd name="GluePoint12Y" fmla="*/ 133442 h 139663"/>
                <a:gd name="GluePoint13X" fmla="*/ 762 w 583037"/>
                <a:gd name="GluePoint13Y" fmla="*/ 0 h 139663"/>
                <a:gd name="GluePoint14X" fmla="*/ 0 w 583037"/>
                <a:gd name="GluePoint14Y" fmla="*/ 0 h 139663"/>
                <a:gd name="GluePoint15X" fmla="*/ 3047 w 583037"/>
                <a:gd name="GluePoint15Y" fmla="*/ 1143 h 139663"/>
                <a:gd name="GluePoint16X" fmla="*/ 3301 w 583037"/>
                <a:gd name="GluePoint16Y" fmla="*/ 7364 h 13966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5" name="Freeform: Shape 350"/>
            <p:cNvSpPr/>
            <p:nvPr/>
          </p:nvSpPr>
          <p:spPr>
            <a:xfrm>
              <a:off x="784908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6" name="Freeform: Shape 351"/>
            <p:cNvSpPr/>
            <p:nvPr/>
          </p:nvSpPr>
          <p:spPr>
            <a:xfrm>
              <a:off x="7850520" y="8380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7" name="Freeform: Shape 352"/>
            <p:cNvSpPr/>
            <p:nvPr/>
          </p:nvSpPr>
          <p:spPr>
            <a:xfrm>
              <a:off x="7843320" y="841680"/>
              <a:ext cx="9720" cy="2120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212040"/>
                <a:gd name="textAreaBottom" fmla="*/ 212400 h 212040"/>
                <a:gd name="GluePoint1X" fmla="*/ 9015 w 10030"/>
                <a:gd name="GluePoint1Y" fmla="*/ 4444 h 212417"/>
                <a:gd name="GluePoint2X" fmla="*/ 0 w 10030"/>
                <a:gd name="GluePoint2Y" fmla="*/ 11681 h 212417"/>
                <a:gd name="GluePoint3X" fmla="*/ 0 w 10030"/>
                <a:gd name="GluePoint3Y" fmla="*/ 207464 h 212417"/>
                <a:gd name="GluePoint4X" fmla="*/ 5333 w 10030"/>
                <a:gd name="GluePoint4Y" fmla="*/ 212416 h 212417"/>
                <a:gd name="GluePoint5X" fmla="*/ 9142 w 10030"/>
                <a:gd name="GluePoint5Y" fmla="*/ 211019 h 212417"/>
                <a:gd name="GluePoint6X" fmla="*/ 9777 w 10030"/>
                <a:gd name="GluePoint6Y" fmla="*/ 210131 h 212417"/>
                <a:gd name="GluePoint7X" fmla="*/ 9777 w 10030"/>
                <a:gd name="GluePoint7Y" fmla="*/ 209496 h 212417"/>
                <a:gd name="GluePoint8X" fmla="*/ 9777 w 10030"/>
                <a:gd name="GluePoint8Y" fmla="*/ 208734 h 212417"/>
                <a:gd name="GluePoint9X" fmla="*/ 9777 w 10030"/>
                <a:gd name="GluePoint9Y" fmla="*/ 207591 h 212417"/>
                <a:gd name="GluePoint10X" fmla="*/ 9777 w 10030"/>
                <a:gd name="GluePoint10Y" fmla="*/ 207591 h 212417"/>
                <a:gd name="GluePoint11X" fmla="*/ 9777 w 10030"/>
                <a:gd name="GluePoint11Y" fmla="*/ 0 h 212417"/>
                <a:gd name="GluePoint12X" fmla="*/ 9015 w 10030"/>
                <a:gd name="GluePoint12Y" fmla="*/ 4444 h 2124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8" name="Freeform: Shape 353"/>
            <p:cNvSpPr/>
            <p:nvPr/>
          </p:nvSpPr>
          <p:spPr>
            <a:xfrm>
              <a:off x="7854120" y="840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29" name="Freeform: Shape 354"/>
            <p:cNvSpPr/>
            <p:nvPr/>
          </p:nvSpPr>
          <p:spPr>
            <a:xfrm>
              <a:off x="7853040" y="839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0" name="Freeform: Shape 355"/>
            <p:cNvSpPr/>
            <p:nvPr/>
          </p:nvSpPr>
          <p:spPr>
            <a:xfrm>
              <a:off x="7806600" y="837360"/>
              <a:ext cx="47880" cy="3816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38160"/>
                <a:gd name="textAreaBottom" fmla="*/ 38520 h 38160"/>
                <a:gd name="GluePoint1X" fmla="*/ 42661 w 48317"/>
                <a:gd name="GluePoint1Y" fmla="*/ 0 h 38597"/>
                <a:gd name="GluePoint2X" fmla="*/ 41772 w 48317"/>
                <a:gd name="GluePoint2Y" fmla="*/ 0 h 38597"/>
                <a:gd name="GluePoint3X" fmla="*/ 40629 w 48317"/>
                <a:gd name="GluePoint3Y" fmla="*/ 0 h 38597"/>
                <a:gd name="GluePoint4X" fmla="*/ 39741 w 48317"/>
                <a:gd name="GluePoint4Y" fmla="*/ 0 h 38597"/>
                <a:gd name="GluePoint5X" fmla="*/ 38979 w 48317"/>
                <a:gd name="GluePoint5Y" fmla="*/ 0 h 38597"/>
                <a:gd name="GluePoint6X" fmla="*/ 31361 w 48317"/>
                <a:gd name="GluePoint6Y" fmla="*/ 6221 h 38597"/>
                <a:gd name="GluePoint7X" fmla="*/ 2285 w 48317"/>
                <a:gd name="GluePoint7Y" fmla="*/ 29710 h 38597"/>
                <a:gd name="GluePoint8X" fmla="*/ 0 w 48317"/>
                <a:gd name="GluePoint8Y" fmla="*/ 31615 h 38597"/>
                <a:gd name="GluePoint9X" fmla="*/ 0 w 48317"/>
                <a:gd name="GluePoint9Y" fmla="*/ 31615 h 38597"/>
                <a:gd name="GluePoint10X" fmla="*/ 7618 w 48317"/>
                <a:gd name="GluePoint10Y" fmla="*/ 31615 h 38597"/>
                <a:gd name="GluePoint11X" fmla="*/ 7960 w 48317"/>
                <a:gd name="GluePoint11Y" fmla="*/ 38255 h 38597"/>
                <a:gd name="GluePoint12X" fmla="*/ 7618 w 48317"/>
                <a:gd name="GluePoint12Y" fmla="*/ 38598 h 38597"/>
                <a:gd name="GluePoint13X" fmla="*/ 7618 w 48317"/>
                <a:gd name="GluePoint13Y" fmla="*/ 38598 h 38597"/>
                <a:gd name="GluePoint14X" fmla="*/ 9396 w 48317"/>
                <a:gd name="GluePoint14Y" fmla="*/ 37074 h 38597"/>
                <a:gd name="GluePoint15X" fmla="*/ 37582 w 48317"/>
                <a:gd name="GluePoint15Y" fmla="*/ 14220 h 38597"/>
                <a:gd name="GluePoint16X" fmla="*/ 46597 w 48317"/>
                <a:gd name="GluePoint16Y" fmla="*/ 6983 h 38597"/>
                <a:gd name="GluePoint17X" fmla="*/ 48248 w 48317"/>
                <a:gd name="GluePoint17Y" fmla="*/ 2539 h 38597"/>
                <a:gd name="GluePoint18X" fmla="*/ 48248 w 48317"/>
                <a:gd name="GluePoint18Y" fmla="*/ 2539 h 38597"/>
                <a:gd name="GluePoint19X" fmla="*/ 48248 w 48317"/>
                <a:gd name="GluePoint19Y" fmla="*/ 1904 h 38597"/>
                <a:gd name="GluePoint20X" fmla="*/ 48248 w 48317"/>
                <a:gd name="GluePoint20Y" fmla="*/ 1016 h 38597"/>
                <a:gd name="GluePoint21X" fmla="*/ 48248 w 48317"/>
                <a:gd name="GluePoint21Y" fmla="*/ 1016 h 38597"/>
                <a:gd name="GluePoint22X" fmla="*/ 48248 w 48317"/>
                <a:gd name="GluePoint22Y" fmla="*/ 1016 h 38597"/>
                <a:gd name="GluePoint23X" fmla="*/ 48248 w 48317"/>
                <a:gd name="GluePoint23Y" fmla="*/ 1016 h 38597"/>
                <a:gd name="GluePoint24X" fmla="*/ 47232 w 48317"/>
                <a:gd name="GluePoint24Y" fmla="*/ 1016 h 38597"/>
                <a:gd name="GluePoint25X" fmla="*/ 47232 w 48317"/>
                <a:gd name="GluePoint25Y" fmla="*/ 1016 h 38597"/>
                <a:gd name="GluePoint26X" fmla="*/ 47232 w 48317"/>
                <a:gd name="GluePoint26Y" fmla="*/ 1016 h 38597"/>
                <a:gd name="GluePoint27X" fmla="*/ 46343 w 48317"/>
                <a:gd name="GluePoint27Y" fmla="*/ 1016 h 38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480" bIns="-64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1" name="Freeform: Shape 391"/>
            <p:cNvSpPr/>
            <p:nvPr/>
          </p:nvSpPr>
          <p:spPr>
            <a:xfrm>
              <a:off x="9147600" y="1283400"/>
              <a:ext cx="1253880" cy="375840"/>
            </a:xfrm>
            <a:custGeom>
              <a:avLst/>
              <a:gdLst>
                <a:gd name="textAreaLeft" fmla="*/ 0 w 1253880"/>
                <a:gd name="textAreaRight" fmla="*/ 1254240 w 1253880"/>
                <a:gd name="textAreaTop" fmla="*/ 0 h 375840"/>
                <a:gd name="textAreaBottom" fmla="*/ 376200 h 375840"/>
                <a:gd name="GluePoint1X" fmla="*/ 1254319 w 1254319"/>
                <a:gd name="GluePoint1Y" fmla="*/ 368585 h 376203"/>
                <a:gd name="GluePoint2X" fmla="*/ 94083 w 1254319"/>
                <a:gd name="GluePoint2Y" fmla="*/ 18791 h 376203"/>
                <a:gd name="GluePoint3X" fmla="*/ 0 w 1254319"/>
                <a:gd name="GluePoint3Y" fmla="*/ 0 h 376203"/>
                <a:gd name="GluePoint4X" fmla="*/ 0 w 1254319"/>
                <a:gd name="GluePoint4Y" fmla="*/ 0 h 376203"/>
                <a:gd name="GluePoint5X" fmla="*/ 1245812 w 1254319"/>
                <a:gd name="GluePoint5Y" fmla="*/ 376203 h 376203"/>
                <a:gd name="GluePoint6X" fmla="*/ 1252796 w 1254319"/>
                <a:gd name="GluePoint6Y" fmla="*/ 370617 h 3762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2" name="Freeform: Shape 392"/>
            <p:cNvSpPr/>
            <p:nvPr/>
          </p:nvSpPr>
          <p:spPr>
            <a:xfrm>
              <a:off x="10398960" y="1549440"/>
              <a:ext cx="141120" cy="10692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106920"/>
                <a:gd name="textAreaBottom" fmla="*/ 107280 h 106920"/>
                <a:gd name="GluePoint1X" fmla="*/ 139665 w 141315"/>
                <a:gd name="GluePoint1Y" fmla="*/ 2032 h 107287"/>
                <a:gd name="GluePoint2X" fmla="*/ 129254 w 141315"/>
                <a:gd name="GluePoint2Y" fmla="*/ 0 h 107287"/>
                <a:gd name="GluePoint3X" fmla="*/ 2285 w 141315"/>
                <a:gd name="GluePoint3Y" fmla="*/ 102716 h 107287"/>
                <a:gd name="GluePoint4X" fmla="*/ 0 w 141315"/>
                <a:gd name="GluePoint4Y" fmla="*/ 104621 h 107287"/>
                <a:gd name="GluePoint5X" fmla="*/ 0 w 141315"/>
                <a:gd name="GluePoint5Y" fmla="*/ 104621 h 107287"/>
                <a:gd name="GluePoint6X" fmla="*/ 1016 w 141315"/>
                <a:gd name="GluePoint6Y" fmla="*/ 104621 h 107287"/>
                <a:gd name="GluePoint7X" fmla="*/ 1905 w 141315"/>
                <a:gd name="GluePoint7Y" fmla="*/ 104621 h 107287"/>
                <a:gd name="GluePoint8X" fmla="*/ 5587 w 141315"/>
                <a:gd name="GluePoint8Y" fmla="*/ 104621 h 107287"/>
                <a:gd name="GluePoint9X" fmla="*/ 14347 w 141315"/>
                <a:gd name="GluePoint9Y" fmla="*/ 107287 h 107287"/>
                <a:gd name="GluePoint10X" fmla="*/ 141316 w 141315"/>
                <a:gd name="GluePoint10Y" fmla="*/ 3555 h 107287"/>
                <a:gd name="GluePoint11X" fmla="*/ 138776 w 141315"/>
                <a:gd name="GluePoint11Y" fmla="*/ 3555 h 1072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3" name="Freeform: Shape 432"/>
            <p:cNvSpPr/>
            <p:nvPr/>
          </p:nvSpPr>
          <p:spPr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  <a:gd name="GluePoint5X" fmla="*/ 0 w 12696"/>
                <a:gd name="GluePoint5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4" name="Freeform: Shape 433"/>
            <p:cNvSpPr/>
            <p:nvPr/>
          </p:nvSpPr>
          <p:spPr>
            <a:xfrm>
              <a:off x="6538320" y="1559520"/>
              <a:ext cx="55440" cy="9504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95040"/>
                <a:gd name="textAreaBottom" fmla="*/ 95400 h 95040"/>
                <a:gd name="GluePoint1X" fmla="*/ 51295 w 55866"/>
                <a:gd name="GluePoint1Y" fmla="*/ 6221 h 95352"/>
                <a:gd name="GluePoint2X" fmla="*/ 45835 w 55866"/>
                <a:gd name="GluePoint2Y" fmla="*/ 1283 h 95352"/>
                <a:gd name="GluePoint3X" fmla="*/ 45835 w 55866"/>
                <a:gd name="GluePoint3Y" fmla="*/ 1270 h 95352"/>
                <a:gd name="GluePoint4X" fmla="*/ 45835 w 55866"/>
                <a:gd name="GluePoint4Y" fmla="*/ 0 h 95352"/>
                <a:gd name="GluePoint5X" fmla="*/ 762 w 55866"/>
                <a:gd name="GluePoint5Y" fmla="*/ 74149 h 95352"/>
                <a:gd name="GluePoint6X" fmla="*/ 762 w 55866"/>
                <a:gd name="GluePoint6Y" fmla="*/ 93194 h 95352"/>
                <a:gd name="GluePoint7X" fmla="*/ 762 w 55866"/>
                <a:gd name="GluePoint7Y" fmla="*/ 93194 h 95352"/>
                <a:gd name="GluePoint8X" fmla="*/ 762 w 55866"/>
                <a:gd name="GluePoint8Y" fmla="*/ 93829 h 95352"/>
                <a:gd name="GluePoint9X" fmla="*/ 0 w 55866"/>
                <a:gd name="GluePoint9Y" fmla="*/ 95352 h 95352"/>
                <a:gd name="GluePoint10X" fmla="*/ 0 w 55866"/>
                <a:gd name="GluePoint10Y" fmla="*/ 95352 h 95352"/>
                <a:gd name="GluePoint11X" fmla="*/ 55866 w 55866"/>
                <a:gd name="GluePoint11Y" fmla="*/ 3428 h 95352"/>
                <a:gd name="GluePoint12X" fmla="*/ 55866 w 55866"/>
                <a:gd name="GluePoint12Y" fmla="*/ 3428 h 95352"/>
                <a:gd name="GluePoint13X" fmla="*/ 51295 w 55866"/>
                <a:gd name="GluePoint13Y" fmla="*/ 6221 h 9535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5" name="Freeform: Shape 434"/>
            <p:cNvSpPr/>
            <p:nvPr/>
          </p:nvSpPr>
          <p:spPr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6" name="Freeform: Shape 435"/>
            <p:cNvSpPr/>
            <p:nvPr/>
          </p:nvSpPr>
          <p:spPr>
            <a:xfrm>
              <a:off x="5723640" y="1513440"/>
              <a:ext cx="809280" cy="144000"/>
            </a:xfrm>
            <a:custGeom>
              <a:avLst/>
              <a:gdLst>
                <a:gd name="textAreaLeft" fmla="*/ 0 w 809280"/>
                <a:gd name="textAreaRight" fmla="*/ 809640 w 809280"/>
                <a:gd name="textAreaTop" fmla="*/ 0 h 144000"/>
                <a:gd name="textAreaBottom" fmla="*/ 144360 h 144000"/>
                <a:gd name="GluePoint1X" fmla="*/ 804471 w 809803"/>
                <a:gd name="GluePoint1Y" fmla="*/ 139283 h 144494"/>
                <a:gd name="GluePoint2X" fmla="*/ 804471 w 809803"/>
                <a:gd name="GluePoint2Y" fmla="*/ 133442 h 144494"/>
                <a:gd name="GluePoint3X" fmla="*/ 6856 w 809803"/>
                <a:gd name="GluePoint3Y" fmla="*/ 0 h 144494"/>
                <a:gd name="GluePoint4X" fmla="*/ 6856 w 809803"/>
                <a:gd name="GluePoint4Y" fmla="*/ 4063 h 144494"/>
                <a:gd name="GluePoint5X" fmla="*/ 1663 w 809803"/>
                <a:gd name="GluePoint5Y" fmla="*/ 9015 h 144494"/>
                <a:gd name="GluePoint6X" fmla="*/ 1524 w 809803"/>
                <a:gd name="GluePoint6Y" fmla="*/ 9015 h 144494"/>
                <a:gd name="GluePoint7X" fmla="*/ 0 w 809803"/>
                <a:gd name="GluePoint7Y" fmla="*/ 9015 h 144494"/>
                <a:gd name="GluePoint8X" fmla="*/ 0 w 809803"/>
                <a:gd name="GluePoint8Y" fmla="*/ 9015 h 144494"/>
                <a:gd name="GluePoint9X" fmla="*/ 808915 w 809803"/>
                <a:gd name="GluePoint9Y" fmla="*/ 144489 h 144494"/>
                <a:gd name="GluePoint10X" fmla="*/ 809804 w 809803"/>
                <a:gd name="GluePoint10Y" fmla="*/ 144489 h 144494"/>
                <a:gd name="GluePoint11X" fmla="*/ 804471 w 809803"/>
                <a:gd name="GluePoint11Y" fmla="*/ 139677 h 144494"/>
                <a:gd name="GluePoint12X" fmla="*/ 804471 w 809803"/>
                <a:gd name="GluePoint12Y" fmla="*/ 139283 h 14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7" name="Freeform: Shape 436"/>
            <p:cNvSpPr/>
            <p:nvPr/>
          </p:nvSpPr>
          <p:spPr>
            <a:xfrm>
              <a:off x="6539040" y="1653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8" name="Freeform: Shape 437"/>
            <p:cNvSpPr/>
            <p:nvPr/>
          </p:nvSpPr>
          <p:spPr>
            <a:xfrm>
              <a:off x="5720400" y="1411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7 w 56"/>
                <a:gd name="GluePoint1Y" fmla="*/ 0 h 888"/>
                <a:gd name="GluePoint2X" fmla="*/ 57 w 56"/>
                <a:gd name="GluePoint2Y" fmla="*/ 889 h 888"/>
                <a:gd name="GluePoint3X" fmla="*/ 57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39" name="Freeform: Shape 438"/>
            <p:cNvSpPr/>
            <p:nvPr/>
          </p:nvSpPr>
          <p:spPr>
            <a:xfrm>
              <a:off x="5720760" y="1414440"/>
              <a:ext cx="9720" cy="10692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06920"/>
                <a:gd name="textAreaBottom" fmla="*/ 107280 h 106920"/>
                <a:gd name="GluePoint1X" fmla="*/ 9942 w 9941"/>
                <a:gd name="GluePoint1Y" fmla="*/ 103097 h 107336"/>
                <a:gd name="GluePoint2X" fmla="*/ 9942 w 9941"/>
                <a:gd name="GluePoint2Y" fmla="*/ 5459 h 107336"/>
                <a:gd name="GluePoint3X" fmla="*/ 3594 w 9941"/>
                <a:gd name="GluePoint3Y" fmla="*/ 4444 h 107336"/>
                <a:gd name="GluePoint4X" fmla="*/ 1816 w 9941"/>
                <a:gd name="GluePoint4Y" fmla="*/ 3809 h 107336"/>
                <a:gd name="GluePoint5X" fmla="*/ 1816 w 9941"/>
                <a:gd name="GluePoint5Y" fmla="*/ 3809 h 107336"/>
                <a:gd name="GluePoint6X" fmla="*/ 800 w 9941"/>
                <a:gd name="GluePoint6Y" fmla="*/ 2920 h 107336"/>
                <a:gd name="GluePoint7X" fmla="*/ 800 w 9941"/>
                <a:gd name="GluePoint7Y" fmla="*/ 2920 h 107336"/>
                <a:gd name="GluePoint8X" fmla="*/ 800 w 9941"/>
                <a:gd name="GluePoint8Y" fmla="*/ 2920 h 107336"/>
                <a:gd name="GluePoint9X" fmla="*/ 38 w 9941"/>
                <a:gd name="GluePoint9Y" fmla="*/ 1396 h 107336"/>
                <a:gd name="GluePoint10X" fmla="*/ 38 w 9941"/>
                <a:gd name="GluePoint10Y" fmla="*/ 0 h 107336"/>
                <a:gd name="GluePoint11X" fmla="*/ 38 w 9941"/>
                <a:gd name="GluePoint11Y" fmla="*/ 0 h 107336"/>
                <a:gd name="GluePoint12X" fmla="*/ 38 w 9941"/>
                <a:gd name="GluePoint12Y" fmla="*/ 103478 h 107336"/>
                <a:gd name="GluePoint13X" fmla="*/ 38 w 9941"/>
                <a:gd name="GluePoint13Y" fmla="*/ 104113 h 107336"/>
                <a:gd name="GluePoint14X" fmla="*/ 38 w 9941"/>
                <a:gd name="GluePoint14Y" fmla="*/ 105002 h 107336"/>
                <a:gd name="GluePoint15X" fmla="*/ 38 w 9941"/>
                <a:gd name="GluePoint15Y" fmla="*/ 105890 h 107336"/>
                <a:gd name="GluePoint16X" fmla="*/ 38 w 9941"/>
                <a:gd name="GluePoint16Y" fmla="*/ 106652 h 107336"/>
                <a:gd name="GluePoint17X" fmla="*/ 800 w 9941"/>
                <a:gd name="GluePoint17Y" fmla="*/ 107287 h 107336"/>
                <a:gd name="GluePoint18X" fmla="*/ 1689 w 9941"/>
                <a:gd name="GluePoint18Y" fmla="*/ 107287 h 107336"/>
                <a:gd name="GluePoint19X" fmla="*/ 2705 w 9941"/>
                <a:gd name="GluePoint19Y" fmla="*/ 107287 h 107336"/>
                <a:gd name="GluePoint20X" fmla="*/ 4228 w 9941"/>
                <a:gd name="GluePoint20Y" fmla="*/ 107287 h 107336"/>
                <a:gd name="GluePoint21X" fmla="*/ 9942 w 9941"/>
                <a:gd name="GluePoint21Y" fmla="*/ 103097 h 107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0" name="Freeform: Shape 439"/>
            <p:cNvSpPr/>
            <p:nvPr/>
          </p:nvSpPr>
          <p:spPr>
            <a:xfrm>
              <a:off x="5719680" y="1413000"/>
              <a:ext cx="360" cy="14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440"/>
                <a:gd name="textAreaBottom" fmla="*/ 1800 h 1440"/>
                <a:gd name="GluePoint1X" fmla="*/ 95 w 95"/>
                <a:gd name="GluePoint1Y" fmla="*/ 0 h 1650"/>
                <a:gd name="GluePoint2X" fmla="*/ 95 w 95"/>
                <a:gd name="GluePoint2Y" fmla="*/ 1651 h 1650"/>
                <a:gd name="GluePoint3X" fmla="*/ 95 w 95"/>
                <a:gd name="GluePoint3Y" fmla="*/ 0 h 16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200" bIns="-432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1" name="Freeform: Shape 440"/>
            <p:cNvSpPr/>
            <p:nvPr/>
          </p:nvSpPr>
          <p:spPr>
            <a:xfrm>
              <a:off x="5722200" y="1418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2" name="Freeform: Shape 441"/>
            <p:cNvSpPr/>
            <p:nvPr/>
          </p:nvSpPr>
          <p:spPr>
            <a:xfrm>
              <a:off x="5720760" y="1303200"/>
              <a:ext cx="82080" cy="107640"/>
            </a:xfrm>
            <a:custGeom>
              <a:avLst/>
              <a:gdLst>
                <a:gd name="textAreaLeft" fmla="*/ 0 w 82080"/>
                <a:gd name="textAreaRight" fmla="*/ 82440 w 82080"/>
                <a:gd name="textAreaTop" fmla="*/ 0 h 107640"/>
                <a:gd name="textAreaBottom" fmla="*/ 108000 h 107640"/>
                <a:gd name="GluePoint1X" fmla="*/ 5460 w 82275"/>
                <a:gd name="GluePoint1Y" fmla="*/ 106018 h 108175"/>
                <a:gd name="GluePoint2X" fmla="*/ 13332 w 82275"/>
                <a:gd name="GluePoint2Y" fmla="*/ 107287 h 108175"/>
                <a:gd name="GluePoint3X" fmla="*/ 82276 w 82275"/>
                <a:gd name="GluePoint3Y" fmla="*/ 8253 h 108175"/>
                <a:gd name="GluePoint4X" fmla="*/ 78593 w 82275"/>
                <a:gd name="GluePoint4Y" fmla="*/ 7491 h 108175"/>
                <a:gd name="GluePoint5X" fmla="*/ 74366 w 82275"/>
                <a:gd name="GluePoint5Y" fmla="*/ 1917 h 108175"/>
                <a:gd name="GluePoint6X" fmla="*/ 74404 w 82275"/>
                <a:gd name="GluePoint6Y" fmla="*/ 1651 h 108175"/>
                <a:gd name="GluePoint7X" fmla="*/ 75165 w 82275"/>
                <a:gd name="GluePoint7Y" fmla="*/ 0 h 108175"/>
                <a:gd name="GluePoint8X" fmla="*/ 75165 w 82275"/>
                <a:gd name="GluePoint8Y" fmla="*/ 0 h 108175"/>
                <a:gd name="GluePoint9X" fmla="*/ 0 w 82275"/>
                <a:gd name="GluePoint9Y" fmla="*/ 108176 h 108175"/>
                <a:gd name="GluePoint10X" fmla="*/ 0 w 82275"/>
                <a:gd name="GluePoint10Y" fmla="*/ 108176 h 108175"/>
                <a:gd name="GluePoint11X" fmla="*/ 0 w 82275"/>
                <a:gd name="GluePoint11Y" fmla="*/ 108176 h 108175"/>
                <a:gd name="GluePoint12X" fmla="*/ 5460 w 82275"/>
                <a:gd name="GluePoint12Y" fmla="*/ 106018 h 10817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3" name="Freeform: Shape 442"/>
            <p:cNvSpPr/>
            <p:nvPr/>
          </p:nvSpPr>
          <p:spPr>
            <a:xfrm>
              <a:off x="6593040" y="1453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4" name="Freeform: Shape 443"/>
            <p:cNvSpPr/>
            <p:nvPr/>
          </p:nvSpPr>
          <p:spPr>
            <a:xfrm>
              <a:off x="6595200" y="1456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5" name="Freeform: Shape 444"/>
            <p:cNvSpPr/>
            <p:nvPr/>
          </p:nvSpPr>
          <p:spPr>
            <a:xfrm>
              <a:off x="6594120" y="14547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6" name="Freeform: Shape 445"/>
            <p:cNvSpPr/>
            <p:nvPr/>
          </p:nvSpPr>
          <p:spPr>
            <a:xfrm>
              <a:off x="5794920" y="1302480"/>
              <a:ext cx="794880" cy="157680"/>
            </a:xfrm>
            <a:custGeom>
              <a:avLst/>
              <a:gdLst>
                <a:gd name="textAreaLeft" fmla="*/ 0 w 794880"/>
                <a:gd name="textAreaRight" fmla="*/ 795240 w 794880"/>
                <a:gd name="textAreaTop" fmla="*/ 0 h 157680"/>
                <a:gd name="textAreaBottom" fmla="*/ 158040 h 157680"/>
                <a:gd name="GluePoint1X" fmla="*/ 4317 w 795328"/>
                <a:gd name="GluePoint1Y" fmla="*/ 7999 h 158074"/>
                <a:gd name="GluePoint2X" fmla="*/ 7999 w 795328"/>
                <a:gd name="GluePoint2Y" fmla="*/ 8761 h 158074"/>
                <a:gd name="GluePoint3X" fmla="*/ 786315 w 795328"/>
                <a:gd name="GluePoint3Y" fmla="*/ 158074 h 158074"/>
                <a:gd name="GluePoint4X" fmla="*/ 789742 w 795328"/>
                <a:gd name="GluePoint4Y" fmla="*/ 152234 h 158074"/>
                <a:gd name="GluePoint5X" fmla="*/ 789742 w 795328"/>
                <a:gd name="GluePoint5Y" fmla="*/ 152234 h 158074"/>
                <a:gd name="GluePoint6X" fmla="*/ 790504 w 795328"/>
                <a:gd name="GluePoint6Y" fmla="*/ 151472 h 158074"/>
                <a:gd name="GluePoint7X" fmla="*/ 791393 w 795328"/>
                <a:gd name="GluePoint7Y" fmla="*/ 151472 h 158074"/>
                <a:gd name="GluePoint8X" fmla="*/ 792155 w 795328"/>
                <a:gd name="GluePoint8Y" fmla="*/ 151472 h 158074"/>
                <a:gd name="GluePoint9X" fmla="*/ 793298 w 795328"/>
                <a:gd name="GluePoint9Y" fmla="*/ 151472 h 158074"/>
                <a:gd name="GluePoint10X" fmla="*/ 794314 w 795328"/>
                <a:gd name="GluePoint10Y" fmla="*/ 151472 h 158074"/>
                <a:gd name="GluePoint11X" fmla="*/ 795329 w 795328"/>
                <a:gd name="GluePoint11Y" fmla="*/ 151472 h 158074"/>
                <a:gd name="GluePoint12X" fmla="*/ 795329 w 795328"/>
                <a:gd name="GluePoint12Y" fmla="*/ 151472 h 158074"/>
                <a:gd name="GluePoint13X" fmla="*/ 6222 w 795328"/>
                <a:gd name="GluePoint13Y" fmla="*/ 0 h 158074"/>
                <a:gd name="GluePoint14X" fmla="*/ 4190 w 795328"/>
                <a:gd name="GluePoint14Y" fmla="*/ 0 h 158074"/>
                <a:gd name="GluePoint15X" fmla="*/ 2286 w 795328"/>
                <a:gd name="GluePoint15Y" fmla="*/ 762 h 158074"/>
                <a:gd name="GluePoint16X" fmla="*/ 2286 w 795328"/>
                <a:gd name="GluePoint16Y" fmla="*/ 762 h 158074"/>
                <a:gd name="GluePoint17X" fmla="*/ 1397 w 795328"/>
                <a:gd name="GluePoint17Y" fmla="*/ 1524 h 158074"/>
                <a:gd name="GluePoint18X" fmla="*/ 762 w 795328"/>
                <a:gd name="GluePoint18Y" fmla="*/ 2159 h 158074"/>
                <a:gd name="GluePoint19X" fmla="*/ 0 w 795328"/>
                <a:gd name="GluePoint19Y" fmla="*/ 3809 h 158074"/>
                <a:gd name="GluePoint20X" fmla="*/ 4317 w 795328"/>
                <a:gd name="GluePoint20Y" fmla="*/ 7999 h 1580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7" name="Freeform: Shape 446"/>
            <p:cNvSpPr/>
            <p:nvPr/>
          </p:nvSpPr>
          <p:spPr>
            <a:xfrm>
              <a:off x="6590880" y="14526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8" name="Freeform: Shape 447"/>
            <p:cNvSpPr/>
            <p:nvPr/>
          </p:nvSpPr>
          <p:spPr>
            <a:xfrm>
              <a:off x="6593400" y="1454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49" name="Freeform: Shape 448"/>
            <p:cNvSpPr/>
            <p:nvPr/>
          </p:nvSpPr>
          <p:spPr>
            <a:xfrm>
              <a:off x="6585120" y="1456560"/>
              <a:ext cx="10080" cy="108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8720"/>
                <a:gd name="textAreaBottom" fmla="*/ 109080 h 108720"/>
                <a:gd name="GluePoint1X" fmla="*/ 10157 w 10433"/>
                <a:gd name="GluePoint1Y" fmla="*/ 0 h 109070"/>
                <a:gd name="GluePoint2X" fmla="*/ 10157 w 10433"/>
                <a:gd name="GluePoint2Y" fmla="*/ 2920 h 109070"/>
                <a:gd name="GluePoint3X" fmla="*/ 0 w 10433"/>
                <a:gd name="GluePoint3Y" fmla="*/ 19680 h 109070"/>
                <a:gd name="GluePoint4X" fmla="*/ 0 w 10433"/>
                <a:gd name="GluePoint4Y" fmla="*/ 104113 h 109070"/>
                <a:gd name="GluePoint5X" fmla="*/ 5447 w 10433"/>
                <a:gd name="GluePoint5Y" fmla="*/ 109065 h 109070"/>
                <a:gd name="GluePoint6X" fmla="*/ 5460 w 10433"/>
                <a:gd name="GluePoint6Y" fmla="*/ 109065 h 109070"/>
                <a:gd name="GluePoint7X" fmla="*/ 10284 w 10433"/>
                <a:gd name="GluePoint7Y" fmla="*/ 106271 h 109070"/>
                <a:gd name="GluePoint8X" fmla="*/ 10284 w 10433"/>
                <a:gd name="GluePoint8Y" fmla="*/ 105383 h 109070"/>
                <a:gd name="GluePoint9X" fmla="*/ 10284 w 10433"/>
                <a:gd name="GluePoint9Y" fmla="*/ 104367 h 109070"/>
                <a:gd name="GluePoint10X" fmla="*/ 10284 w 10433"/>
                <a:gd name="GluePoint10Y" fmla="*/ 635 h 109070"/>
                <a:gd name="GluePoint11X" fmla="*/ 10284 w 10433"/>
                <a:gd name="GluePoint11Y" fmla="*/ 635 h 10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0" name="Freeform: Shape 449"/>
            <p:cNvSpPr/>
            <p:nvPr/>
          </p:nvSpPr>
          <p:spPr>
            <a:xfrm>
              <a:off x="6594480" y="1454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635"/>
                <a:gd name="GluePoint2X" fmla="*/ 0 w 47"/>
                <a:gd name="GluePoint2Y" fmla="*/ 0 h 635"/>
                <a:gd name="GluePoint3X" fmla="*/ 0 w 47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1" name="Freeform: Shape 450"/>
            <p:cNvSpPr/>
            <p:nvPr/>
          </p:nvSpPr>
          <p:spPr>
            <a:xfrm>
              <a:off x="6589440" y="1452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2" name="Freeform: Shape 451"/>
            <p:cNvSpPr/>
            <p:nvPr/>
          </p:nvSpPr>
          <p:spPr>
            <a:xfrm>
              <a:off x="6531120" y="1451160"/>
              <a:ext cx="61560" cy="95400"/>
            </a:xfrm>
            <a:custGeom>
              <a:avLst/>
              <a:gdLst>
                <a:gd name="textAreaLeft" fmla="*/ 0 w 61560"/>
                <a:gd name="textAreaRight" fmla="*/ 61920 w 61560"/>
                <a:gd name="textAreaTop" fmla="*/ 0 h 95400"/>
                <a:gd name="textAreaBottom" fmla="*/ 95760 h 95400"/>
                <a:gd name="GluePoint1X" fmla="*/ 58786 w 61856"/>
                <a:gd name="GluePoint1Y" fmla="*/ 1143 h 95733"/>
                <a:gd name="GluePoint2X" fmla="*/ 57770 w 61856"/>
                <a:gd name="GluePoint2Y" fmla="*/ 1143 h 95733"/>
                <a:gd name="GluePoint3X" fmla="*/ 56628 w 61856"/>
                <a:gd name="GluePoint3Y" fmla="*/ 1143 h 95733"/>
                <a:gd name="GluePoint4X" fmla="*/ 55866 w 61856"/>
                <a:gd name="GluePoint4Y" fmla="*/ 1143 h 95733"/>
                <a:gd name="GluePoint5X" fmla="*/ 54977 w 61856"/>
                <a:gd name="GluePoint5Y" fmla="*/ 1143 h 95733"/>
                <a:gd name="GluePoint6X" fmla="*/ 54216 w 61856"/>
                <a:gd name="GluePoint6Y" fmla="*/ 1904 h 95733"/>
                <a:gd name="GluePoint7X" fmla="*/ 54216 w 61856"/>
                <a:gd name="GluePoint7Y" fmla="*/ 1904 h 95733"/>
                <a:gd name="GluePoint8X" fmla="*/ 50787 w 61856"/>
                <a:gd name="GluePoint8Y" fmla="*/ 7745 h 95733"/>
                <a:gd name="GluePoint9X" fmla="*/ 0 w 61856"/>
                <a:gd name="GluePoint9Y" fmla="*/ 91162 h 95733"/>
                <a:gd name="GluePoint10X" fmla="*/ 3809 w 61856"/>
                <a:gd name="GluePoint10Y" fmla="*/ 91162 h 95733"/>
                <a:gd name="GluePoint11X" fmla="*/ 3809 w 61856"/>
                <a:gd name="GluePoint11Y" fmla="*/ 91162 h 95733"/>
                <a:gd name="GluePoint12X" fmla="*/ 4698 w 61856"/>
                <a:gd name="GluePoint12Y" fmla="*/ 91162 h 95733"/>
                <a:gd name="GluePoint13X" fmla="*/ 5587 w 61856"/>
                <a:gd name="GluePoint13Y" fmla="*/ 91162 h 95733"/>
                <a:gd name="GluePoint14X" fmla="*/ 6348 w 61856"/>
                <a:gd name="GluePoint14Y" fmla="*/ 91797 h 95733"/>
                <a:gd name="GluePoint15X" fmla="*/ 6348 w 61856"/>
                <a:gd name="GluePoint15Y" fmla="*/ 92559 h 95733"/>
                <a:gd name="GluePoint16X" fmla="*/ 6348 w 61856"/>
                <a:gd name="GluePoint16Y" fmla="*/ 93448 h 95733"/>
                <a:gd name="GluePoint17X" fmla="*/ 6348 w 61856"/>
                <a:gd name="GluePoint17Y" fmla="*/ 94464 h 95733"/>
                <a:gd name="GluePoint18X" fmla="*/ 6348 w 61856"/>
                <a:gd name="GluePoint18Y" fmla="*/ 94464 h 95733"/>
                <a:gd name="GluePoint19X" fmla="*/ 6348 w 61856"/>
                <a:gd name="GluePoint19Y" fmla="*/ 95733 h 95733"/>
                <a:gd name="GluePoint20X" fmla="*/ 51422 w 61856"/>
                <a:gd name="GluePoint20Y" fmla="*/ 21204 h 95733"/>
                <a:gd name="GluePoint21X" fmla="*/ 61580 w 61856"/>
                <a:gd name="GluePoint21Y" fmla="*/ 4444 h 95733"/>
                <a:gd name="GluePoint22X" fmla="*/ 61580 w 61856"/>
                <a:gd name="GluePoint22Y" fmla="*/ 1524 h 95733"/>
                <a:gd name="GluePoint23X" fmla="*/ 61580 w 61856"/>
                <a:gd name="GluePoint23Y" fmla="*/ 1524 h 95733"/>
                <a:gd name="GluePoint24X" fmla="*/ 61580 w 61856"/>
                <a:gd name="GluePoint24Y" fmla="*/ 1524 h 95733"/>
                <a:gd name="GluePoint25X" fmla="*/ 61580 w 61856"/>
                <a:gd name="GluePoint25Y" fmla="*/ 635 h 95733"/>
                <a:gd name="GluePoint26X" fmla="*/ 61580 w 61856"/>
                <a:gd name="GluePoint26Y" fmla="*/ 635 h 95733"/>
                <a:gd name="GluePoint27X" fmla="*/ 61580 w 61856"/>
                <a:gd name="GluePoint27Y" fmla="*/ 635 h 95733"/>
                <a:gd name="GluePoint28X" fmla="*/ 60818 w 61856"/>
                <a:gd name="GluePoint28Y" fmla="*/ 0 h 95733"/>
                <a:gd name="GluePoint29X" fmla="*/ 60818 w 61856"/>
                <a:gd name="GluePoint29Y" fmla="*/ 0 h 95733"/>
                <a:gd name="GluePoint30X" fmla="*/ 60818 w 61856"/>
                <a:gd name="GluePoint30Y" fmla="*/ 0 h 95733"/>
                <a:gd name="GluePoint31X" fmla="*/ 59802 w 61856"/>
                <a:gd name="GluePoint31Y" fmla="*/ 0 h 95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</a:cxnLst>
              <a:rect l="textAreaLeft" t="textAreaTop" r="textAreaRight" b="textAreaBottom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3" name="Freeform: Shape 452"/>
            <p:cNvSpPr/>
            <p:nvPr/>
          </p:nvSpPr>
          <p:spPr>
            <a:xfrm>
              <a:off x="6528240" y="1550160"/>
              <a:ext cx="10440" cy="1083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665 w 10712"/>
                <a:gd name="GluePoint1Y" fmla="*/ 103097 h 108558"/>
                <a:gd name="GluePoint2X" fmla="*/ 10665 w 10712"/>
                <a:gd name="GluePoint2Y" fmla="*/ 103097 h 108558"/>
                <a:gd name="GluePoint3X" fmla="*/ 10665 w 10712"/>
                <a:gd name="GluePoint3Y" fmla="*/ 0 h 108558"/>
                <a:gd name="GluePoint4X" fmla="*/ 10665 w 10712"/>
                <a:gd name="GluePoint4Y" fmla="*/ 0 h 108558"/>
                <a:gd name="GluePoint5X" fmla="*/ 10665 w 10712"/>
                <a:gd name="GluePoint5Y" fmla="*/ 1396 h 108558"/>
                <a:gd name="GluePoint6X" fmla="*/ 5332 w 10712"/>
                <a:gd name="GluePoint6Y" fmla="*/ 5332 h 108558"/>
                <a:gd name="GluePoint7X" fmla="*/ 4444 w 10712"/>
                <a:gd name="GluePoint7Y" fmla="*/ 5332 h 108558"/>
                <a:gd name="GluePoint8X" fmla="*/ 0 w 10712"/>
                <a:gd name="GluePoint8Y" fmla="*/ 4571 h 108558"/>
                <a:gd name="GluePoint9X" fmla="*/ 0 w 10712"/>
                <a:gd name="GluePoint9Y" fmla="*/ 103605 h 108558"/>
                <a:gd name="GluePoint10X" fmla="*/ 5193 w 10712"/>
                <a:gd name="GluePoint10Y" fmla="*/ 108557 h 108558"/>
                <a:gd name="GluePoint11X" fmla="*/ 5332 w 10712"/>
                <a:gd name="GluePoint11Y" fmla="*/ 108557 h 108558"/>
                <a:gd name="GluePoint12X" fmla="*/ 5332 w 10712"/>
                <a:gd name="GluePoint12Y" fmla="*/ 108557 h 108558"/>
                <a:gd name="GluePoint13X" fmla="*/ 7745 w 10712"/>
                <a:gd name="GluePoint13Y" fmla="*/ 107922 h 108558"/>
                <a:gd name="GluePoint14X" fmla="*/ 7745 w 10712"/>
                <a:gd name="GluePoint14Y" fmla="*/ 107922 h 108558"/>
                <a:gd name="GluePoint15X" fmla="*/ 7745 w 10712"/>
                <a:gd name="GluePoint15Y" fmla="*/ 107922 h 108558"/>
                <a:gd name="GluePoint16X" fmla="*/ 7745 w 10712"/>
                <a:gd name="GluePoint16Y" fmla="*/ 107922 h 108558"/>
                <a:gd name="GluePoint17X" fmla="*/ 8634 w 10712"/>
                <a:gd name="GluePoint17Y" fmla="*/ 106906 h 108558"/>
                <a:gd name="GluePoint18X" fmla="*/ 9396 w 10712"/>
                <a:gd name="GluePoint18Y" fmla="*/ 105382 h 108558"/>
                <a:gd name="GluePoint19X" fmla="*/ 10665 w 10712"/>
                <a:gd name="GluePoint19Y" fmla="*/ 103097 h 1085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4" name="Freeform: Shape 453"/>
            <p:cNvSpPr/>
            <p:nvPr/>
          </p:nvSpPr>
          <p:spPr>
            <a:xfrm>
              <a:off x="5720040" y="1409760"/>
              <a:ext cx="817920" cy="143280"/>
            </a:xfrm>
            <a:custGeom>
              <a:avLst/>
              <a:gdLst>
                <a:gd name="textAreaLeft" fmla="*/ 0 w 817920"/>
                <a:gd name="textAreaRight" fmla="*/ 818280 w 817920"/>
                <a:gd name="textAreaTop" fmla="*/ 0 h 143280"/>
                <a:gd name="textAreaBottom" fmla="*/ 143640 h 143280"/>
                <a:gd name="GluePoint1X" fmla="*/ 0 w 818231"/>
                <a:gd name="GluePoint1Y" fmla="*/ 5044 h 143695"/>
                <a:gd name="GluePoint2X" fmla="*/ 762 w 818231"/>
                <a:gd name="GluePoint2Y" fmla="*/ 6568 h 143695"/>
                <a:gd name="GluePoint3X" fmla="*/ 762 w 818231"/>
                <a:gd name="GluePoint3Y" fmla="*/ 6568 h 143695"/>
                <a:gd name="GluePoint4X" fmla="*/ 762 w 818231"/>
                <a:gd name="GluePoint4Y" fmla="*/ 6568 h 143695"/>
                <a:gd name="GluePoint5X" fmla="*/ 1778 w 818231"/>
                <a:gd name="GluePoint5Y" fmla="*/ 7457 h 143695"/>
                <a:gd name="GluePoint6X" fmla="*/ 1778 w 818231"/>
                <a:gd name="GluePoint6Y" fmla="*/ 7457 h 143695"/>
                <a:gd name="GluePoint7X" fmla="*/ 3555 w 818231"/>
                <a:gd name="GluePoint7Y" fmla="*/ 8091 h 143695"/>
                <a:gd name="GluePoint8X" fmla="*/ 9904 w 818231"/>
                <a:gd name="GluePoint8Y" fmla="*/ 9107 h 143695"/>
                <a:gd name="GluePoint9X" fmla="*/ 807519 w 818231"/>
                <a:gd name="GluePoint9Y" fmla="*/ 142931 h 143695"/>
                <a:gd name="GluePoint10X" fmla="*/ 811962 w 818231"/>
                <a:gd name="GluePoint10Y" fmla="*/ 143692 h 143695"/>
                <a:gd name="GluePoint11X" fmla="*/ 812851 w 818231"/>
                <a:gd name="GluePoint11Y" fmla="*/ 143692 h 143695"/>
                <a:gd name="GluePoint12X" fmla="*/ 818183 w 818231"/>
                <a:gd name="GluePoint12Y" fmla="*/ 139756 h 143695"/>
                <a:gd name="GluePoint13X" fmla="*/ 818183 w 818231"/>
                <a:gd name="GluePoint13Y" fmla="*/ 138360 h 143695"/>
                <a:gd name="GluePoint14X" fmla="*/ 818183 w 818231"/>
                <a:gd name="GluePoint14Y" fmla="*/ 137344 h 143695"/>
                <a:gd name="GluePoint15X" fmla="*/ 818183 w 818231"/>
                <a:gd name="GluePoint15Y" fmla="*/ 136455 h 143695"/>
                <a:gd name="GluePoint16X" fmla="*/ 818183 w 818231"/>
                <a:gd name="GluePoint16Y" fmla="*/ 135693 h 143695"/>
                <a:gd name="GluePoint17X" fmla="*/ 817422 w 818231"/>
                <a:gd name="GluePoint17Y" fmla="*/ 135058 h 143695"/>
                <a:gd name="GluePoint18X" fmla="*/ 816533 w 818231"/>
                <a:gd name="GluePoint18Y" fmla="*/ 135058 h 143695"/>
                <a:gd name="GluePoint19X" fmla="*/ 815644 w 818231"/>
                <a:gd name="GluePoint19Y" fmla="*/ 135058 h 143695"/>
                <a:gd name="GluePoint20X" fmla="*/ 815644 w 818231"/>
                <a:gd name="GluePoint20Y" fmla="*/ 135058 h 143695"/>
                <a:gd name="GluePoint21X" fmla="*/ 811835 w 818231"/>
                <a:gd name="GluePoint21Y" fmla="*/ 135058 h 143695"/>
                <a:gd name="GluePoint22X" fmla="*/ 15109 w 818231"/>
                <a:gd name="GluePoint22Y" fmla="*/ 1362 h 143695"/>
                <a:gd name="GluePoint23X" fmla="*/ 7237 w 818231"/>
                <a:gd name="GluePoint23Y" fmla="*/ 93 h 143695"/>
                <a:gd name="GluePoint24X" fmla="*/ 1397 w 818231"/>
                <a:gd name="GluePoint24Y" fmla="*/ 3140 h 143695"/>
                <a:gd name="GluePoint25X" fmla="*/ 1397 w 818231"/>
                <a:gd name="GluePoint25Y" fmla="*/ 3140 h 143695"/>
                <a:gd name="GluePoint26X" fmla="*/ 1397 w 818231"/>
                <a:gd name="GluePoint26Y" fmla="*/ 3140 h 143695"/>
                <a:gd name="GluePoint27X" fmla="*/ 1397 w 818231"/>
                <a:gd name="GluePoint27Y" fmla="*/ 4790 h 1436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5" name="Freeform: Shape 454"/>
            <p:cNvSpPr/>
            <p:nvPr/>
          </p:nvSpPr>
          <p:spPr>
            <a:xfrm>
              <a:off x="4083840" y="983880"/>
              <a:ext cx="174960" cy="14796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7960"/>
                <a:gd name="textAreaBottom" fmla="*/ 148320 h 147960"/>
                <a:gd name="GluePoint1X" fmla="*/ 166709 w 175216"/>
                <a:gd name="GluePoint1Y" fmla="*/ 2158 h 148170"/>
                <a:gd name="GluePoint2X" fmla="*/ 166709 w 175216"/>
                <a:gd name="GluePoint2Y" fmla="*/ 0 h 148170"/>
                <a:gd name="GluePoint3X" fmla="*/ 1650 w 175216"/>
                <a:gd name="GluePoint3Y" fmla="*/ 134204 h 148170"/>
                <a:gd name="GluePoint4X" fmla="*/ 1650 w 175216"/>
                <a:gd name="GluePoint4Y" fmla="*/ 145250 h 148170"/>
                <a:gd name="GluePoint5X" fmla="*/ 1650 w 175216"/>
                <a:gd name="GluePoint5Y" fmla="*/ 145885 h 148170"/>
                <a:gd name="GluePoint6X" fmla="*/ 1650 w 175216"/>
                <a:gd name="GluePoint6Y" fmla="*/ 145885 h 148170"/>
                <a:gd name="GluePoint7X" fmla="*/ 1650 w 175216"/>
                <a:gd name="GluePoint7Y" fmla="*/ 145885 h 148170"/>
                <a:gd name="GluePoint8X" fmla="*/ 0 w 175216"/>
                <a:gd name="GluePoint8Y" fmla="*/ 148171 h 148170"/>
                <a:gd name="GluePoint9X" fmla="*/ 0 w 175216"/>
                <a:gd name="GluePoint9Y" fmla="*/ 148171 h 148170"/>
                <a:gd name="GluePoint10X" fmla="*/ 175216 w 175216"/>
                <a:gd name="GluePoint10Y" fmla="*/ 5840 h 148170"/>
                <a:gd name="GluePoint11X" fmla="*/ 175216 w 175216"/>
                <a:gd name="GluePoint11Y" fmla="*/ 5840 h 148170"/>
                <a:gd name="GluePoint12X" fmla="*/ 171534 w 175216"/>
                <a:gd name="GluePoint12Y" fmla="*/ 7237 h 148170"/>
                <a:gd name="GluePoint13X" fmla="*/ 166709 w 175216"/>
                <a:gd name="GluePoint13Y" fmla="*/ 2158 h 14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6" name="Freeform: Shape 455"/>
            <p:cNvSpPr/>
            <p:nvPr/>
          </p:nvSpPr>
          <p:spPr>
            <a:xfrm>
              <a:off x="4085280" y="11304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7" name="Freeform: Shape 456"/>
            <p:cNvSpPr/>
            <p:nvPr/>
          </p:nvSpPr>
          <p:spPr>
            <a:xfrm>
              <a:off x="5760" y="10080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68952 w 4074411"/>
                <a:gd name="GluePoint1Y" fmla="*/ 1028306 h 1033011"/>
                <a:gd name="GluePoint2X" fmla="*/ 4068952 w 4074411"/>
                <a:gd name="GluePoint2Y" fmla="*/ 1021831 h 1033011"/>
                <a:gd name="GluePoint3X" fmla="*/ 0 w 4074411"/>
                <a:gd name="GluePoint3Y" fmla="*/ 0 h 1033011"/>
                <a:gd name="GluePoint4X" fmla="*/ 0 w 4074411"/>
                <a:gd name="GluePoint4Y" fmla="*/ 10157 h 1033011"/>
                <a:gd name="GluePoint5X" fmla="*/ 4072888 w 4074411"/>
                <a:gd name="GluePoint5Y" fmla="*/ 1033004 h 1033011"/>
                <a:gd name="GluePoint6X" fmla="*/ 4074411 w 4074411"/>
                <a:gd name="GluePoint6Y" fmla="*/ 1033004 h 1033011"/>
                <a:gd name="GluePoint7X" fmla="*/ 4068952 w 4074411"/>
                <a:gd name="GluePoint7Y" fmla="*/ 1028306 h 10330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8" name="Freeform: Shape 457"/>
            <p:cNvSpPr/>
            <p:nvPr/>
          </p:nvSpPr>
          <p:spPr>
            <a:xfrm>
              <a:off x="4074840" y="102744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8"/>
                <a:gd name="GluePoint1Y" fmla="*/ 102208 h 106531"/>
                <a:gd name="GluePoint2X" fmla="*/ 10538 w 10538"/>
                <a:gd name="GluePoint2Y" fmla="*/ 101574 h 106531"/>
                <a:gd name="GluePoint3X" fmla="*/ 10538 w 10538"/>
                <a:gd name="GluePoint3Y" fmla="*/ 0 h 106531"/>
                <a:gd name="GluePoint4X" fmla="*/ 8761 w 10538"/>
                <a:gd name="GluePoint4Y" fmla="*/ 1524 h 106531"/>
                <a:gd name="GluePoint5X" fmla="*/ 8761 w 10538"/>
                <a:gd name="GluePoint5Y" fmla="*/ 1524 h 106531"/>
                <a:gd name="GluePoint6X" fmla="*/ 5460 w 10538"/>
                <a:gd name="GluePoint6Y" fmla="*/ 2666 h 106531"/>
                <a:gd name="GluePoint7X" fmla="*/ 3936 w 10538"/>
                <a:gd name="GluePoint7Y" fmla="*/ 2666 h 106531"/>
                <a:gd name="GluePoint8X" fmla="*/ 0 w 10538"/>
                <a:gd name="GluePoint8Y" fmla="*/ 1778 h 106531"/>
                <a:gd name="GluePoint9X" fmla="*/ 0 w 10538"/>
                <a:gd name="GluePoint9Y" fmla="*/ 101574 h 106531"/>
                <a:gd name="GluePoint10X" fmla="*/ 5447 w 10538"/>
                <a:gd name="GluePoint10Y" fmla="*/ 106525 h 106531"/>
                <a:gd name="GluePoint11X" fmla="*/ 5460 w 10538"/>
                <a:gd name="GluePoint11Y" fmla="*/ 106525 h 106531"/>
                <a:gd name="GluePoint12X" fmla="*/ 8380 w 10538"/>
                <a:gd name="GluePoint12Y" fmla="*/ 105636 h 106531"/>
                <a:gd name="GluePoint13X" fmla="*/ 8380 w 10538"/>
                <a:gd name="GluePoint13Y" fmla="*/ 105636 h 106531"/>
                <a:gd name="GluePoint14X" fmla="*/ 8380 w 10538"/>
                <a:gd name="GluePoint14Y" fmla="*/ 105636 h 106531"/>
                <a:gd name="GluePoint15X" fmla="*/ 10030 w 10538"/>
                <a:gd name="GluePoint15Y" fmla="*/ 103351 h 106531"/>
                <a:gd name="GluePoint16X" fmla="*/ 10538 w 10538"/>
                <a:gd name="GluePoint16Y" fmla="*/ 102208 h 1065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59" name="Freeform: Shape 458"/>
            <p:cNvSpPr/>
            <p:nvPr/>
          </p:nvSpPr>
          <p:spPr>
            <a:xfrm>
              <a:off x="4080240" y="102924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0" name="Freeform: Shape 459"/>
            <p:cNvSpPr/>
            <p:nvPr/>
          </p:nvSpPr>
          <p:spPr>
            <a:xfrm>
              <a:off x="5760" y="-288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70729 w 4074411"/>
                <a:gd name="GluePoint1Y" fmla="*/ 1024624 h 1033003"/>
                <a:gd name="GluePoint2X" fmla="*/ 4073015 w 4074411"/>
                <a:gd name="GluePoint2Y" fmla="*/ 1022847 h 1033003"/>
                <a:gd name="GluePoint3X" fmla="*/ 0 w 4074411"/>
                <a:gd name="GluePoint3Y" fmla="*/ 0 h 1033003"/>
                <a:gd name="GluePoint4X" fmla="*/ 0 w 4074411"/>
                <a:gd name="GluePoint4Y" fmla="*/ 10157 h 1033003"/>
                <a:gd name="GluePoint5X" fmla="*/ 4068952 w 4074411"/>
                <a:gd name="GluePoint5Y" fmla="*/ 1032115 h 1033003"/>
                <a:gd name="GluePoint6X" fmla="*/ 4072888 w 4074411"/>
                <a:gd name="GluePoint6Y" fmla="*/ 1033004 h 1033003"/>
                <a:gd name="GluePoint7X" fmla="*/ 4074411 w 4074411"/>
                <a:gd name="GluePoint7Y" fmla="*/ 1033004 h 1033003"/>
                <a:gd name="GluePoint8X" fmla="*/ 4070348 w 4074411"/>
                <a:gd name="GluePoint8Y" fmla="*/ 1031353 h 1033003"/>
                <a:gd name="GluePoint9X" fmla="*/ 4070627 w 4074411"/>
                <a:gd name="GluePoint9Y" fmla="*/ 1024713 h 1033003"/>
                <a:gd name="GluePoint10X" fmla="*/ 4070729 w 4074411"/>
                <a:gd name="GluePoint10Y" fmla="*/ 1024624 h 10330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1" name="Freeform: Shape 460"/>
            <p:cNvSpPr/>
            <p:nvPr/>
          </p:nvSpPr>
          <p:spPr>
            <a:xfrm>
              <a:off x="4260960" y="879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0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2" name="Freeform: Shape 461"/>
            <p:cNvSpPr/>
            <p:nvPr/>
          </p:nvSpPr>
          <p:spPr>
            <a:xfrm>
              <a:off x="4261320" y="881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3" name="Freeform: Shape 462"/>
            <p:cNvSpPr/>
            <p:nvPr/>
          </p:nvSpPr>
          <p:spPr>
            <a:xfrm>
              <a:off x="4258440" y="878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4" name="Freeform 811"/>
            <p:cNvSpPr/>
            <p:nvPr/>
          </p:nvSpPr>
          <p:spPr>
            <a:xfrm>
              <a:off x="678600" y="-12600"/>
              <a:ext cx="3578040" cy="897120"/>
            </a:xfrm>
            <a:custGeom>
              <a:avLst/>
              <a:gdLst>
                <a:gd name="textAreaLeft" fmla="*/ 0 w 3578040"/>
                <a:gd name="textAreaRight" fmla="*/ 3578400 w 3578040"/>
                <a:gd name="textAreaTop" fmla="*/ 0 h 897120"/>
                <a:gd name="textAreaBottom" fmla="*/ 897480 h 897120"/>
                <a:gd name="GluePoint1X" fmla="*/ 0 w 3578310"/>
                <a:gd name="GluePoint1Y" fmla="*/ 0 h 897391"/>
                <a:gd name="GluePoint2X" fmla="*/ 39959 w 3578310"/>
                <a:gd name="GluePoint2Y" fmla="*/ 0 h 897391"/>
                <a:gd name="GluePoint3X" fmla="*/ 3578310 w 3578310"/>
                <a:gd name="GluePoint3Y" fmla="*/ 890788 h 897391"/>
                <a:gd name="GluePoint4X" fmla="*/ 3577168 w 3578310"/>
                <a:gd name="GluePoint4Y" fmla="*/ 890788 h 897391"/>
                <a:gd name="GluePoint5X" fmla="*/ 3575136 w 3578310"/>
                <a:gd name="GluePoint5Y" fmla="*/ 890788 h 897391"/>
                <a:gd name="GluePoint6X" fmla="*/ 3573993 w 3578310"/>
                <a:gd name="GluePoint6Y" fmla="*/ 891423 h 897391"/>
                <a:gd name="GluePoint7X" fmla="*/ 3566629 w 3578310"/>
                <a:gd name="GluePoint7Y" fmla="*/ 897391 h 8973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5" name="Freeform: Shape 464"/>
            <p:cNvSpPr/>
            <p:nvPr/>
          </p:nvSpPr>
          <p:spPr>
            <a:xfrm>
              <a:off x="4258440" y="87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6" name="Freeform: Shape 465"/>
            <p:cNvSpPr/>
            <p:nvPr/>
          </p:nvSpPr>
          <p:spPr>
            <a:xfrm>
              <a:off x="4256280" y="877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7" name="Freeform: Shape 466"/>
            <p:cNvSpPr/>
            <p:nvPr/>
          </p:nvSpPr>
          <p:spPr>
            <a:xfrm>
              <a:off x="4260960" y="880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8" name="Freeform: Shape 467"/>
            <p:cNvSpPr/>
            <p:nvPr/>
          </p:nvSpPr>
          <p:spPr>
            <a:xfrm>
              <a:off x="4259520" y="8791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69" name="Freeform: Shape 468"/>
            <p:cNvSpPr/>
            <p:nvPr/>
          </p:nvSpPr>
          <p:spPr>
            <a:xfrm>
              <a:off x="4250520" y="8816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6 w 10726"/>
                <a:gd name="GluePoint1Y" fmla="*/ 0 h 109197"/>
                <a:gd name="GluePoint2X" fmla="*/ 9015 w 10726"/>
                <a:gd name="GluePoint2Y" fmla="*/ 4317 h 109197"/>
                <a:gd name="GluePoint3X" fmla="*/ 0 w 10726"/>
                <a:gd name="GluePoint3Y" fmla="*/ 11681 h 109197"/>
                <a:gd name="GluePoint4X" fmla="*/ 0 w 10726"/>
                <a:gd name="GluePoint4Y" fmla="*/ 104240 h 109197"/>
                <a:gd name="GluePoint5X" fmla="*/ 5447 w 10726"/>
                <a:gd name="GluePoint5Y" fmla="*/ 109192 h 109197"/>
                <a:gd name="GluePoint6X" fmla="*/ 5460 w 10726"/>
                <a:gd name="GluePoint6Y" fmla="*/ 109192 h 109197"/>
                <a:gd name="GluePoint7X" fmla="*/ 9142 w 10726"/>
                <a:gd name="GluePoint7Y" fmla="*/ 107795 h 109197"/>
                <a:gd name="GluePoint8X" fmla="*/ 9904 w 10726"/>
                <a:gd name="GluePoint8Y" fmla="*/ 106906 h 109197"/>
                <a:gd name="GluePoint9X" fmla="*/ 9904 w 10726"/>
                <a:gd name="GluePoint9Y" fmla="*/ 106906 h 109197"/>
                <a:gd name="GluePoint10X" fmla="*/ 9904 w 10726"/>
                <a:gd name="GluePoint10Y" fmla="*/ 106018 h 109197"/>
                <a:gd name="GluePoint11X" fmla="*/ 9904 w 10726"/>
                <a:gd name="GluePoint11Y" fmla="*/ 105002 h 109197"/>
                <a:gd name="GluePoint12X" fmla="*/ 9904 w 10726"/>
                <a:gd name="GluePoint12Y" fmla="*/ 105002 h 109197"/>
                <a:gd name="GluePoint13X" fmla="*/ 9904 w 10726"/>
                <a:gd name="GluePoint13Y" fmla="*/ 381 h 109197"/>
                <a:gd name="GluePoint14X" fmla="*/ 10666 w 10726"/>
                <a:gd name="GluePoint14Y" fmla="*/ 0 h 1091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0" name="Freeform: Shape 469"/>
            <p:cNvSpPr/>
            <p:nvPr/>
          </p:nvSpPr>
          <p:spPr>
            <a:xfrm>
              <a:off x="4075560" y="877320"/>
              <a:ext cx="186120" cy="151920"/>
            </a:xfrm>
            <a:custGeom>
              <a:avLst/>
              <a:gdLst>
                <a:gd name="textAreaLeft" fmla="*/ 0 w 186120"/>
                <a:gd name="textAreaRight" fmla="*/ 186480 w 186120"/>
                <a:gd name="textAreaTop" fmla="*/ 0 h 151920"/>
                <a:gd name="textAreaBottom" fmla="*/ 152280 h 151920"/>
                <a:gd name="GluePoint1X" fmla="*/ 180706 w 186480"/>
                <a:gd name="GluePoint1Y" fmla="*/ 0 h 152233"/>
                <a:gd name="GluePoint2X" fmla="*/ 178674 w 186480"/>
                <a:gd name="GluePoint2Y" fmla="*/ 0 h 152233"/>
                <a:gd name="GluePoint3X" fmla="*/ 177532 w 186480"/>
                <a:gd name="GluePoint3Y" fmla="*/ 635 h 152233"/>
                <a:gd name="GluePoint4X" fmla="*/ 177532 w 186480"/>
                <a:gd name="GluePoint4Y" fmla="*/ 635 h 152233"/>
                <a:gd name="GluePoint5X" fmla="*/ 170168 w 186480"/>
                <a:gd name="GluePoint5Y" fmla="*/ 6602 h 152233"/>
                <a:gd name="GluePoint6X" fmla="*/ 3839 w 186480"/>
                <a:gd name="GluePoint6Y" fmla="*/ 141822 h 152233"/>
                <a:gd name="GluePoint7X" fmla="*/ 1554 w 186480"/>
                <a:gd name="GluePoint7Y" fmla="*/ 143600 h 152233"/>
                <a:gd name="GluePoint8X" fmla="*/ 1211 w 186480"/>
                <a:gd name="GluePoint8Y" fmla="*/ 150240 h 152233"/>
                <a:gd name="GluePoint9X" fmla="*/ 1554 w 186480"/>
                <a:gd name="GluePoint9Y" fmla="*/ 150583 h 152233"/>
                <a:gd name="GluePoint10X" fmla="*/ 5617 w 186480"/>
                <a:gd name="GluePoint10Y" fmla="*/ 152234 h 152233"/>
                <a:gd name="GluePoint11X" fmla="*/ 8918 w 186480"/>
                <a:gd name="GluePoint11Y" fmla="*/ 151091 h 152233"/>
                <a:gd name="GluePoint12X" fmla="*/ 8918 w 186480"/>
                <a:gd name="GluePoint12Y" fmla="*/ 151091 h 152233"/>
                <a:gd name="GluePoint13X" fmla="*/ 10695 w 186480"/>
                <a:gd name="GluePoint13Y" fmla="*/ 149567 h 152233"/>
                <a:gd name="GluePoint14X" fmla="*/ 175754 w 186480"/>
                <a:gd name="GluePoint14Y" fmla="*/ 15363 h 152233"/>
                <a:gd name="GluePoint15X" fmla="*/ 184769 w 186480"/>
                <a:gd name="GluePoint15Y" fmla="*/ 7999 h 152233"/>
                <a:gd name="GluePoint16X" fmla="*/ 186419 w 186480"/>
                <a:gd name="GluePoint16Y" fmla="*/ 3682 h 152233"/>
                <a:gd name="GluePoint17X" fmla="*/ 186419 w 186480"/>
                <a:gd name="GluePoint17Y" fmla="*/ 3682 h 152233"/>
                <a:gd name="GluePoint18X" fmla="*/ 186419 w 186480"/>
                <a:gd name="GluePoint18Y" fmla="*/ 3047 h 152233"/>
                <a:gd name="GluePoint19X" fmla="*/ 186419 w 186480"/>
                <a:gd name="GluePoint19Y" fmla="*/ 2032 h 152233"/>
                <a:gd name="GluePoint20X" fmla="*/ 186419 w 186480"/>
                <a:gd name="GluePoint20Y" fmla="*/ 2032 h 152233"/>
                <a:gd name="GluePoint21X" fmla="*/ 186419 w 186480"/>
                <a:gd name="GluePoint21Y" fmla="*/ 2032 h 152233"/>
                <a:gd name="GluePoint22X" fmla="*/ 186419 w 186480"/>
                <a:gd name="GluePoint22Y" fmla="*/ 2032 h 152233"/>
                <a:gd name="GluePoint23X" fmla="*/ 185404 w 186480"/>
                <a:gd name="GluePoint23Y" fmla="*/ 2032 h 152233"/>
                <a:gd name="GluePoint24X" fmla="*/ 185404 w 186480"/>
                <a:gd name="GluePoint24Y" fmla="*/ 2032 h 152233"/>
                <a:gd name="GluePoint25X" fmla="*/ 184769 w 186480"/>
                <a:gd name="GluePoint25Y" fmla="*/ 2032 h 152233"/>
                <a:gd name="GluePoint26X" fmla="*/ 183880 w 186480"/>
                <a:gd name="GluePoint26Y" fmla="*/ 2032 h 1522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1" name="Freeform: Shape 470"/>
            <p:cNvSpPr/>
            <p:nvPr/>
          </p:nvSpPr>
          <p:spPr>
            <a:xfrm>
              <a:off x="5459400" y="1332000"/>
              <a:ext cx="93960" cy="127800"/>
            </a:xfrm>
            <a:custGeom>
              <a:avLst/>
              <a:gdLst>
                <a:gd name="textAreaLeft" fmla="*/ 0 w 93960"/>
                <a:gd name="textAreaRight" fmla="*/ 94320 w 93960"/>
                <a:gd name="textAreaTop" fmla="*/ 0 h 127800"/>
                <a:gd name="textAreaBottom" fmla="*/ 128160 h 127800"/>
                <a:gd name="GluePoint1X" fmla="*/ 90020 w 94464"/>
                <a:gd name="GluePoint1Y" fmla="*/ 6348 h 128236"/>
                <a:gd name="GluePoint2X" fmla="*/ 84561 w 94464"/>
                <a:gd name="GluePoint2Y" fmla="*/ 1524 h 128236"/>
                <a:gd name="GluePoint3X" fmla="*/ 84561 w 94464"/>
                <a:gd name="GluePoint3Y" fmla="*/ 0 h 128236"/>
                <a:gd name="GluePoint4X" fmla="*/ 1016 w 94464"/>
                <a:gd name="GluePoint4Y" fmla="*/ 109826 h 128236"/>
                <a:gd name="GluePoint5X" fmla="*/ 1016 w 94464"/>
                <a:gd name="GluePoint5Y" fmla="*/ 126459 h 128236"/>
                <a:gd name="GluePoint6X" fmla="*/ 1016 w 94464"/>
                <a:gd name="GluePoint6Y" fmla="*/ 126459 h 128236"/>
                <a:gd name="GluePoint7X" fmla="*/ 0 w 94464"/>
                <a:gd name="GluePoint7Y" fmla="*/ 128237 h 128236"/>
                <a:gd name="GluePoint8X" fmla="*/ 0 w 94464"/>
                <a:gd name="GluePoint8Y" fmla="*/ 128237 h 128236"/>
                <a:gd name="GluePoint9X" fmla="*/ 94464 w 94464"/>
                <a:gd name="GluePoint9Y" fmla="*/ 4698 h 128236"/>
                <a:gd name="GluePoint10X" fmla="*/ 90020 w 94464"/>
                <a:gd name="GluePoint10Y" fmla="*/ 6348 h 1282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2" name="Freeform: Shape 471"/>
            <p:cNvSpPr/>
            <p:nvPr/>
          </p:nvSpPr>
          <p:spPr>
            <a:xfrm>
              <a:off x="4374000" y="1257480"/>
              <a:ext cx="1080000" cy="204120"/>
            </a:xfrm>
            <a:custGeom>
              <a:avLst/>
              <a:gdLst>
                <a:gd name="textAreaLeft" fmla="*/ 0 w 1080000"/>
                <a:gd name="textAreaRight" fmla="*/ 1080360 w 1080000"/>
                <a:gd name="textAreaTop" fmla="*/ 0 h 204120"/>
                <a:gd name="textAreaBottom" fmla="*/ 204480 h 204120"/>
                <a:gd name="GluePoint1X" fmla="*/ 1075421 w 1080246"/>
                <a:gd name="GluePoint1Y" fmla="*/ 199592 h 204416"/>
                <a:gd name="GluePoint2X" fmla="*/ 1075421 w 1080246"/>
                <a:gd name="GluePoint2Y" fmla="*/ 193498 h 204416"/>
                <a:gd name="GluePoint3X" fmla="*/ 6983 w 1080246"/>
                <a:gd name="GluePoint3Y" fmla="*/ 0 h 204416"/>
                <a:gd name="GluePoint4X" fmla="*/ 6983 w 1080246"/>
                <a:gd name="GluePoint4Y" fmla="*/ 4063 h 204416"/>
                <a:gd name="GluePoint5X" fmla="*/ 1663 w 1080246"/>
                <a:gd name="GluePoint5Y" fmla="*/ 8887 h 204416"/>
                <a:gd name="GluePoint6X" fmla="*/ 1651 w 1080246"/>
                <a:gd name="GluePoint6Y" fmla="*/ 8887 h 204416"/>
                <a:gd name="GluePoint7X" fmla="*/ 0 w 1080246"/>
                <a:gd name="GluePoint7Y" fmla="*/ 8887 h 204416"/>
                <a:gd name="GluePoint8X" fmla="*/ 0 w 1080246"/>
                <a:gd name="GluePoint8Y" fmla="*/ 8887 h 204416"/>
                <a:gd name="GluePoint9X" fmla="*/ 1079230 w 1080246"/>
                <a:gd name="GluePoint9Y" fmla="*/ 204417 h 204416"/>
                <a:gd name="GluePoint10X" fmla="*/ 1080246 w 1080246"/>
                <a:gd name="GluePoint10Y" fmla="*/ 204417 h 204416"/>
                <a:gd name="GluePoint11X" fmla="*/ 1075421 w 1080246"/>
                <a:gd name="GluePoint11Y" fmla="*/ 199592 h 2044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3" name="Freeform: Shape 472"/>
            <p:cNvSpPr/>
            <p:nvPr/>
          </p:nvSpPr>
          <p:spPr>
            <a:xfrm>
              <a:off x="5460120" y="145800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0 h 988"/>
                <a:gd name="GluePoint2X" fmla="*/ 0 w 12696"/>
                <a:gd name="GluePoint2Y" fmla="*/ 0 h 988"/>
                <a:gd name="GluePoint3X" fmla="*/ 0 w 12696"/>
                <a:gd name="GluePoint3Y" fmla="*/ 762 h 988"/>
                <a:gd name="GluePoint4X" fmla="*/ 0 w 12696"/>
                <a:gd name="GluePoint4Y" fmla="*/ 0 h 9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4" name="Freeform: Shape 473"/>
            <p:cNvSpPr/>
            <p:nvPr/>
          </p:nvSpPr>
          <p:spPr>
            <a:xfrm>
              <a:off x="4371120" y="1155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5" name="Freeform: Shape 474"/>
            <p:cNvSpPr/>
            <p:nvPr/>
          </p:nvSpPr>
          <p:spPr>
            <a:xfrm>
              <a:off x="4371840" y="1158480"/>
              <a:ext cx="9000" cy="1058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5840"/>
                <a:gd name="textAreaBottom" fmla="*/ 106200 h 105840"/>
                <a:gd name="GluePoint1X" fmla="*/ 9355 w 9354"/>
                <a:gd name="GluePoint1Y" fmla="*/ 103224 h 106167"/>
                <a:gd name="GluePoint2X" fmla="*/ 9355 w 9354"/>
                <a:gd name="GluePoint2Y" fmla="*/ 5587 h 106167"/>
                <a:gd name="GluePoint3X" fmla="*/ 2879 w 9354"/>
                <a:gd name="GluePoint3Y" fmla="*/ 4444 h 106167"/>
                <a:gd name="GluePoint4X" fmla="*/ 721 w 9354"/>
                <a:gd name="GluePoint4Y" fmla="*/ 3555 h 106167"/>
                <a:gd name="GluePoint5X" fmla="*/ 721 w 9354"/>
                <a:gd name="GluePoint5Y" fmla="*/ 3555 h 106167"/>
                <a:gd name="GluePoint6X" fmla="*/ 721 w 9354"/>
                <a:gd name="GluePoint6Y" fmla="*/ 3555 h 106167"/>
                <a:gd name="GluePoint7X" fmla="*/ 86 w 9354"/>
                <a:gd name="GluePoint7Y" fmla="*/ 2793 h 106167"/>
                <a:gd name="GluePoint8X" fmla="*/ 86 w 9354"/>
                <a:gd name="GluePoint8Y" fmla="*/ 1905 h 106167"/>
                <a:gd name="GluePoint9X" fmla="*/ 86 w 9354"/>
                <a:gd name="GluePoint9Y" fmla="*/ 1016 h 106167"/>
                <a:gd name="GluePoint10X" fmla="*/ 86 w 9354"/>
                <a:gd name="GluePoint10Y" fmla="*/ 0 h 106167"/>
                <a:gd name="GluePoint11X" fmla="*/ 86 w 9354"/>
                <a:gd name="GluePoint11Y" fmla="*/ 0 h 106167"/>
                <a:gd name="GluePoint12X" fmla="*/ 86 w 9354"/>
                <a:gd name="GluePoint12Y" fmla="*/ 0 h 106167"/>
                <a:gd name="GluePoint13X" fmla="*/ 86 w 9354"/>
                <a:gd name="GluePoint13Y" fmla="*/ 103605 h 106167"/>
                <a:gd name="GluePoint14X" fmla="*/ 86 w 9354"/>
                <a:gd name="GluePoint14Y" fmla="*/ 103605 h 106167"/>
                <a:gd name="GluePoint15X" fmla="*/ 86 w 9354"/>
                <a:gd name="GluePoint15Y" fmla="*/ 104494 h 106167"/>
                <a:gd name="GluePoint16X" fmla="*/ 86 w 9354"/>
                <a:gd name="GluePoint16Y" fmla="*/ 105383 h 106167"/>
                <a:gd name="GluePoint17X" fmla="*/ 86 w 9354"/>
                <a:gd name="GluePoint17Y" fmla="*/ 106144 h 106167"/>
                <a:gd name="GluePoint18X" fmla="*/ 848 w 9354"/>
                <a:gd name="GluePoint18Y" fmla="*/ 106144 h 106167"/>
                <a:gd name="GluePoint19X" fmla="*/ 1736 w 9354"/>
                <a:gd name="GluePoint19Y" fmla="*/ 106144 h 106167"/>
                <a:gd name="GluePoint20X" fmla="*/ 2625 w 9354"/>
                <a:gd name="GluePoint20Y" fmla="*/ 106144 h 106167"/>
                <a:gd name="GluePoint21X" fmla="*/ 4276 w 9354"/>
                <a:gd name="GluePoint21Y" fmla="*/ 106144 h 106167"/>
                <a:gd name="GluePoint22X" fmla="*/ 9355 w 9354"/>
                <a:gd name="GluePoint22Y" fmla="*/ 103224 h 1061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6" name="Freeform: Shape 475"/>
            <p:cNvSpPr/>
            <p:nvPr/>
          </p:nvSpPr>
          <p:spPr>
            <a:xfrm>
              <a:off x="4505040" y="999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7" name="Freeform: Shape 476"/>
            <p:cNvSpPr/>
            <p:nvPr/>
          </p:nvSpPr>
          <p:spPr>
            <a:xfrm>
              <a:off x="4370400" y="11556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256 w 256"/>
                <a:gd name="GluePoint1Y" fmla="*/ 1016 h 1015"/>
                <a:gd name="GluePoint2X" fmla="*/ 256 w 256"/>
                <a:gd name="GluePoint2Y" fmla="*/ 1016 h 1015"/>
                <a:gd name="GluePoint3X" fmla="*/ 256 w 256"/>
                <a:gd name="GluePoint3Y" fmla="*/ 0 h 1015"/>
                <a:gd name="GluePoint4X" fmla="*/ 129 w 256"/>
                <a:gd name="GluePoint4Y" fmla="*/ 889 h 1015"/>
                <a:gd name="GluePoint5X" fmla="*/ 256 w 256"/>
                <a:gd name="GluePoint5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8" name="Freeform: Shape 477"/>
            <p:cNvSpPr/>
            <p:nvPr/>
          </p:nvSpPr>
          <p:spPr>
            <a:xfrm>
              <a:off x="4371480" y="1000080"/>
              <a:ext cx="139680" cy="154440"/>
            </a:xfrm>
            <a:custGeom>
              <a:avLst/>
              <a:gdLst>
                <a:gd name="textAreaLeft" fmla="*/ 0 w 139680"/>
                <a:gd name="textAreaRight" fmla="*/ 140040 w 139680"/>
                <a:gd name="textAreaTop" fmla="*/ 0 h 154440"/>
                <a:gd name="textAreaBottom" fmla="*/ 154800 h 154440"/>
                <a:gd name="GluePoint1X" fmla="*/ 13967 w 140173"/>
                <a:gd name="GluePoint1Y" fmla="*/ 154646 h 154772"/>
                <a:gd name="GluePoint2X" fmla="*/ 140173 w 140173"/>
                <a:gd name="GluePoint2Y" fmla="*/ 7745 h 154772"/>
                <a:gd name="GluePoint3X" fmla="*/ 136872 w 140173"/>
                <a:gd name="GluePoint3Y" fmla="*/ 7745 h 154772"/>
                <a:gd name="GluePoint4X" fmla="*/ 132796 w 140173"/>
                <a:gd name="GluePoint4Y" fmla="*/ 1828 h 154772"/>
                <a:gd name="GluePoint5X" fmla="*/ 132809 w 140173"/>
                <a:gd name="GluePoint5Y" fmla="*/ 1778 h 154772"/>
                <a:gd name="GluePoint6X" fmla="*/ 133698 w 140173"/>
                <a:gd name="GluePoint6Y" fmla="*/ 0 h 154772"/>
                <a:gd name="GluePoint7X" fmla="*/ 0 w 140173"/>
                <a:gd name="GluePoint7Y" fmla="*/ 154773 h 154772"/>
                <a:gd name="GluePoint8X" fmla="*/ 0 w 140173"/>
                <a:gd name="GluePoint8Y" fmla="*/ 154773 h 154772"/>
                <a:gd name="GluePoint9X" fmla="*/ 5460 w 140173"/>
                <a:gd name="GluePoint9Y" fmla="*/ 152741 h 1547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79" name="Freeform: Shape 478"/>
            <p:cNvSpPr/>
            <p:nvPr/>
          </p:nvSpPr>
          <p:spPr>
            <a:xfrm>
              <a:off x="4371480" y="1162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0" name="Freeform: Shape 479"/>
            <p:cNvSpPr/>
            <p:nvPr/>
          </p:nvSpPr>
          <p:spPr>
            <a:xfrm>
              <a:off x="5554080" y="1227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1" name="Freeform: Shape 480"/>
            <p:cNvSpPr/>
            <p:nvPr/>
          </p:nvSpPr>
          <p:spPr>
            <a:xfrm>
              <a:off x="5554080" y="12297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2" name="Freeform: Shape 481"/>
            <p:cNvSpPr/>
            <p:nvPr/>
          </p:nvSpPr>
          <p:spPr>
            <a:xfrm>
              <a:off x="5552640" y="1226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3" name="Freeform: Shape 482"/>
            <p:cNvSpPr/>
            <p:nvPr/>
          </p:nvSpPr>
          <p:spPr>
            <a:xfrm>
              <a:off x="4504320" y="997560"/>
              <a:ext cx="1045800" cy="234720"/>
            </a:xfrm>
            <a:custGeom>
              <a:avLst/>
              <a:gdLst>
                <a:gd name="textAreaLeft" fmla="*/ 0 w 1045800"/>
                <a:gd name="textAreaRight" fmla="*/ 1046160 w 1045800"/>
                <a:gd name="textAreaTop" fmla="*/ 0 h 234720"/>
                <a:gd name="textAreaBottom" fmla="*/ 235080 h 234720"/>
                <a:gd name="GluePoint1X" fmla="*/ 4046 w 1046074"/>
                <a:gd name="GluePoint1Y" fmla="*/ 9862 h 234974"/>
                <a:gd name="GluePoint2X" fmla="*/ 7347 w 1046074"/>
                <a:gd name="GluePoint2Y" fmla="*/ 9862 h 234974"/>
                <a:gd name="GluePoint3X" fmla="*/ 1035790 w 1046074"/>
                <a:gd name="GluePoint3Y" fmla="*/ 234975 h 234974"/>
                <a:gd name="GluePoint4X" fmla="*/ 1040361 w 1046074"/>
                <a:gd name="GluePoint4Y" fmla="*/ 229134 h 234974"/>
                <a:gd name="GluePoint5X" fmla="*/ 1040361 w 1046074"/>
                <a:gd name="GluePoint5Y" fmla="*/ 229134 h 234974"/>
                <a:gd name="GluePoint6X" fmla="*/ 1041250 w 1046074"/>
                <a:gd name="GluePoint6Y" fmla="*/ 228373 h 234974"/>
                <a:gd name="GluePoint7X" fmla="*/ 1042012 w 1046074"/>
                <a:gd name="GluePoint7Y" fmla="*/ 228373 h 234974"/>
                <a:gd name="GluePoint8X" fmla="*/ 1043027 w 1046074"/>
                <a:gd name="GluePoint8Y" fmla="*/ 228373 h 234974"/>
                <a:gd name="GluePoint9X" fmla="*/ 1045059 w 1046074"/>
                <a:gd name="GluePoint9Y" fmla="*/ 228373 h 234974"/>
                <a:gd name="GluePoint10X" fmla="*/ 1046075 w 1046074"/>
                <a:gd name="GluePoint10Y" fmla="*/ 228373 h 234974"/>
                <a:gd name="GluePoint11X" fmla="*/ 1046075 w 1046074"/>
                <a:gd name="GluePoint11Y" fmla="*/ 228373 h 234974"/>
                <a:gd name="GluePoint12X" fmla="*/ 1046075 w 1046074"/>
                <a:gd name="GluePoint12Y" fmla="*/ 228373 h 234974"/>
                <a:gd name="GluePoint13X" fmla="*/ 6712 w 1046074"/>
                <a:gd name="GluePoint13Y" fmla="*/ 86 h 234974"/>
                <a:gd name="GluePoint14X" fmla="*/ 4554 w 1046074"/>
                <a:gd name="GluePoint14Y" fmla="*/ 86 h 234974"/>
                <a:gd name="GluePoint15X" fmla="*/ 2776 w 1046074"/>
                <a:gd name="GluePoint15Y" fmla="*/ 86 h 234974"/>
                <a:gd name="GluePoint16X" fmla="*/ 2776 w 1046074"/>
                <a:gd name="GluePoint16Y" fmla="*/ 86 h 234974"/>
                <a:gd name="GluePoint17X" fmla="*/ 1253 w 1046074"/>
                <a:gd name="GluePoint17Y" fmla="*/ 1228 h 234974"/>
                <a:gd name="GluePoint18X" fmla="*/ 1253 w 1046074"/>
                <a:gd name="GluePoint18Y" fmla="*/ 1228 h 234974"/>
                <a:gd name="GluePoint19X" fmla="*/ 1253 w 1046074"/>
                <a:gd name="GluePoint19Y" fmla="*/ 1228 h 234974"/>
                <a:gd name="GluePoint20X" fmla="*/ 364 w 1046074"/>
                <a:gd name="GluePoint20Y" fmla="*/ 3006 h 234974"/>
                <a:gd name="GluePoint21X" fmla="*/ 3196 w 1046074"/>
                <a:gd name="GluePoint21Y" fmla="*/ 9608 h 234974"/>
                <a:gd name="GluePoint22X" fmla="*/ 4046 w 1046074"/>
                <a:gd name="GluePoint22Y" fmla="*/ 9862 h 2349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4" name="Freeform: Shape 483"/>
            <p:cNvSpPr/>
            <p:nvPr/>
          </p:nvSpPr>
          <p:spPr>
            <a:xfrm>
              <a:off x="5550840" y="12261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76 h 76"/>
                <a:gd name="GluePoint2X" fmla="*/ 0 w 888"/>
                <a:gd name="GluePoint2Y" fmla="*/ 76 h 76"/>
                <a:gd name="GluePoint3X" fmla="*/ 0 w 888"/>
                <a:gd name="GluePoint3Y" fmla="*/ 76 h 76"/>
                <a:gd name="GluePoint4X" fmla="*/ 889 w 888"/>
                <a:gd name="GluePoint4Y" fmla="*/ 76 h 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5" name="Freeform: Shape 484"/>
            <p:cNvSpPr/>
            <p:nvPr/>
          </p:nvSpPr>
          <p:spPr>
            <a:xfrm>
              <a:off x="5543280" y="1229400"/>
              <a:ext cx="10440" cy="1083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792 w 10800"/>
                <a:gd name="GluePoint1Y" fmla="*/ 127 h 108798"/>
                <a:gd name="GluePoint2X" fmla="*/ 9904 w 10800"/>
                <a:gd name="GluePoint2Y" fmla="*/ 3301 h 108798"/>
                <a:gd name="GluePoint3X" fmla="*/ 0 w 10800"/>
                <a:gd name="GluePoint3Y" fmla="*/ 15998 h 108798"/>
                <a:gd name="GluePoint4X" fmla="*/ 0 w 10800"/>
                <a:gd name="GluePoint4Y" fmla="*/ 103986 h 108798"/>
                <a:gd name="GluePoint5X" fmla="*/ 6069 w 10800"/>
                <a:gd name="GluePoint5Y" fmla="*/ 108760 h 108798"/>
                <a:gd name="GluePoint6X" fmla="*/ 10031 w 10800"/>
                <a:gd name="GluePoint6Y" fmla="*/ 106272 h 108798"/>
                <a:gd name="GluePoint7X" fmla="*/ 10031 w 10800"/>
                <a:gd name="GluePoint7Y" fmla="*/ 105383 h 108798"/>
                <a:gd name="GluePoint8X" fmla="*/ 10031 w 10800"/>
                <a:gd name="GluePoint8Y" fmla="*/ 104494 h 108798"/>
                <a:gd name="GluePoint9X" fmla="*/ 10031 w 10800"/>
                <a:gd name="GluePoint9Y" fmla="*/ 0 h 10879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6" name="Freeform: Shape 485"/>
            <p:cNvSpPr/>
            <p:nvPr/>
          </p:nvSpPr>
          <p:spPr>
            <a:xfrm>
              <a:off x="5552640" y="12265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5"/>
                <a:gd name="GluePoint2X" fmla="*/ 0 w 634"/>
                <a:gd name="GluePoint2Y" fmla="*/ 0 h 635"/>
                <a:gd name="GluePoint3X" fmla="*/ 0 w 634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7" name="Freeform: Shape 486"/>
            <p:cNvSpPr/>
            <p:nvPr/>
          </p:nvSpPr>
          <p:spPr>
            <a:xfrm>
              <a:off x="5549400" y="12250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8" name="Freeform: Shape 487"/>
            <p:cNvSpPr/>
            <p:nvPr/>
          </p:nvSpPr>
          <p:spPr>
            <a:xfrm>
              <a:off x="5554080" y="1227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89" name="Freeform: Shape 488"/>
            <p:cNvSpPr/>
            <p:nvPr/>
          </p:nvSpPr>
          <p:spPr>
            <a:xfrm>
              <a:off x="5452560" y="1225080"/>
              <a:ext cx="100080" cy="12852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28520"/>
                <a:gd name="textAreaBottom" fmla="*/ 128880 h 128520"/>
                <a:gd name="GluePoint1X" fmla="*/ 97131 w 100439"/>
                <a:gd name="GluePoint1Y" fmla="*/ 0 h 128871"/>
                <a:gd name="GluePoint2X" fmla="*/ 95099 w 100439"/>
                <a:gd name="GluePoint2Y" fmla="*/ 0 h 128871"/>
                <a:gd name="GluePoint3X" fmla="*/ 94084 w 100439"/>
                <a:gd name="GluePoint3Y" fmla="*/ 0 h 128871"/>
                <a:gd name="GluePoint4X" fmla="*/ 93322 w 100439"/>
                <a:gd name="GluePoint4Y" fmla="*/ 0 h 128871"/>
                <a:gd name="GluePoint5X" fmla="*/ 92433 w 100439"/>
                <a:gd name="GluePoint5Y" fmla="*/ 762 h 128871"/>
                <a:gd name="GluePoint6X" fmla="*/ 92433 w 100439"/>
                <a:gd name="GluePoint6Y" fmla="*/ 762 h 128871"/>
                <a:gd name="GluePoint7X" fmla="*/ 87862 w 100439"/>
                <a:gd name="GluePoint7Y" fmla="*/ 6603 h 128871"/>
                <a:gd name="GluePoint8X" fmla="*/ 0 w 100439"/>
                <a:gd name="GluePoint8Y" fmla="*/ 122904 h 128871"/>
                <a:gd name="GluePoint9X" fmla="*/ 3555 w 100439"/>
                <a:gd name="GluePoint9Y" fmla="*/ 123539 h 128871"/>
                <a:gd name="GluePoint10X" fmla="*/ 3555 w 100439"/>
                <a:gd name="GluePoint10Y" fmla="*/ 123539 h 128871"/>
                <a:gd name="GluePoint11X" fmla="*/ 4444 w 100439"/>
                <a:gd name="GluePoint11Y" fmla="*/ 123539 h 128871"/>
                <a:gd name="GluePoint12X" fmla="*/ 5333 w 100439"/>
                <a:gd name="GluePoint12Y" fmla="*/ 124174 h 128871"/>
                <a:gd name="GluePoint13X" fmla="*/ 6095 w 100439"/>
                <a:gd name="GluePoint13Y" fmla="*/ 124809 h 128871"/>
                <a:gd name="GluePoint14X" fmla="*/ 6095 w 100439"/>
                <a:gd name="GluePoint14Y" fmla="*/ 125571 h 128871"/>
                <a:gd name="GluePoint15X" fmla="*/ 6095 w 100439"/>
                <a:gd name="GluePoint15Y" fmla="*/ 126332 h 128871"/>
                <a:gd name="GluePoint16X" fmla="*/ 6095 w 100439"/>
                <a:gd name="GluePoint16Y" fmla="*/ 127348 h 128871"/>
                <a:gd name="GluePoint17X" fmla="*/ 6095 w 100439"/>
                <a:gd name="GluePoint17Y" fmla="*/ 127348 h 128871"/>
                <a:gd name="GluePoint18X" fmla="*/ 6095 w 100439"/>
                <a:gd name="GluePoint18Y" fmla="*/ 128871 h 128871"/>
                <a:gd name="GluePoint19X" fmla="*/ 89640 w 100439"/>
                <a:gd name="GluePoint19Y" fmla="*/ 19426 h 128871"/>
                <a:gd name="GluePoint20X" fmla="*/ 99543 w 100439"/>
                <a:gd name="GluePoint20Y" fmla="*/ 6729 h 128871"/>
                <a:gd name="GluePoint21X" fmla="*/ 100432 w 100439"/>
                <a:gd name="GluePoint21Y" fmla="*/ 3555 h 128871"/>
                <a:gd name="GluePoint22X" fmla="*/ 100432 w 100439"/>
                <a:gd name="GluePoint22Y" fmla="*/ 3555 h 128871"/>
                <a:gd name="GluePoint23X" fmla="*/ 100432 w 100439"/>
                <a:gd name="GluePoint23Y" fmla="*/ 3555 h 128871"/>
                <a:gd name="GluePoint24X" fmla="*/ 100432 w 100439"/>
                <a:gd name="GluePoint24Y" fmla="*/ 2667 h 128871"/>
                <a:gd name="GluePoint25X" fmla="*/ 100432 w 100439"/>
                <a:gd name="GluePoint25Y" fmla="*/ 2667 h 128871"/>
                <a:gd name="GluePoint26X" fmla="*/ 100432 w 100439"/>
                <a:gd name="GluePoint26Y" fmla="*/ 2667 h 128871"/>
                <a:gd name="GluePoint27X" fmla="*/ 99797 w 100439"/>
                <a:gd name="GluePoint27Y" fmla="*/ 2032 h 128871"/>
                <a:gd name="GluePoint28X" fmla="*/ 99797 w 100439"/>
                <a:gd name="GluePoint28Y" fmla="*/ 2032 h 128871"/>
                <a:gd name="GluePoint29X" fmla="*/ 99162 w 100439"/>
                <a:gd name="GluePoint29Y" fmla="*/ 2032 h 128871"/>
                <a:gd name="GluePoint30X" fmla="*/ 98147 w 100439"/>
                <a:gd name="GluePoint30Y" fmla="*/ 2032 h 1288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0" name="Freeform: Shape 489"/>
            <p:cNvSpPr/>
            <p:nvPr/>
          </p:nvSpPr>
          <p:spPr>
            <a:xfrm>
              <a:off x="5449320" y="13532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5 w 10712"/>
                <a:gd name="GluePoint1Y" fmla="*/ 104494 h 109090"/>
                <a:gd name="GluePoint2X" fmla="*/ 10665 w 10712"/>
                <a:gd name="GluePoint2Y" fmla="*/ 0 h 109090"/>
                <a:gd name="GluePoint3X" fmla="*/ 10665 w 10712"/>
                <a:gd name="GluePoint3Y" fmla="*/ 0 h 109090"/>
                <a:gd name="GluePoint4X" fmla="*/ 10665 w 10712"/>
                <a:gd name="GluePoint4Y" fmla="*/ 1396 h 109090"/>
                <a:gd name="GluePoint5X" fmla="*/ 5333 w 10712"/>
                <a:gd name="GluePoint5Y" fmla="*/ 5333 h 109090"/>
                <a:gd name="GluePoint6X" fmla="*/ 4317 w 10712"/>
                <a:gd name="GluePoint6Y" fmla="*/ 5333 h 109090"/>
                <a:gd name="GluePoint7X" fmla="*/ 0 w 10712"/>
                <a:gd name="GluePoint7Y" fmla="*/ 4571 h 109090"/>
                <a:gd name="GluePoint8X" fmla="*/ 0 w 10712"/>
                <a:gd name="GluePoint8Y" fmla="*/ 104113 h 109090"/>
                <a:gd name="GluePoint9X" fmla="*/ 5320 w 10712"/>
                <a:gd name="GluePoint9Y" fmla="*/ 108938 h 109090"/>
                <a:gd name="GluePoint10X" fmla="*/ 5333 w 10712"/>
                <a:gd name="GluePoint10Y" fmla="*/ 108938 h 109090"/>
                <a:gd name="GluePoint11X" fmla="*/ 5333 w 10712"/>
                <a:gd name="GluePoint11Y" fmla="*/ 108938 h 109090"/>
                <a:gd name="GluePoint12X" fmla="*/ 7618 w 10712"/>
                <a:gd name="GluePoint12Y" fmla="*/ 108938 h 109090"/>
                <a:gd name="GluePoint13X" fmla="*/ 7618 w 10712"/>
                <a:gd name="GluePoint13Y" fmla="*/ 108938 h 109090"/>
                <a:gd name="GluePoint14X" fmla="*/ 7618 w 10712"/>
                <a:gd name="GluePoint14Y" fmla="*/ 108938 h 109090"/>
                <a:gd name="GluePoint15X" fmla="*/ 7618 w 10712"/>
                <a:gd name="GluePoint15Y" fmla="*/ 108938 h 109090"/>
                <a:gd name="GluePoint16X" fmla="*/ 8253 w 10712"/>
                <a:gd name="GluePoint16Y" fmla="*/ 108303 h 109090"/>
                <a:gd name="GluePoint17X" fmla="*/ 9269 w 10712"/>
                <a:gd name="GluePoint17Y" fmla="*/ 106526 h 109090"/>
                <a:gd name="GluePoint18X" fmla="*/ 10665 w 10712"/>
                <a:gd name="GluePoint18Y" fmla="*/ 104494 h 1090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1" name="Freeform: Shape 490"/>
            <p:cNvSpPr/>
            <p:nvPr/>
          </p:nvSpPr>
          <p:spPr>
            <a:xfrm>
              <a:off x="4370400" y="1153080"/>
              <a:ext cx="1088640" cy="20448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204480"/>
                <a:gd name="textAreaBottom" fmla="*/ 204840 h 204480"/>
                <a:gd name="GluePoint1X" fmla="*/ 57 w 1089130"/>
                <a:gd name="GluePoint1Y" fmla="*/ 5793 h 204759"/>
                <a:gd name="GluePoint2X" fmla="*/ 57 w 1089130"/>
                <a:gd name="GluePoint2Y" fmla="*/ 6682 h 204759"/>
                <a:gd name="GluePoint3X" fmla="*/ 57 w 1089130"/>
                <a:gd name="GluePoint3Y" fmla="*/ 7571 h 204759"/>
                <a:gd name="GluePoint4X" fmla="*/ 692 w 1089130"/>
                <a:gd name="GluePoint4Y" fmla="*/ 8333 h 204759"/>
                <a:gd name="GluePoint5X" fmla="*/ 1327 w 1089130"/>
                <a:gd name="GluePoint5Y" fmla="*/ 8333 h 204759"/>
                <a:gd name="GluePoint6X" fmla="*/ 3485 w 1089130"/>
                <a:gd name="GluePoint6Y" fmla="*/ 9222 h 204759"/>
                <a:gd name="GluePoint7X" fmla="*/ 9961 w 1089130"/>
                <a:gd name="GluePoint7Y" fmla="*/ 10364 h 204759"/>
                <a:gd name="GluePoint8X" fmla="*/ 1078399 w 1089130"/>
                <a:gd name="GluePoint8Y" fmla="*/ 203989 h 204759"/>
                <a:gd name="GluePoint9X" fmla="*/ 1082715 w 1089130"/>
                <a:gd name="GluePoint9Y" fmla="*/ 204751 h 204759"/>
                <a:gd name="GluePoint10X" fmla="*/ 1083731 w 1089130"/>
                <a:gd name="GluePoint10Y" fmla="*/ 204751 h 204759"/>
                <a:gd name="GluePoint11X" fmla="*/ 1089064 w 1089130"/>
                <a:gd name="GluePoint11Y" fmla="*/ 200815 h 204759"/>
                <a:gd name="GluePoint12X" fmla="*/ 1089064 w 1089130"/>
                <a:gd name="GluePoint12Y" fmla="*/ 199418 h 204759"/>
                <a:gd name="GluePoint13X" fmla="*/ 1089064 w 1089130"/>
                <a:gd name="GluePoint13Y" fmla="*/ 198402 h 204759"/>
                <a:gd name="GluePoint14X" fmla="*/ 1089064 w 1089130"/>
                <a:gd name="GluePoint14Y" fmla="*/ 197641 h 204759"/>
                <a:gd name="GluePoint15X" fmla="*/ 1089064 w 1089130"/>
                <a:gd name="GluePoint15Y" fmla="*/ 196879 h 204759"/>
                <a:gd name="GluePoint16X" fmla="*/ 1088302 w 1089130"/>
                <a:gd name="GluePoint16Y" fmla="*/ 196244 h 204759"/>
                <a:gd name="GluePoint17X" fmla="*/ 1087413 w 1089130"/>
                <a:gd name="GluePoint17Y" fmla="*/ 195609 h 204759"/>
                <a:gd name="GluePoint18X" fmla="*/ 1086524 w 1089130"/>
                <a:gd name="GluePoint18Y" fmla="*/ 195609 h 204759"/>
                <a:gd name="GluePoint19X" fmla="*/ 1086524 w 1089130"/>
                <a:gd name="GluePoint19Y" fmla="*/ 195609 h 204759"/>
                <a:gd name="GluePoint20X" fmla="*/ 1082969 w 1089130"/>
                <a:gd name="GluePoint20Y" fmla="*/ 194974 h 204759"/>
                <a:gd name="GluePoint21X" fmla="*/ 16436 w 1089130"/>
                <a:gd name="GluePoint21Y" fmla="*/ 1731 h 204759"/>
                <a:gd name="GluePoint22X" fmla="*/ 7802 w 1089130"/>
                <a:gd name="GluePoint22Y" fmla="*/ 80 h 204759"/>
                <a:gd name="GluePoint23X" fmla="*/ 2343 w 1089130"/>
                <a:gd name="GluePoint23Y" fmla="*/ 2111 h 204759"/>
                <a:gd name="GluePoint24X" fmla="*/ 2343 w 1089130"/>
                <a:gd name="GluePoint24Y" fmla="*/ 2111 h 204759"/>
                <a:gd name="GluePoint25X" fmla="*/ 2343 w 1089130"/>
                <a:gd name="GluePoint25Y" fmla="*/ 2111 h 204759"/>
                <a:gd name="GluePoint26X" fmla="*/ 2343 w 1089130"/>
                <a:gd name="GluePoint26Y" fmla="*/ 3127 h 204759"/>
                <a:gd name="GluePoint27X" fmla="*/ 2343 w 1089130"/>
                <a:gd name="GluePoint27Y" fmla="*/ 3127 h 204759"/>
                <a:gd name="GluePoint28X" fmla="*/ 2343 w 1089130"/>
                <a:gd name="GluePoint28Y" fmla="*/ 3762 h 204759"/>
                <a:gd name="GluePoint29X" fmla="*/ 57 w 1089130"/>
                <a:gd name="GluePoint29Y" fmla="*/ 5793 h 20475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2" name="Freeform: Shape 491"/>
            <p:cNvSpPr/>
            <p:nvPr/>
          </p:nvSpPr>
          <p:spPr>
            <a:xfrm>
              <a:off x="8659080" y="2038680"/>
              <a:ext cx="97200" cy="8424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4240"/>
                <a:gd name="textAreaBottom" fmla="*/ 84600 h 84240"/>
                <a:gd name="GluePoint1X" fmla="*/ 88370 w 97638"/>
                <a:gd name="GluePoint1Y" fmla="*/ 2032 h 84687"/>
                <a:gd name="GluePoint2X" fmla="*/ 88370 w 97638"/>
                <a:gd name="GluePoint2Y" fmla="*/ 0 h 84687"/>
                <a:gd name="GluePoint3X" fmla="*/ 1651 w 97638"/>
                <a:gd name="GluePoint3Y" fmla="*/ 70721 h 84687"/>
                <a:gd name="GluePoint4X" fmla="*/ 1651 w 97638"/>
                <a:gd name="GluePoint4Y" fmla="*/ 81640 h 84687"/>
                <a:gd name="GluePoint5X" fmla="*/ 1651 w 97638"/>
                <a:gd name="GluePoint5Y" fmla="*/ 82401 h 84687"/>
                <a:gd name="GluePoint6X" fmla="*/ 1651 w 97638"/>
                <a:gd name="GluePoint6Y" fmla="*/ 82401 h 84687"/>
                <a:gd name="GluePoint7X" fmla="*/ 1651 w 97638"/>
                <a:gd name="GluePoint7Y" fmla="*/ 82401 h 84687"/>
                <a:gd name="GluePoint8X" fmla="*/ 0 w 97638"/>
                <a:gd name="GluePoint8Y" fmla="*/ 84687 h 84687"/>
                <a:gd name="GluePoint9X" fmla="*/ 0 w 97638"/>
                <a:gd name="GluePoint9Y" fmla="*/ 84687 h 84687"/>
                <a:gd name="GluePoint10X" fmla="*/ 97639 w 97638"/>
                <a:gd name="GluePoint10Y" fmla="*/ 5206 h 84687"/>
                <a:gd name="GluePoint11X" fmla="*/ 97639 w 97638"/>
                <a:gd name="GluePoint11Y" fmla="*/ 5206 h 84687"/>
                <a:gd name="GluePoint12X" fmla="*/ 93957 w 97638"/>
                <a:gd name="GluePoint12Y" fmla="*/ 6475 h 84687"/>
                <a:gd name="GluePoint13X" fmla="*/ 88370 w 97638"/>
                <a:gd name="GluePoint13Y" fmla="*/ 2032 h 846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9600" bIns="396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3" name="Freeform: Shape 492"/>
            <p:cNvSpPr/>
            <p:nvPr/>
          </p:nvSpPr>
          <p:spPr>
            <a:xfrm>
              <a:off x="8257680" y="2018160"/>
              <a:ext cx="397080" cy="1065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6560"/>
                <a:gd name="textAreaBottom" fmla="*/ 106920 h 106560"/>
                <a:gd name="GluePoint1X" fmla="*/ 392205 w 397410"/>
                <a:gd name="GluePoint1Y" fmla="*/ 101827 h 106906"/>
                <a:gd name="GluePoint2X" fmla="*/ 392205 w 397410"/>
                <a:gd name="GluePoint2Y" fmla="*/ 95479 h 106906"/>
                <a:gd name="GluePoint3X" fmla="*/ 7110 w 397410"/>
                <a:gd name="GluePoint3Y" fmla="*/ 0 h 106906"/>
                <a:gd name="GluePoint4X" fmla="*/ 7110 w 397410"/>
                <a:gd name="GluePoint4Y" fmla="*/ 3682 h 106906"/>
                <a:gd name="GluePoint5X" fmla="*/ 1778 w 397410"/>
                <a:gd name="GluePoint5Y" fmla="*/ 8634 h 106906"/>
                <a:gd name="GluePoint6X" fmla="*/ 0 w 397410"/>
                <a:gd name="GluePoint6Y" fmla="*/ 8634 h 106906"/>
                <a:gd name="GluePoint7X" fmla="*/ 0 w 397410"/>
                <a:gd name="GluePoint7Y" fmla="*/ 8634 h 106906"/>
                <a:gd name="GluePoint8X" fmla="*/ 396014 w 397410"/>
                <a:gd name="GluePoint8Y" fmla="*/ 106906 h 106906"/>
                <a:gd name="GluePoint9X" fmla="*/ 397410 w 397410"/>
                <a:gd name="GluePoint9Y" fmla="*/ 106906 h 106906"/>
                <a:gd name="GluePoint10X" fmla="*/ 392205 w 397410"/>
                <a:gd name="GluePoint10Y" fmla="*/ 101827 h 10690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4" name="Freeform: Shape 493"/>
            <p:cNvSpPr/>
            <p:nvPr/>
          </p:nvSpPr>
          <p:spPr>
            <a:xfrm>
              <a:off x="8660520" y="2121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5" name="Freeform: Shape 494"/>
            <p:cNvSpPr/>
            <p:nvPr/>
          </p:nvSpPr>
          <p:spPr>
            <a:xfrm>
              <a:off x="8255520" y="1915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6" name="Freeform: Shape 495"/>
            <p:cNvSpPr/>
            <p:nvPr/>
          </p:nvSpPr>
          <p:spPr>
            <a:xfrm>
              <a:off x="8254440" y="19166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56"/>
                <a:gd name="GluePoint2X" fmla="*/ 56 w 56"/>
                <a:gd name="GluePoint2Y" fmla="*/ 0 h 56"/>
                <a:gd name="GluePoint3X" fmla="*/ 56 w 56"/>
                <a:gd name="GluePoint3Y" fmla="*/ 0 h 56"/>
                <a:gd name="GluePoint4X" fmla="*/ 56 w 56"/>
                <a:gd name="GluePoint4Y" fmla="*/ 0 h 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7" name="Freeform: Shape 496"/>
            <p:cNvSpPr/>
            <p:nvPr/>
          </p:nvSpPr>
          <p:spPr>
            <a:xfrm>
              <a:off x="8255160" y="1920240"/>
              <a:ext cx="9000" cy="1062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6200"/>
                <a:gd name="textAreaBottom" fmla="*/ 106560 h 106200"/>
                <a:gd name="GluePoint1X" fmla="*/ 9443 w 9443"/>
                <a:gd name="GluePoint1Y" fmla="*/ 101827 h 106493"/>
                <a:gd name="GluePoint2X" fmla="*/ 9443 w 9443"/>
                <a:gd name="GluePoint2Y" fmla="*/ 5079 h 106493"/>
                <a:gd name="GluePoint3X" fmla="*/ 2587 w 9443"/>
                <a:gd name="GluePoint3Y" fmla="*/ 3428 h 106493"/>
                <a:gd name="GluePoint4X" fmla="*/ 2587 w 9443"/>
                <a:gd name="GluePoint4Y" fmla="*/ 3428 h 106493"/>
                <a:gd name="GluePoint5X" fmla="*/ 1825 w 9443"/>
                <a:gd name="GluePoint5Y" fmla="*/ 3428 h 106493"/>
                <a:gd name="GluePoint6X" fmla="*/ 682 w 9443"/>
                <a:gd name="GluePoint6Y" fmla="*/ 2666 h 106493"/>
                <a:gd name="GluePoint7X" fmla="*/ 682 w 9443"/>
                <a:gd name="GluePoint7Y" fmla="*/ 2666 h 106493"/>
                <a:gd name="GluePoint8X" fmla="*/ 682 w 9443"/>
                <a:gd name="GluePoint8Y" fmla="*/ 2666 h 106493"/>
                <a:gd name="GluePoint9X" fmla="*/ 48 w 9443"/>
                <a:gd name="GluePoint9Y" fmla="*/ 1777 h 106493"/>
                <a:gd name="GluePoint10X" fmla="*/ 48 w 9443"/>
                <a:gd name="GluePoint10Y" fmla="*/ 1016 h 106493"/>
                <a:gd name="GluePoint11X" fmla="*/ 48 w 9443"/>
                <a:gd name="GluePoint11Y" fmla="*/ 0 h 106493"/>
                <a:gd name="GluePoint12X" fmla="*/ 48 w 9443"/>
                <a:gd name="GluePoint12Y" fmla="*/ 0 h 106493"/>
                <a:gd name="GluePoint13X" fmla="*/ 48 w 9443"/>
                <a:gd name="GluePoint13Y" fmla="*/ 0 h 106493"/>
                <a:gd name="GluePoint14X" fmla="*/ 48 w 9443"/>
                <a:gd name="GluePoint14Y" fmla="*/ 103097 h 106493"/>
                <a:gd name="GluePoint15X" fmla="*/ 48 w 9443"/>
                <a:gd name="GluePoint15Y" fmla="*/ 103097 h 106493"/>
                <a:gd name="GluePoint16X" fmla="*/ 48 w 9443"/>
                <a:gd name="GluePoint16Y" fmla="*/ 103986 h 106493"/>
                <a:gd name="GluePoint17X" fmla="*/ 48 w 9443"/>
                <a:gd name="GluePoint17Y" fmla="*/ 104875 h 106493"/>
                <a:gd name="GluePoint18X" fmla="*/ 48 w 9443"/>
                <a:gd name="GluePoint18Y" fmla="*/ 105637 h 106493"/>
                <a:gd name="GluePoint19X" fmla="*/ 809 w 9443"/>
                <a:gd name="GluePoint19Y" fmla="*/ 106398 h 106493"/>
                <a:gd name="GluePoint20X" fmla="*/ 1571 w 9443"/>
                <a:gd name="GluePoint20Y" fmla="*/ 106398 h 106493"/>
                <a:gd name="GluePoint21X" fmla="*/ 2587 w 9443"/>
                <a:gd name="GluePoint21Y" fmla="*/ 106398 h 106493"/>
                <a:gd name="GluePoint22X" fmla="*/ 4365 w 9443"/>
                <a:gd name="GluePoint22Y" fmla="*/ 106398 h 106493"/>
                <a:gd name="GluePoint23X" fmla="*/ 9443 w 9443"/>
                <a:gd name="GluePoint23Y" fmla="*/ 101827 h 106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8" name="Freeform: Shape 497"/>
            <p:cNvSpPr/>
            <p:nvPr/>
          </p:nvSpPr>
          <p:spPr>
            <a:xfrm>
              <a:off x="8649720" y="2018520"/>
              <a:ext cx="10440" cy="105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5840"/>
                <a:gd name="textAreaBottom" fmla="*/ 106200 h 105840"/>
                <a:gd name="GluePoint1X" fmla="*/ 10793 w 10830"/>
                <a:gd name="GluePoint1Y" fmla="*/ 102335 h 106277"/>
                <a:gd name="GluePoint2X" fmla="*/ 10793 w 10830"/>
                <a:gd name="GluePoint2Y" fmla="*/ 101574 h 106277"/>
                <a:gd name="GluePoint3X" fmla="*/ 10793 w 10830"/>
                <a:gd name="GluePoint3Y" fmla="*/ 0 h 106277"/>
                <a:gd name="GluePoint4X" fmla="*/ 8888 w 10830"/>
                <a:gd name="GluePoint4Y" fmla="*/ 1396 h 106277"/>
                <a:gd name="GluePoint5X" fmla="*/ 8888 w 10830"/>
                <a:gd name="GluePoint5Y" fmla="*/ 1396 h 106277"/>
                <a:gd name="GluePoint6X" fmla="*/ 5460 w 10830"/>
                <a:gd name="GluePoint6Y" fmla="*/ 2539 h 106277"/>
                <a:gd name="GluePoint7X" fmla="*/ 4063 w 10830"/>
                <a:gd name="GluePoint7Y" fmla="*/ 2539 h 106277"/>
                <a:gd name="GluePoint8X" fmla="*/ 0 w 10830"/>
                <a:gd name="GluePoint8Y" fmla="*/ 1524 h 106277"/>
                <a:gd name="GluePoint9X" fmla="*/ 0 w 10830"/>
                <a:gd name="GluePoint9Y" fmla="*/ 101320 h 106277"/>
                <a:gd name="GluePoint10X" fmla="*/ 5447 w 10830"/>
                <a:gd name="GluePoint10Y" fmla="*/ 106271 h 106277"/>
                <a:gd name="GluePoint11X" fmla="*/ 5460 w 10830"/>
                <a:gd name="GluePoint11Y" fmla="*/ 106271 h 106277"/>
                <a:gd name="GluePoint12X" fmla="*/ 8380 w 10830"/>
                <a:gd name="GluePoint12Y" fmla="*/ 105382 h 106277"/>
                <a:gd name="GluePoint13X" fmla="*/ 8380 w 10830"/>
                <a:gd name="GluePoint13Y" fmla="*/ 105382 h 106277"/>
                <a:gd name="GluePoint14X" fmla="*/ 8380 w 10830"/>
                <a:gd name="GluePoint14Y" fmla="*/ 105382 h 106277"/>
                <a:gd name="GluePoint15X" fmla="*/ 10031 w 10830"/>
                <a:gd name="GluePoint15Y" fmla="*/ 103097 h 106277"/>
                <a:gd name="GluePoint16X" fmla="*/ 10793 w 10830"/>
                <a:gd name="GluePoint16Y" fmla="*/ 102335 h 1062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199" name="Freeform: Shape 498"/>
            <p:cNvSpPr/>
            <p:nvPr/>
          </p:nvSpPr>
          <p:spPr>
            <a:xfrm>
              <a:off x="8254440" y="191628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1016 h 1015"/>
                <a:gd name="GluePoint2X" fmla="*/ 0 w 12696"/>
                <a:gd name="GluePoint2Y" fmla="*/ 1016 h 1015"/>
                <a:gd name="GluePoint3X" fmla="*/ 0 w 12696"/>
                <a:gd name="GluePoint3Y" fmla="*/ 1016 h 1015"/>
                <a:gd name="GluePoint4X" fmla="*/ 0 w 12696"/>
                <a:gd name="GluePoint4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0" name="Freeform: Shape 499"/>
            <p:cNvSpPr/>
            <p:nvPr/>
          </p:nvSpPr>
          <p:spPr>
            <a:xfrm>
              <a:off x="8255520" y="1915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127 h 888"/>
                <a:gd name="GluePoint2X" fmla="*/ 0 w 761"/>
                <a:gd name="GluePoint2Y" fmla="*/ 888 h 888"/>
                <a:gd name="GluePoint3X" fmla="*/ 762 w 761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1" name="Freeform: Shape 500"/>
            <p:cNvSpPr/>
            <p:nvPr/>
          </p:nvSpPr>
          <p:spPr>
            <a:xfrm>
              <a:off x="8655480" y="20203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3"/>
                <a:gd name="GluePoint2X" fmla="*/ 0 w 3428"/>
                <a:gd name="GluePoint2Y" fmla="*/ 1143 h 1143"/>
                <a:gd name="GluePoint3X" fmla="*/ 3428 w 3428"/>
                <a:gd name="GluePoint3Y" fmla="*/ 0 h 1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2" name="Freeform: Shape 501"/>
            <p:cNvSpPr/>
            <p:nvPr/>
          </p:nvSpPr>
          <p:spPr>
            <a:xfrm>
              <a:off x="8258040" y="1916640"/>
              <a:ext cx="397080" cy="1047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4760"/>
                <a:gd name="textAreaBottom" fmla="*/ 105120 h 104760"/>
                <a:gd name="GluePoint1X" fmla="*/ 394236 w 397410"/>
                <a:gd name="GluePoint1Y" fmla="*/ 96495 h 105002"/>
                <a:gd name="GluePoint2X" fmla="*/ 396395 w 397410"/>
                <a:gd name="GluePoint2Y" fmla="*/ 94717 h 105002"/>
                <a:gd name="GluePoint3X" fmla="*/ 12824 w 397410"/>
                <a:gd name="GluePoint3Y" fmla="*/ 0 h 105002"/>
                <a:gd name="GluePoint4X" fmla="*/ 5460 w 397410"/>
                <a:gd name="GluePoint4Y" fmla="*/ 6095 h 105002"/>
                <a:gd name="GluePoint5X" fmla="*/ 1904 w 397410"/>
                <a:gd name="GluePoint5Y" fmla="*/ 7237 h 105002"/>
                <a:gd name="GluePoint6X" fmla="*/ 0 w 397410"/>
                <a:gd name="GluePoint6Y" fmla="*/ 7237 h 105002"/>
                <a:gd name="GluePoint7X" fmla="*/ 0 w 397410"/>
                <a:gd name="GluePoint7Y" fmla="*/ 7237 h 105002"/>
                <a:gd name="GluePoint8X" fmla="*/ 6856 w 397410"/>
                <a:gd name="GluePoint8Y" fmla="*/ 8888 h 105002"/>
                <a:gd name="GluePoint9X" fmla="*/ 391951 w 397410"/>
                <a:gd name="GluePoint9Y" fmla="*/ 103986 h 105002"/>
                <a:gd name="GluePoint10X" fmla="*/ 396014 w 397410"/>
                <a:gd name="GluePoint10Y" fmla="*/ 105002 h 105002"/>
                <a:gd name="GluePoint11X" fmla="*/ 397410 w 397410"/>
                <a:gd name="GluePoint11Y" fmla="*/ 105002 h 105002"/>
                <a:gd name="GluePoint12X" fmla="*/ 393347 w 397410"/>
                <a:gd name="GluePoint12Y" fmla="*/ 103351 h 105002"/>
                <a:gd name="GluePoint13X" fmla="*/ 393716 w 397410"/>
                <a:gd name="GluePoint13Y" fmla="*/ 96901 h 105002"/>
                <a:gd name="GluePoint14X" fmla="*/ 394236 w 397410"/>
                <a:gd name="GluePoint14Y" fmla="*/ 96495 h 105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3" name="Freeform: Shape 502"/>
            <p:cNvSpPr/>
            <p:nvPr/>
          </p:nvSpPr>
          <p:spPr>
            <a:xfrm>
              <a:off x="8650800" y="1939320"/>
              <a:ext cx="97200" cy="8208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2080"/>
                <a:gd name="textAreaBottom" fmla="*/ 82440 h 82080"/>
                <a:gd name="GluePoint1X" fmla="*/ 96772 w 97660"/>
                <a:gd name="GluePoint1Y" fmla="*/ 1524 h 82404"/>
                <a:gd name="GluePoint2X" fmla="*/ 91692 w 97660"/>
                <a:gd name="GluePoint2Y" fmla="*/ 0 h 82404"/>
                <a:gd name="GluePoint3X" fmla="*/ 2815 w 97660"/>
                <a:gd name="GluePoint3Y" fmla="*/ 71990 h 82404"/>
                <a:gd name="GluePoint4X" fmla="*/ 1545 w 97660"/>
                <a:gd name="GluePoint4Y" fmla="*/ 74149 h 82404"/>
                <a:gd name="GluePoint5X" fmla="*/ 1139 w 97660"/>
                <a:gd name="GluePoint5Y" fmla="*/ 80599 h 82404"/>
                <a:gd name="GluePoint6X" fmla="*/ 1545 w 97660"/>
                <a:gd name="GluePoint6Y" fmla="*/ 81005 h 82404"/>
                <a:gd name="GluePoint7X" fmla="*/ 9037 w 97660"/>
                <a:gd name="GluePoint7Y" fmla="*/ 81005 h 82404"/>
                <a:gd name="GluePoint8X" fmla="*/ 9037 w 97660"/>
                <a:gd name="GluePoint8Y" fmla="*/ 81005 h 82404"/>
                <a:gd name="GluePoint9X" fmla="*/ 10941 w 97660"/>
                <a:gd name="GluePoint9Y" fmla="*/ 79608 h 82404"/>
                <a:gd name="GluePoint10X" fmla="*/ 97660 w 97660"/>
                <a:gd name="GluePoint10Y" fmla="*/ 8887 h 82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7440" bIns="374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4" name="Freeform: Shape 503"/>
            <p:cNvSpPr/>
            <p:nvPr/>
          </p:nvSpPr>
          <p:spPr>
            <a:xfrm>
              <a:off x="8757360" y="19342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5" name="Freeform: Shape 504"/>
            <p:cNvSpPr/>
            <p:nvPr/>
          </p:nvSpPr>
          <p:spPr>
            <a:xfrm>
              <a:off x="8755200" y="19332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6" name="Freeform: Shape 505"/>
            <p:cNvSpPr/>
            <p:nvPr/>
          </p:nvSpPr>
          <p:spPr>
            <a:xfrm>
              <a:off x="875808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2"/>
                <a:gd name="GluePoint2X" fmla="*/ 0 w 47"/>
                <a:gd name="GluePoint2Y" fmla="*/ 0 h 762"/>
                <a:gd name="GluePoint3X" fmla="*/ 0 w 47"/>
                <a:gd name="GluePoint3Y" fmla="*/ 635 h 7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7" name="Freeform: Shape 506"/>
            <p:cNvSpPr/>
            <p:nvPr/>
          </p:nvSpPr>
          <p:spPr>
            <a:xfrm>
              <a:off x="8580960" y="1889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762 h 761"/>
                <a:gd name="GluePoint2X" fmla="*/ 635 w 634"/>
                <a:gd name="GluePoint2Y" fmla="*/ 762 h 761"/>
                <a:gd name="GluePoint3X" fmla="*/ 0 w 634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8" name="Freeform: Shape 507"/>
            <p:cNvSpPr/>
            <p:nvPr/>
          </p:nvSpPr>
          <p:spPr>
            <a:xfrm>
              <a:off x="8582760" y="1816560"/>
              <a:ext cx="80280" cy="67680"/>
            </a:xfrm>
            <a:custGeom>
              <a:avLst/>
              <a:gdLst>
                <a:gd name="textAreaLeft" fmla="*/ 0 w 80280"/>
                <a:gd name="textAreaRight" fmla="*/ 80640 w 80280"/>
                <a:gd name="textAreaTop" fmla="*/ 0 h 67680"/>
                <a:gd name="textAreaBottom" fmla="*/ 68040 h 67680"/>
                <a:gd name="GluePoint1X" fmla="*/ 4698 w 80624"/>
                <a:gd name="GluePoint1Y" fmla="*/ 65515 h 68181"/>
                <a:gd name="GluePoint2X" fmla="*/ 13459 w 80624"/>
                <a:gd name="GluePoint2Y" fmla="*/ 68181 h 68181"/>
                <a:gd name="GluePoint3X" fmla="*/ 78212 w 80624"/>
                <a:gd name="GluePoint3Y" fmla="*/ 15109 h 68181"/>
                <a:gd name="GluePoint4X" fmla="*/ 78212 w 80624"/>
                <a:gd name="GluePoint4Y" fmla="*/ 4063 h 68181"/>
                <a:gd name="GluePoint5X" fmla="*/ 80625 w 80624"/>
                <a:gd name="GluePoint5Y" fmla="*/ 0 h 68181"/>
                <a:gd name="GluePoint6X" fmla="*/ 80625 w 80624"/>
                <a:gd name="GluePoint6Y" fmla="*/ 0 h 68181"/>
                <a:gd name="GluePoint7X" fmla="*/ 32757 w 80624"/>
                <a:gd name="GluePoint7Y" fmla="*/ 39233 h 68181"/>
                <a:gd name="GluePoint8X" fmla="*/ 0 w 80624"/>
                <a:gd name="GluePoint8Y" fmla="*/ 66150 h 68181"/>
                <a:gd name="GluePoint9X" fmla="*/ 0 w 80624"/>
                <a:gd name="GluePoint9Y" fmla="*/ 66150 h 68181"/>
                <a:gd name="GluePoint10X" fmla="*/ 4698 w 80624"/>
                <a:gd name="GluePoint10Y" fmla="*/ 65515 h 681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3040" bIns="23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09" name="Freeform: Shape 508"/>
            <p:cNvSpPr/>
            <p:nvPr/>
          </p:nvSpPr>
          <p:spPr>
            <a:xfrm>
              <a:off x="8670240" y="1817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0" name="Freeform: Shape 509"/>
            <p:cNvSpPr/>
            <p:nvPr/>
          </p:nvSpPr>
          <p:spPr>
            <a:xfrm>
              <a:off x="8474400" y="1739160"/>
              <a:ext cx="191520" cy="6768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67680"/>
                <a:gd name="textAreaBottom" fmla="*/ 68040 h 67680"/>
                <a:gd name="GluePoint1X" fmla="*/ 2920 w 191848"/>
                <a:gd name="GluePoint1Y" fmla="*/ 8634 h 67895"/>
                <a:gd name="GluePoint2X" fmla="*/ 635 w 191848"/>
                <a:gd name="GluePoint2Y" fmla="*/ 10538 h 67895"/>
                <a:gd name="GluePoint3X" fmla="*/ 187913 w 191848"/>
                <a:gd name="GluePoint3Y" fmla="*/ 67166 h 67895"/>
                <a:gd name="GluePoint4X" fmla="*/ 190071 w 191848"/>
                <a:gd name="GluePoint4Y" fmla="*/ 67800 h 67895"/>
                <a:gd name="GluePoint5X" fmla="*/ 191849 w 191848"/>
                <a:gd name="GluePoint5Y" fmla="*/ 67800 h 67895"/>
                <a:gd name="GluePoint6X" fmla="*/ 186389 w 191848"/>
                <a:gd name="GluePoint6Y" fmla="*/ 62861 h 67895"/>
                <a:gd name="GluePoint7X" fmla="*/ 186389 w 191848"/>
                <a:gd name="GluePoint7Y" fmla="*/ 62848 h 67895"/>
                <a:gd name="GluePoint8X" fmla="*/ 186389 w 191848"/>
                <a:gd name="GluePoint8Y" fmla="*/ 56119 h 67895"/>
                <a:gd name="GluePoint9X" fmla="*/ 1016 w 191848"/>
                <a:gd name="GluePoint9Y" fmla="*/ 0 h 67895"/>
                <a:gd name="GluePoint10X" fmla="*/ 0 w 191848"/>
                <a:gd name="GluePoint10Y" fmla="*/ 0 h 67895"/>
                <a:gd name="GluePoint11X" fmla="*/ 3047 w 191848"/>
                <a:gd name="GluePoint11Y" fmla="*/ 1524 h 67895"/>
                <a:gd name="GluePoint12X" fmla="*/ 3618 w 191848"/>
                <a:gd name="GluePoint12Y" fmla="*/ 7961 h 67895"/>
                <a:gd name="GluePoint13X" fmla="*/ 2920 w 191848"/>
                <a:gd name="GluePoint13Y" fmla="*/ 8634 h 678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3040" bIns="23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1" name="Freeform: Shape 510"/>
            <p:cNvSpPr/>
            <p:nvPr/>
          </p:nvSpPr>
          <p:spPr>
            <a:xfrm>
              <a:off x="8671320" y="1803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761"/>
                <a:gd name="GluePoint2X" fmla="*/ 56 w 56"/>
                <a:gd name="GluePoint2Y" fmla="*/ 762 h 761"/>
                <a:gd name="GluePoint3X" fmla="*/ 56 w 56"/>
                <a:gd name="GluePoint3Y" fmla="*/ 762 h 761"/>
                <a:gd name="GluePoint4X" fmla="*/ 56 w 5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2" name="Freeform: Shape 511"/>
            <p:cNvSpPr/>
            <p:nvPr/>
          </p:nvSpPr>
          <p:spPr>
            <a:xfrm>
              <a:off x="8253360" y="1738080"/>
              <a:ext cx="224640" cy="183960"/>
            </a:xfrm>
            <a:custGeom>
              <a:avLst/>
              <a:gdLst>
                <a:gd name="textAreaLeft" fmla="*/ 0 w 224640"/>
                <a:gd name="textAreaRight" fmla="*/ 225000 w 224640"/>
                <a:gd name="textAreaTop" fmla="*/ 0 h 183960"/>
                <a:gd name="textAreaBottom" fmla="*/ 184320 h 183960"/>
                <a:gd name="GluePoint1X" fmla="*/ 814 w 224884"/>
                <a:gd name="GluePoint1Y" fmla="*/ 181944 h 184356"/>
                <a:gd name="GluePoint2X" fmla="*/ 814 w 224884"/>
                <a:gd name="GluePoint2Y" fmla="*/ 182705 h 184356"/>
                <a:gd name="GluePoint3X" fmla="*/ 1448 w 224884"/>
                <a:gd name="GluePoint3Y" fmla="*/ 183594 h 184356"/>
                <a:gd name="GluePoint4X" fmla="*/ 1448 w 224884"/>
                <a:gd name="GluePoint4Y" fmla="*/ 183594 h 184356"/>
                <a:gd name="GluePoint5X" fmla="*/ 1448 w 224884"/>
                <a:gd name="GluePoint5Y" fmla="*/ 183594 h 184356"/>
                <a:gd name="GluePoint6X" fmla="*/ 2590 w 224884"/>
                <a:gd name="GluePoint6Y" fmla="*/ 184356 h 184356"/>
                <a:gd name="GluePoint7X" fmla="*/ 3352 w 224884"/>
                <a:gd name="GluePoint7Y" fmla="*/ 184356 h 184356"/>
                <a:gd name="GluePoint8X" fmla="*/ 5257 w 224884"/>
                <a:gd name="GluePoint8Y" fmla="*/ 184356 h 184356"/>
                <a:gd name="GluePoint9X" fmla="*/ 8813 w 224884"/>
                <a:gd name="GluePoint9Y" fmla="*/ 183213 h 184356"/>
                <a:gd name="GluePoint10X" fmla="*/ 16176 w 224884"/>
                <a:gd name="GluePoint10Y" fmla="*/ 177119 h 184356"/>
                <a:gd name="GluePoint11X" fmla="*/ 220976 w 224884"/>
                <a:gd name="GluePoint11Y" fmla="*/ 10411 h 184356"/>
                <a:gd name="GluePoint12X" fmla="*/ 223261 w 224884"/>
                <a:gd name="GluePoint12Y" fmla="*/ 8507 h 184356"/>
                <a:gd name="GluePoint13X" fmla="*/ 223808 w 224884"/>
                <a:gd name="GluePoint13Y" fmla="*/ 2069 h 184356"/>
                <a:gd name="GluePoint14X" fmla="*/ 223261 w 224884"/>
                <a:gd name="GluePoint14Y" fmla="*/ 1524 h 184356"/>
                <a:gd name="GluePoint15X" fmla="*/ 220214 w 224884"/>
                <a:gd name="GluePoint15Y" fmla="*/ 0 h 184356"/>
                <a:gd name="GluePoint16X" fmla="*/ 217294 w 224884"/>
                <a:gd name="GluePoint16Y" fmla="*/ 0 h 184356"/>
                <a:gd name="GluePoint17X" fmla="*/ 216151 w 224884"/>
                <a:gd name="GluePoint17Y" fmla="*/ 635 h 184356"/>
                <a:gd name="GluePoint18X" fmla="*/ 216151 w 224884"/>
                <a:gd name="GluePoint18Y" fmla="*/ 635 h 184356"/>
                <a:gd name="GluePoint19X" fmla="*/ 1702 w 224884"/>
                <a:gd name="GluePoint19Y" fmla="*/ 175341 h 184356"/>
                <a:gd name="GluePoint20X" fmla="*/ 1702 w 224884"/>
                <a:gd name="GluePoint20Y" fmla="*/ 175341 h 184356"/>
                <a:gd name="GluePoint21X" fmla="*/ 940 w 224884"/>
                <a:gd name="GluePoint21Y" fmla="*/ 176230 h 184356"/>
                <a:gd name="GluePoint22X" fmla="*/ 940 w 224884"/>
                <a:gd name="GluePoint22Y" fmla="*/ 176230 h 184356"/>
                <a:gd name="GluePoint23X" fmla="*/ 940 w 224884"/>
                <a:gd name="GluePoint23Y" fmla="*/ 176230 h 184356"/>
                <a:gd name="GluePoint24X" fmla="*/ 940 w 224884"/>
                <a:gd name="GluePoint24Y" fmla="*/ 177246 h 184356"/>
                <a:gd name="GluePoint25X" fmla="*/ 940 w 224884"/>
                <a:gd name="GluePoint25Y" fmla="*/ 177881 h 184356"/>
                <a:gd name="GluePoint26X" fmla="*/ 940 w 224884"/>
                <a:gd name="GluePoint26Y" fmla="*/ 177881 h 184356"/>
                <a:gd name="GluePoint27X" fmla="*/ 699 w 224884"/>
                <a:gd name="GluePoint27Y" fmla="*/ 181829 h 184356"/>
                <a:gd name="GluePoint28X" fmla="*/ 814 w 224884"/>
                <a:gd name="GluePoint28Y" fmla="*/ 181944 h 1843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</a:cxnLst>
              <a:rect l="textAreaLeft" t="textAreaTop" r="textAreaRight" b="textAreaBottom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3" name="Freeform: Shape 512"/>
            <p:cNvSpPr/>
            <p:nvPr/>
          </p:nvSpPr>
          <p:spPr>
            <a:xfrm>
              <a:off x="4279320" y="3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0 h 761"/>
                <a:gd name="GluePoint2X" fmla="*/ 0 w 28"/>
                <a:gd name="GluePoint2Y" fmla="*/ 762 h 761"/>
                <a:gd name="GluePoint3X" fmla="*/ 0 w 28"/>
                <a:gd name="GluePoint3Y" fmla="*/ 127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4" name="Freeform: Shape 514"/>
            <p:cNvSpPr/>
            <p:nvPr/>
          </p:nvSpPr>
          <p:spPr>
            <a:xfrm>
              <a:off x="4277520" y="32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889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5" name="Freeform: Shape 525"/>
            <p:cNvSpPr/>
            <p:nvPr/>
          </p:nvSpPr>
          <p:spPr>
            <a:xfrm>
              <a:off x="6079320" y="915840"/>
              <a:ext cx="41760" cy="27720"/>
            </a:xfrm>
            <a:custGeom>
              <a:avLst/>
              <a:gdLst>
                <a:gd name="textAreaLeft" fmla="*/ 0 w 41760"/>
                <a:gd name="textAreaRight" fmla="*/ 42120 w 41760"/>
                <a:gd name="textAreaTop" fmla="*/ 0 h 27720"/>
                <a:gd name="textAreaBottom" fmla="*/ 28080 h 27720"/>
                <a:gd name="GluePoint1X" fmla="*/ 42154 w 42153"/>
                <a:gd name="GluePoint1Y" fmla="*/ 5713 h 28186"/>
                <a:gd name="GluePoint2X" fmla="*/ 38471 w 42153"/>
                <a:gd name="GluePoint2Y" fmla="*/ 6983 h 28186"/>
                <a:gd name="GluePoint3X" fmla="*/ 33012 w 42153"/>
                <a:gd name="GluePoint3Y" fmla="*/ 2158 h 28186"/>
                <a:gd name="GluePoint4X" fmla="*/ 33012 w 42153"/>
                <a:gd name="GluePoint4Y" fmla="*/ 0 h 28186"/>
                <a:gd name="GluePoint5X" fmla="*/ 0 w 42153"/>
                <a:gd name="GluePoint5Y" fmla="*/ 26917 h 28186"/>
                <a:gd name="GluePoint6X" fmla="*/ 2412 w 42153"/>
                <a:gd name="GluePoint6Y" fmla="*/ 26917 h 28186"/>
                <a:gd name="GluePoint7X" fmla="*/ 14347 w 42153"/>
                <a:gd name="GluePoint7Y" fmla="*/ 28187 h 28186"/>
                <a:gd name="GluePoint8X" fmla="*/ 42026 w 42153"/>
                <a:gd name="GluePoint8Y" fmla="*/ 5459 h 28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920" bIns="-16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6" name="Freeform: Shape 526"/>
            <p:cNvSpPr/>
            <p:nvPr/>
          </p:nvSpPr>
          <p:spPr>
            <a:xfrm>
              <a:off x="4273200" y="640080"/>
              <a:ext cx="1554840" cy="478080"/>
            </a:xfrm>
            <a:custGeom>
              <a:avLst/>
              <a:gdLst>
                <a:gd name="textAreaLeft" fmla="*/ 0 w 1554840"/>
                <a:gd name="textAreaRight" fmla="*/ 1555200 w 1554840"/>
                <a:gd name="textAreaTop" fmla="*/ 0 h 478080"/>
                <a:gd name="textAreaBottom" fmla="*/ 478440 h 478080"/>
                <a:gd name="GluePoint1X" fmla="*/ 1555107 w 1555107"/>
                <a:gd name="GluePoint1Y" fmla="*/ 468001 h 478284"/>
                <a:gd name="GluePoint2X" fmla="*/ 7364 w 1555107"/>
                <a:gd name="GluePoint2Y" fmla="*/ 0 h 478284"/>
                <a:gd name="GluePoint3X" fmla="*/ 7364 w 1555107"/>
                <a:gd name="GluePoint3Y" fmla="*/ 3555 h 478284"/>
                <a:gd name="GluePoint4X" fmla="*/ 1917 w 1555107"/>
                <a:gd name="GluePoint4Y" fmla="*/ 8507 h 478284"/>
                <a:gd name="GluePoint5X" fmla="*/ 1904 w 1555107"/>
                <a:gd name="GluePoint5Y" fmla="*/ 8507 h 478284"/>
                <a:gd name="GluePoint6X" fmla="*/ 0 w 1555107"/>
                <a:gd name="GluePoint6Y" fmla="*/ 8507 h 478284"/>
                <a:gd name="GluePoint7X" fmla="*/ 0 w 1555107"/>
                <a:gd name="GluePoint7Y" fmla="*/ 8507 h 478284"/>
                <a:gd name="GluePoint8X" fmla="*/ 1554853 w 1555107"/>
                <a:gd name="GluePoint8Y" fmla="*/ 478285 h 478284"/>
                <a:gd name="GluePoint9X" fmla="*/ 1554853 w 1555107"/>
                <a:gd name="GluePoint9Y" fmla="*/ 468001 h 47828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7" name="Freeform: Shape 527"/>
            <p:cNvSpPr/>
            <p:nvPr/>
          </p:nvSpPr>
          <p:spPr>
            <a:xfrm>
              <a:off x="5859360" y="505080"/>
              <a:ext cx="10080" cy="511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11200"/>
                <a:gd name="textAreaBottom" fmla="*/ 511560 h 511200"/>
                <a:gd name="GluePoint1X" fmla="*/ 10538 w 10538"/>
                <a:gd name="GluePoint1Y" fmla="*/ 488569 h 511423"/>
                <a:gd name="GluePoint2X" fmla="*/ 10538 w 10538"/>
                <a:gd name="GluePoint2Y" fmla="*/ 0 h 511423"/>
                <a:gd name="GluePoint3X" fmla="*/ 8761 w 10538"/>
                <a:gd name="GluePoint3Y" fmla="*/ 1397 h 511423"/>
                <a:gd name="GluePoint4X" fmla="*/ 8761 w 10538"/>
                <a:gd name="GluePoint4Y" fmla="*/ 1397 h 511423"/>
                <a:gd name="GluePoint5X" fmla="*/ 5460 w 10538"/>
                <a:gd name="GluePoint5Y" fmla="*/ 2539 h 511423"/>
                <a:gd name="GluePoint6X" fmla="*/ 3682 w 10538"/>
                <a:gd name="GluePoint6Y" fmla="*/ 2539 h 511423"/>
                <a:gd name="GluePoint7X" fmla="*/ 0 w 10538"/>
                <a:gd name="GluePoint7Y" fmla="*/ 1524 h 511423"/>
                <a:gd name="GluePoint8X" fmla="*/ 0 w 10538"/>
                <a:gd name="GluePoint8Y" fmla="*/ 511423 h 511423"/>
                <a:gd name="GluePoint9X" fmla="*/ 0 w 10538"/>
                <a:gd name="GluePoint9Y" fmla="*/ 510534 h 5114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8" name="Freeform: Shape 528"/>
            <p:cNvSpPr/>
            <p:nvPr/>
          </p:nvSpPr>
          <p:spPr>
            <a:xfrm>
              <a:off x="5864400" y="506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5"/>
                <a:gd name="GluePoint2X" fmla="*/ 0 w 3301"/>
                <a:gd name="GluePoint2Y" fmla="*/ 1143 h 1145"/>
                <a:gd name="GluePoint3X" fmla="*/ 3301 w 3301"/>
                <a:gd name="GluePoint3Y" fmla="*/ 0 h 11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19" name="Freeform: Shape 529"/>
            <p:cNvSpPr/>
            <p:nvPr/>
          </p:nvSpPr>
          <p:spPr>
            <a:xfrm>
              <a:off x="4269600" y="17640"/>
              <a:ext cx="1594800" cy="489960"/>
            </a:xfrm>
            <a:custGeom>
              <a:avLst/>
              <a:gdLst>
                <a:gd name="textAreaLeft" fmla="*/ 0 w 1594800"/>
                <a:gd name="textAreaRight" fmla="*/ 1595160 w 1594800"/>
                <a:gd name="textAreaTop" fmla="*/ 0 h 489960"/>
                <a:gd name="textAreaBottom" fmla="*/ 490320 h 489960"/>
                <a:gd name="GluePoint1X" fmla="*/ 1595015 w 1595014"/>
                <a:gd name="GluePoint1Y" fmla="*/ 490205 h 490224"/>
                <a:gd name="GluePoint2X" fmla="*/ 1590952 w 1595014"/>
                <a:gd name="GluePoint2Y" fmla="*/ 488681 h 490224"/>
                <a:gd name="GluePoint3X" fmla="*/ 1590609 w 1595014"/>
                <a:gd name="GluePoint3Y" fmla="*/ 482041 h 490224"/>
                <a:gd name="GluePoint4X" fmla="*/ 1590952 w 1595014"/>
                <a:gd name="GluePoint4Y" fmla="*/ 481698 h 490224"/>
                <a:gd name="GluePoint5X" fmla="*/ 1593364 w 1595014"/>
                <a:gd name="GluePoint5Y" fmla="*/ 479794 h 490224"/>
                <a:gd name="GluePoint6X" fmla="*/ 10070 w 1595014"/>
                <a:gd name="GluePoint6Y" fmla="*/ 1128 h 490224"/>
                <a:gd name="GluePoint7X" fmla="*/ 7150 w 1595014"/>
                <a:gd name="GluePoint7Y" fmla="*/ 239 h 490224"/>
                <a:gd name="GluePoint8X" fmla="*/ 293 w 1595014"/>
                <a:gd name="GluePoint8Y" fmla="*/ 3413 h 490224"/>
                <a:gd name="GluePoint9X" fmla="*/ 3074 w 1595014"/>
                <a:gd name="GluePoint9Y" fmla="*/ 9444 h 490224"/>
                <a:gd name="GluePoint10X" fmla="*/ 3721 w 1595014"/>
                <a:gd name="GluePoint10Y" fmla="*/ 9635 h 490224"/>
                <a:gd name="GluePoint11X" fmla="*/ 10705 w 1595014"/>
                <a:gd name="GluePoint11Y" fmla="*/ 11666 h 490224"/>
                <a:gd name="GluePoint12X" fmla="*/ 1030768 w 1595014"/>
                <a:gd name="GluePoint12Y" fmla="*/ 319688 h 490224"/>
                <a:gd name="GluePoint13X" fmla="*/ 1589428 w 1595014"/>
                <a:gd name="GluePoint13Y" fmla="*/ 488935 h 490224"/>
                <a:gd name="GluePoint14X" fmla="*/ 1593110 w 1595014"/>
                <a:gd name="GluePoint14Y" fmla="*/ 489951 h 490224"/>
                <a:gd name="GluePoint15X" fmla="*/ 1595015 w 1595014"/>
                <a:gd name="GluePoint15Y" fmla="*/ 490205 h 4902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0" name="Freeform: Shape 531"/>
            <p:cNvSpPr/>
            <p:nvPr/>
          </p:nvSpPr>
          <p:spPr>
            <a:xfrm>
              <a:off x="6122880" y="293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762 h 761"/>
                <a:gd name="GluePoint2X" fmla="*/ 0 w 28"/>
                <a:gd name="GluePoint2Y" fmla="*/ 0 h 761"/>
                <a:gd name="GluePoint3X" fmla="*/ 0 w 28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1" name="Freeform: Shape 532"/>
            <p:cNvSpPr/>
            <p:nvPr/>
          </p:nvSpPr>
          <p:spPr>
            <a:xfrm>
              <a:off x="6123240" y="295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  <a:gd name="GluePoint4X" fmla="*/ 0 w 12696"/>
                <a:gd name="GluePoint4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2" name="Freeform: Shape 533"/>
            <p:cNvSpPr/>
            <p:nvPr/>
          </p:nvSpPr>
          <p:spPr>
            <a:xfrm>
              <a:off x="6120720" y="2930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3" name="Freeform: Shape 534"/>
            <p:cNvSpPr/>
            <p:nvPr/>
          </p:nvSpPr>
          <p:spPr>
            <a:xfrm>
              <a:off x="6119280" y="2919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4" name="Freeform: Shape 535"/>
            <p:cNvSpPr/>
            <p:nvPr/>
          </p:nvSpPr>
          <p:spPr>
            <a:xfrm>
              <a:off x="6121080" y="2934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762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5" name="Freeform: Shape 536"/>
            <p:cNvSpPr/>
            <p:nvPr/>
          </p:nvSpPr>
          <p:spPr>
            <a:xfrm>
              <a:off x="6117120" y="2919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6" name="Freeform: Shape 537"/>
            <p:cNvSpPr/>
            <p:nvPr/>
          </p:nvSpPr>
          <p:spPr>
            <a:xfrm>
              <a:off x="6122880" y="2948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7" name="Freeform: Shape 538"/>
            <p:cNvSpPr/>
            <p:nvPr/>
          </p:nvSpPr>
          <p:spPr>
            <a:xfrm>
              <a:off x="6112440" y="296640"/>
              <a:ext cx="10080" cy="62496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4960"/>
                <a:gd name="textAreaBottom" fmla="*/ 625320 h 624960"/>
                <a:gd name="GluePoint1X" fmla="*/ 9015 w 10468"/>
                <a:gd name="GluePoint1Y" fmla="*/ 3682 h 625319"/>
                <a:gd name="GluePoint2X" fmla="*/ 0 w 10468"/>
                <a:gd name="GluePoint2Y" fmla="*/ 11046 h 625319"/>
                <a:gd name="GluePoint3X" fmla="*/ 0 w 10468"/>
                <a:gd name="GluePoint3Y" fmla="*/ 620488 h 625319"/>
                <a:gd name="GluePoint4X" fmla="*/ 5460 w 10468"/>
                <a:gd name="GluePoint4Y" fmla="*/ 625313 h 625319"/>
                <a:gd name="GluePoint5X" fmla="*/ 9142 w 10468"/>
                <a:gd name="GluePoint5Y" fmla="*/ 624043 h 625319"/>
                <a:gd name="GluePoint6X" fmla="*/ 9776 w 10468"/>
                <a:gd name="GluePoint6Y" fmla="*/ 623154 h 625319"/>
                <a:gd name="GluePoint7X" fmla="*/ 10411 w 10468"/>
                <a:gd name="GluePoint7Y" fmla="*/ 622393 h 625319"/>
                <a:gd name="GluePoint8X" fmla="*/ 10411 w 10468"/>
                <a:gd name="GluePoint8Y" fmla="*/ 621631 h 625319"/>
                <a:gd name="GluePoint9X" fmla="*/ 10411 w 10468"/>
                <a:gd name="GluePoint9Y" fmla="*/ 620615 h 625319"/>
                <a:gd name="GluePoint10X" fmla="*/ 10411 w 10468"/>
                <a:gd name="GluePoint10Y" fmla="*/ 620615 h 625319"/>
                <a:gd name="GluePoint11X" fmla="*/ 10411 w 10468"/>
                <a:gd name="GluePoint11Y" fmla="*/ 0 h 625319"/>
                <a:gd name="GluePoint12X" fmla="*/ 10411 w 10468"/>
                <a:gd name="GluePoint12Y" fmla="*/ 0 h 625319"/>
                <a:gd name="GluePoint13X" fmla="*/ 10411 w 10468"/>
                <a:gd name="GluePoint13Y" fmla="*/ 0 h 625319"/>
                <a:gd name="GluePoint14X" fmla="*/ 9015 w 10468"/>
                <a:gd name="GluePoint14Y" fmla="*/ 3682 h 6253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8" name="Freeform: Shape 539"/>
            <p:cNvSpPr/>
            <p:nvPr/>
          </p:nvSpPr>
          <p:spPr>
            <a:xfrm>
              <a:off x="5861160" y="293760"/>
              <a:ext cx="261360" cy="214560"/>
            </a:xfrm>
            <a:custGeom>
              <a:avLst/>
              <a:gdLst>
                <a:gd name="textAreaLeft" fmla="*/ 0 w 261360"/>
                <a:gd name="textAreaRight" fmla="*/ 261720 w 261360"/>
                <a:gd name="textAreaTop" fmla="*/ 0 h 214560"/>
                <a:gd name="textAreaBottom" fmla="*/ 214920 h 214560"/>
                <a:gd name="GluePoint1X" fmla="*/ 260188 w 261899"/>
                <a:gd name="GluePoint1Y" fmla="*/ 6729 h 214829"/>
                <a:gd name="GluePoint2X" fmla="*/ 261839 w 261899"/>
                <a:gd name="GluePoint2Y" fmla="*/ 2412 h 214829"/>
                <a:gd name="GluePoint3X" fmla="*/ 261839 w 261899"/>
                <a:gd name="GluePoint3Y" fmla="*/ 2412 h 214829"/>
                <a:gd name="GluePoint4X" fmla="*/ 261839 w 261899"/>
                <a:gd name="GluePoint4Y" fmla="*/ 1651 h 214829"/>
                <a:gd name="GluePoint5X" fmla="*/ 261839 w 261899"/>
                <a:gd name="GluePoint5Y" fmla="*/ 762 h 214829"/>
                <a:gd name="GluePoint6X" fmla="*/ 261839 w 261899"/>
                <a:gd name="GluePoint6Y" fmla="*/ 762 h 214829"/>
                <a:gd name="GluePoint7X" fmla="*/ 261839 w 261899"/>
                <a:gd name="GluePoint7Y" fmla="*/ 762 h 214829"/>
                <a:gd name="GluePoint8X" fmla="*/ 261839 w 261899"/>
                <a:gd name="GluePoint8Y" fmla="*/ 762 h 214829"/>
                <a:gd name="GluePoint9X" fmla="*/ 260823 w 261899"/>
                <a:gd name="GluePoint9Y" fmla="*/ 0 h 214829"/>
                <a:gd name="GluePoint10X" fmla="*/ 260823 w 261899"/>
                <a:gd name="GluePoint10Y" fmla="*/ 0 h 214829"/>
                <a:gd name="GluePoint11X" fmla="*/ 260823 w 261899"/>
                <a:gd name="GluePoint11Y" fmla="*/ 0 h 214829"/>
                <a:gd name="GluePoint12X" fmla="*/ 260823 w 261899"/>
                <a:gd name="GluePoint12Y" fmla="*/ 0 h 214829"/>
                <a:gd name="GluePoint13X" fmla="*/ 259934 w 261899"/>
                <a:gd name="GluePoint13Y" fmla="*/ 0 h 214829"/>
                <a:gd name="GluePoint14X" fmla="*/ 257903 w 261899"/>
                <a:gd name="GluePoint14Y" fmla="*/ 0 h 214829"/>
                <a:gd name="GluePoint15X" fmla="*/ 256760 w 261899"/>
                <a:gd name="GluePoint15Y" fmla="*/ 0 h 214829"/>
                <a:gd name="GluePoint16X" fmla="*/ 255744 w 261899"/>
                <a:gd name="GluePoint16Y" fmla="*/ 0 h 214829"/>
                <a:gd name="GluePoint17X" fmla="*/ 254982 w 261899"/>
                <a:gd name="GluePoint17Y" fmla="*/ 0 h 214829"/>
                <a:gd name="GluePoint18X" fmla="*/ 248126 w 261899"/>
                <a:gd name="GluePoint18Y" fmla="*/ 5713 h 214829"/>
                <a:gd name="GluePoint19X" fmla="*/ 3966 w 261899"/>
                <a:gd name="GluePoint19Y" fmla="*/ 204417 h 214829"/>
                <a:gd name="GluePoint20X" fmla="*/ 1554 w 261899"/>
                <a:gd name="GluePoint20Y" fmla="*/ 206321 h 214829"/>
                <a:gd name="GluePoint21X" fmla="*/ 1211 w 261899"/>
                <a:gd name="GluePoint21Y" fmla="*/ 212962 h 214829"/>
                <a:gd name="GluePoint22X" fmla="*/ 1554 w 261899"/>
                <a:gd name="GluePoint22Y" fmla="*/ 213305 h 214829"/>
                <a:gd name="GluePoint23X" fmla="*/ 5617 w 261899"/>
                <a:gd name="GluePoint23Y" fmla="*/ 214828 h 214829"/>
                <a:gd name="GluePoint24X" fmla="*/ 8918 w 261899"/>
                <a:gd name="GluePoint24Y" fmla="*/ 213686 h 214829"/>
                <a:gd name="GluePoint25X" fmla="*/ 8918 w 261899"/>
                <a:gd name="GluePoint25Y" fmla="*/ 213686 h 214829"/>
                <a:gd name="GluePoint26X" fmla="*/ 10695 w 261899"/>
                <a:gd name="GluePoint26Y" fmla="*/ 212289 h 214829"/>
                <a:gd name="GluePoint27X" fmla="*/ 251554 w 261899"/>
                <a:gd name="GluePoint27Y" fmla="*/ 14093 h 21482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29" name="Freeform: Shape 540"/>
            <p:cNvSpPr/>
            <p:nvPr/>
          </p:nvSpPr>
          <p:spPr>
            <a:xfrm>
              <a:off x="3883320" y="337320"/>
              <a:ext cx="253440" cy="21168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1680"/>
                <a:gd name="textAreaBottom" fmla="*/ 212040 h 211680"/>
                <a:gd name="GluePoint1X" fmla="*/ 244160 w 253936"/>
                <a:gd name="GluePoint1Y" fmla="*/ 2158 h 212162"/>
                <a:gd name="GluePoint2X" fmla="*/ 244160 w 253936"/>
                <a:gd name="GluePoint2Y" fmla="*/ 0 h 212162"/>
                <a:gd name="GluePoint3X" fmla="*/ 1524 w 253936"/>
                <a:gd name="GluePoint3Y" fmla="*/ 197561 h 212162"/>
                <a:gd name="GluePoint4X" fmla="*/ 1524 w 253936"/>
                <a:gd name="GluePoint4Y" fmla="*/ 208480 h 212162"/>
                <a:gd name="GluePoint5X" fmla="*/ 1524 w 253936"/>
                <a:gd name="GluePoint5Y" fmla="*/ 209242 h 212162"/>
                <a:gd name="GluePoint6X" fmla="*/ 1524 w 253936"/>
                <a:gd name="GluePoint6Y" fmla="*/ 210003 h 212162"/>
                <a:gd name="GluePoint7X" fmla="*/ 1524 w 253936"/>
                <a:gd name="GluePoint7Y" fmla="*/ 210003 h 212162"/>
                <a:gd name="GluePoint8X" fmla="*/ 0 w 253936"/>
                <a:gd name="GluePoint8Y" fmla="*/ 212162 h 212162"/>
                <a:gd name="GluePoint9X" fmla="*/ 0 w 253936"/>
                <a:gd name="GluePoint9Y" fmla="*/ 212162 h 212162"/>
                <a:gd name="GluePoint10X" fmla="*/ 253937 w 253936"/>
                <a:gd name="GluePoint10Y" fmla="*/ 5841 h 212162"/>
                <a:gd name="GluePoint11X" fmla="*/ 253937 w 253936"/>
                <a:gd name="GluePoint11Y" fmla="*/ 5841 h 212162"/>
                <a:gd name="GluePoint12X" fmla="*/ 250254 w 253936"/>
                <a:gd name="GluePoint12Y" fmla="*/ 7237 h 212162"/>
                <a:gd name="GluePoint13X" fmla="*/ 244236 w 253936"/>
                <a:gd name="GluePoint13Y" fmla="*/ 2996 h 212162"/>
                <a:gd name="GluePoint14X" fmla="*/ 244160 w 253936"/>
                <a:gd name="GluePoint14Y" fmla="*/ 2158 h 2121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0" name="Freeform: Shape 541"/>
            <p:cNvSpPr/>
            <p:nvPr/>
          </p:nvSpPr>
          <p:spPr>
            <a:xfrm>
              <a:off x="3884400" y="546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57"/>
                <a:gd name="GluePoint1Y" fmla="*/ 762 h 888"/>
                <a:gd name="GluePoint2X" fmla="*/ 0 w 57"/>
                <a:gd name="GluePoint2Y" fmla="*/ 0 h 888"/>
                <a:gd name="GluePoint3X" fmla="*/ 0 w 57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1" name="Freeform 806"/>
            <p:cNvSpPr/>
            <p:nvPr/>
          </p:nvSpPr>
          <p:spPr>
            <a:xfrm>
              <a:off x="2014920" y="-12600"/>
              <a:ext cx="1864800" cy="563040"/>
            </a:xfrm>
            <a:custGeom>
              <a:avLst/>
              <a:gdLst>
                <a:gd name="textAreaLeft" fmla="*/ 0 w 1864800"/>
                <a:gd name="textAreaRight" fmla="*/ 1865160 w 1864800"/>
                <a:gd name="textAreaTop" fmla="*/ 0 h 563040"/>
                <a:gd name="textAreaBottom" fmla="*/ 563400 h 563040"/>
                <a:gd name="GluePoint1X" fmla="*/ 0 w 1865222"/>
                <a:gd name="GluePoint1Y" fmla="*/ 0 h 563292"/>
                <a:gd name="GluePoint2X" fmla="*/ 34554 w 1865222"/>
                <a:gd name="GluePoint2Y" fmla="*/ 0 h 563292"/>
                <a:gd name="GluePoint3X" fmla="*/ 1859128 w 1865222"/>
                <a:gd name="GluePoint3Y" fmla="*/ 551786 h 563292"/>
                <a:gd name="GluePoint4X" fmla="*/ 1859128 w 1865222"/>
                <a:gd name="GluePoint4Y" fmla="*/ 558515 h 563292"/>
                <a:gd name="GluePoint5X" fmla="*/ 1859191 w 1865222"/>
                <a:gd name="GluePoint5Y" fmla="*/ 558998 h 563292"/>
                <a:gd name="GluePoint6X" fmla="*/ 1865222 w 1865222"/>
                <a:gd name="GluePoint6Y" fmla="*/ 563213 h 563292"/>
                <a:gd name="GluePoint7X" fmla="*/ 1863444 w 1865222"/>
                <a:gd name="GluePoint7Y" fmla="*/ 563213 h 5632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2" name="Freeform 804"/>
            <p:cNvSpPr/>
            <p:nvPr/>
          </p:nvSpPr>
          <p:spPr>
            <a:xfrm>
              <a:off x="3873960" y="-12600"/>
              <a:ext cx="10080" cy="5634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63400"/>
                <a:gd name="textAreaBottom" fmla="*/ 563760 h 563400"/>
                <a:gd name="GluePoint1X" fmla="*/ 0 w 10538"/>
                <a:gd name="GluePoint1Y" fmla="*/ 0 h 563600"/>
                <a:gd name="GluePoint2X" fmla="*/ 10538 w 10538"/>
                <a:gd name="GluePoint2Y" fmla="*/ 0 h 563600"/>
                <a:gd name="GluePoint3X" fmla="*/ 10538 w 10538"/>
                <a:gd name="GluePoint3Y" fmla="*/ 558515 h 563600"/>
                <a:gd name="GluePoint4X" fmla="*/ 10538 w 10538"/>
                <a:gd name="GluePoint4Y" fmla="*/ 559277 h 563600"/>
                <a:gd name="GluePoint5X" fmla="*/ 9776 w 10538"/>
                <a:gd name="GluePoint5Y" fmla="*/ 560547 h 563600"/>
                <a:gd name="GluePoint6X" fmla="*/ 8253 w 10538"/>
                <a:gd name="GluePoint6Y" fmla="*/ 562705 h 563600"/>
                <a:gd name="GluePoint7X" fmla="*/ 5460 w 10538"/>
                <a:gd name="GluePoint7Y" fmla="*/ 563594 h 563600"/>
                <a:gd name="GluePoint8X" fmla="*/ 5447 w 10538"/>
                <a:gd name="GluePoint8Y" fmla="*/ 563594 h 563600"/>
                <a:gd name="GluePoint9X" fmla="*/ 0 w 10538"/>
                <a:gd name="GluePoint9Y" fmla="*/ 558642 h 563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3" name="Freeform: Shape 556"/>
            <p:cNvSpPr/>
            <p:nvPr/>
          </p:nvSpPr>
          <p:spPr>
            <a:xfrm>
              <a:off x="7759440" y="1077120"/>
              <a:ext cx="54360" cy="3960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39600"/>
                <a:gd name="textAreaBottom" fmla="*/ 39960 h 39600"/>
                <a:gd name="GluePoint1X" fmla="*/ 54850 w 54898"/>
                <a:gd name="GluePoint1Y" fmla="*/ 7631 h 40007"/>
                <a:gd name="GluePoint2X" fmla="*/ 54850 w 54898"/>
                <a:gd name="GluePoint2Y" fmla="*/ 7631 h 40007"/>
                <a:gd name="GluePoint3X" fmla="*/ 54850 w 54898"/>
                <a:gd name="GluePoint3Y" fmla="*/ 6742 h 40007"/>
                <a:gd name="GluePoint4X" fmla="*/ 54850 w 54898"/>
                <a:gd name="GluePoint4Y" fmla="*/ 6742 h 40007"/>
                <a:gd name="GluePoint5X" fmla="*/ 54850 w 54898"/>
                <a:gd name="GluePoint5Y" fmla="*/ 5980 h 40007"/>
                <a:gd name="GluePoint6X" fmla="*/ 54850 w 54898"/>
                <a:gd name="GluePoint6Y" fmla="*/ 4837 h 40007"/>
                <a:gd name="GluePoint7X" fmla="*/ 53454 w 54898"/>
                <a:gd name="GluePoint7Y" fmla="*/ 1409 h 40007"/>
                <a:gd name="GluePoint8X" fmla="*/ 45835 w 54898"/>
                <a:gd name="GluePoint8Y" fmla="*/ 1409 h 40007"/>
                <a:gd name="GluePoint9X" fmla="*/ 44058 w 54898"/>
                <a:gd name="GluePoint9Y" fmla="*/ 2933 h 40007"/>
                <a:gd name="GluePoint10X" fmla="*/ 0 w 54898"/>
                <a:gd name="GluePoint10Y" fmla="*/ 38738 h 40007"/>
                <a:gd name="GluePoint11X" fmla="*/ 4063 w 54898"/>
                <a:gd name="GluePoint11Y" fmla="*/ 38738 h 40007"/>
                <a:gd name="GluePoint12X" fmla="*/ 15998 w 54898"/>
                <a:gd name="GluePoint12Y" fmla="*/ 40007 h 40007"/>
                <a:gd name="GluePoint13X" fmla="*/ 54723 w 54898"/>
                <a:gd name="GluePoint13Y" fmla="*/ 8646 h 400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040" bIns="-50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4" name="Freeform: Shape 557"/>
            <p:cNvSpPr/>
            <p:nvPr/>
          </p:nvSpPr>
          <p:spPr>
            <a:xfrm>
              <a:off x="7049880" y="925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9 w 19"/>
                <a:gd name="GluePoint1Y" fmla="*/ 0 h 888"/>
                <a:gd name="GluePoint2X" fmla="*/ 19 w 19"/>
                <a:gd name="GluePoint2Y" fmla="*/ 889 h 888"/>
                <a:gd name="GluePoint3X" fmla="*/ 19 w 19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5" name="Freeform: Shape 558"/>
            <p:cNvSpPr/>
            <p:nvPr/>
          </p:nvSpPr>
          <p:spPr>
            <a:xfrm>
              <a:off x="7050240" y="928440"/>
              <a:ext cx="10440" cy="1137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3760"/>
                <a:gd name="textAreaBottom" fmla="*/ 114120 h 113760"/>
                <a:gd name="GluePoint1X" fmla="*/ 2968 w 10966"/>
                <a:gd name="GluePoint1Y" fmla="*/ 4825 h 114143"/>
                <a:gd name="GluePoint2X" fmla="*/ 937 w 10966"/>
                <a:gd name="GluePoint2Y" fmla="*/ 3809 h 114143"/>
                <a:gd name="GluePoint3X" fmla="*/ 937 w 10966"/>
                <a:gd name="GluePoint3Y" fmla="*/ 3809 h 114143"/>
                <a:gd name="GluePoint4X" fmla="*/ 937 w 10966"/>
                <a:gd name="GluePoint4Y" fmla="*/ 3809 h 114143"/>
                <a:gd name="GluePoint5X" fmla="*/ 48 w 10966"/>
                <a:gd name="GluePoint5Y" fmla="*/ 2920 h 114143"/>
                <a:gd name="GluePoint6X" fmla="*/ 48 w 10966"/>
                <a:gd name="GluePoint6Y" fmla="*/ 2032 h 114143"/>
                <a:gd name="GluePoint7X" fmla="*/ 48 w 10966"/>
                <a:gd name="GluePoint7Y" fmla="*/ 1143 h 114143"/>
                <a:gd name="GluePoint8X" fmla="*/ 48 w 10966"/>
                <a:gd name="GluePoint8Y" fmla="*/ 0 h 114143"/>
                <a:gd name="GluePoint9X" fmla="*/ 48 w 10966"/>
                <a:gd name="GluePoint9Y" fmla="*/ 0 h 114143"/>
                <a:gd name="GluePoint10X" fmla="*/ 48 w 10966"/>
                <a:gd name="GluePoint10Y" fmla="*/ 635 h 114143"/>
                <a:gd name="GluePoint11X" fmla="*/ 48 w 10966"/>
                <a:gd name="GluePoint11Y" fmla="*/ 114143 h 114143"/>
                <a:gd name="GluePoint12X" fmla="*/ 6142 w 10966"/>
                <a:gd name="GluePoint12Y" fmla="*/ 114143 h 114143"/>
                <a:gd name="GluePoint13X" fmla="*/ 10967 w 10966"/>
                <a:gd name="GluePoint13Y" fmla="*/ 114143 h 114143"/>
                <a:gd name="GluePoint14X" fmla="*/ 10967 w 10966"/>
                <a:gd name="GluePoint14Y" fmla="*/ 6094 h 114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6" name="Freeform: Shape 559"/>
            <p:cNvSpPr/>
            <p:nvPr/>
          </p:nvSpPr>
          <p:spPr>
            <a:xfrm>
              <a:off x="7571160" y="1066320"/>
              <a:ext cx="10440" cy="295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9520"/>
                <a:gd name="textAreaBottom" fmla="*/ 29880 h 29520"/>
                <a:gd name="GluePoint1X" fmla="*/ 8761 w 10791"/>
                <a:gd name="GluePoint1Y" fmla="*/ 1904 h 29710"/>
                <a:gd name="GluePoint2X" fmla="*/ 8761 w 10791"/>
                <a:gd name="GluePoint2Y" fmla="*/ 1904 h 29710"/>
                <a:gd name="GluePoint3X" fmla="*/ 5332 w 10791"/>
                <a:gd name="GluePoint3Y" fmla="*/ 3047 h 29710"/>
                <a:gd name="GluePoint4X" fmla="*/ 3936 w 10791"/>
                <a:gd name="GluePoint4Y" fmla="*/ 3047 h 29710"/>
                <a:gd name="GluePoint5X" fmla="*/ 0 w 10791"/>
                <a:gd name="GluePoint5Y" fmla="*/ 2032 h 29710"/>
                <a:gd name="GluePoint6X" fmla="*/ 0 w 10791"/>
                <a:gd name="GluePoint6Y" fmla="*/ 29075 h 29710"/>
                <a:gd name="GluePoint7X" fmla="*/ 5967 w 10791"/>
                <a:gd name="GluePoint7Y" fmla="*/ 29710 h 29710"/>
                <a:gd name="GluePoint8X" fmla="*/ 10792 w 10791"/>
                <a:gd name="GluePoint8Y" fmla="*/ 29710 h 29710"/>
                <a:gd name="GluePoint9X" fmla="*/ 10792 w 10791"/>
                <a:gd name="GluePoint9Y" fmla="*/ 0 h 297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5120" bIns="-151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7" name="Freeform: Shape 560"/>
            <p:cNvSpPr/>
            <p:nvPr/>
          </p:nvSpPr>
          <p:spPr>
            <a:xfrm>
              <a:off x="7049520" y="927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8" name="Freeform: Shape 561"/>
            <p:cNvSpPr/>
            <p:nvPr/>
          </p:nvSpPr>
          <p:spPr>
            <a:xfrm>
              <a:off x="7050600" y="9252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635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39" name="Freeform: Shape 562"/>
            <p:cNvSpPr/>
            <p:nvPr/>
          </p:nvSpPr>
          <p:spPr>
            <a:xfrm>
              <a:off x="7576200" y="10681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2"/>
                <a:gd name="GluePoint2X" fmla="*/ 0 w 3428"/>
                <a:gd name="GluePoint2Y" fmla="*/ 1143 h 1142"/>
                <a:gd name="GluePoint3X" fmla="*/ 3428 w 3428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0" name="Freeform: Shape 563"/>
            <p:cNvSpPr/>
            <p:nvPr/>
          </p:nvSpPr>
          <p:spPr>
            <a:xfrm>
              <a:off x="7051680" y="926280"/>
              <a:ext cx="524520" cy="14292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142920"/>
                <a:gd name="textAreaBottom" fmla="*/ 143280 h 142920"/>
                <a:gd name="GluePoint1X" fmla="*/ 521459 w 525014"/>
                <a:gd name="GluePoint1Y" fmla="*/ 134839 h 143218"/>
                <a:gd name="GluePoint2X" fmla="*/ 523617 w 525014"/>
                <a:gd name="GluePoint2Y" fmla="*/ 133061 h 143218"/>
                <a:gd name="GluePoint3X" fmla="*/ 13204 w 525014"/>
                <a:gd name="GluePoint3Y" fmla="*/ 0 h 143218"/>
                <a:gd name="GluePoint4X" fmla="*/ 7619 w 525014"/>
                <a:gd name="GluePoint4Y" fmla="*/ 5840 h 143218"/>
                <a:gd name="GluePoint5X" fmla="*/ 3555 w 525014"/>
                <a:gd name="GluePoint5Y" fmla="*/ 7491 h 143218"/>
                <a:gd name="GluePoint6X" fmla="*/ 0 w 525014"/>
                <a:gd name="GluePoint6Y" fmla="*/ 6221 h 143218"/>
                <a:gd name="GluePoint7X" fmla="*/ 2032 w 525014"/>
                <a:gd name="GluePoint7Y" fmla="*/ 7237 h 143218"/>
                <a:gd name="GluePoint8X" fmla="*/ 9015 w 525014"/>
                <a:gd name="GluePoint8Y" fmla="*/ 9015 h 143218"/>
                <a:gd name="GluePoint9X" fmla="*/ 519681 w 525014"/>
                <a:gd name="GluePoint9Y" fmla="*/ 142203 h 143218"/>
                <a:gd name="GluePoint10X" fmla="*/ 523617 w 525014"/>
                <a:gd name="GluePoint10Y" fmla="*/ 143219 h 143218"/>
                <a:gd name="GluePoint11X" fmla="*/ 525014 w 525014"/>
                <a:gd name="GluePoint11Y" fmla="*/ 143219 h 143218"/>
                <a:gd name="GluePoint12X" fmla="*/ 521077 w 525014"/>
                <a:gd name="GluePoint12Y" fmla="*/ 141568 h 143218"/>
                <a:gd name="GluePoint13X" fmla="*/ 521167 w 525014"/>
                <a:gd name="GluePoint13Y" fmla="*/ 135106 h 143218"/>
                <a:gd name="GluePoint14X" fmla="*/ 521459 w 525014"/>
                <a:gd name="GluePoint14Y" fmla="*/ 134839 h 1432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1" name="Freeform: Shape 564"/>
            <p:cNvSpPr/>
            <p:nvPr/>
          </p:nvSpPr>
          <p:spPr>
            <a:xfrm>
              <a:off x="7049160" y="705240"/>
              <a:ext cx="222480" cy="227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227520"/>
                <a:gd name="textAreaBottom" fmla="*/ 227880 h 227520"/>
                <a:gd name="GluePoint1X" fmla="*/ 28 w 222820"/>
                <a:gd name="GluePoint1Y" fmla="*/ 223843 h 227778"/>
                <a:gd name="GluePoint2X" fmla="*/ 28 w 222820"/>
                <a:gd name="GluePoint2Y" fmla="*/ 224732 h 227778"/>
                <a:gd name="GluePoint3X" fmla="*/ 28 w 222820"/>
                <a:gd name="GluePoint3Y" fmla="*/ 225621 h 227778"/>
                <a:gd name="GluePoint4X" fmla="*/ 917 w 222820"/>
                <a:gd name="GluePoint4Y" fmla="*/ 226509 h 227778"/>
                <a:gd name="GluePoint5X" fmla="*/ 917 w 222820"/>
                <a:gd name="GluePoint5Y" fmla="*/ 226509 h 227778"/>
                <a:gd name="GluePoint6X" fmla="*/ 917 w 222820"/>
                <a:gd name="GluePoint6Y" fmla="*/ 226509 h 227778"/>
                <a:gd name="GluePoint7X" fmla="*/ 4472 w 222820"/>
                <a:gd name="GluePoint7Y" fmla="*/ 227779 h 227778"/>
                <a:gd name="GluePoint8X" fmla="*/ 8535 w 222820"/>
                <a:gd name="GluePoint8Y" fmla="*/ 226128 h 227778"/>
                <a:gd name="GluePoint9X" fmla="*/ 14122 w 222820"/>
                <a:gd name="GluePoint9Y" fmla="*/ 220288 h 227778"/>
                <a:gd name="GluePoint10X" fmla="*/ 219049 w 222820"/>
                <a:gd name="GluePoint10Y" fmla="*/ 10284 h 227778"/>
                <a:gd name="GluePoint11X" fmla="*/ 219049 w 222820"/>
                <a:gd name="GluePoint11Y" fmla="*/ 10284 h 227778"/>
                <a:gd name="GluePoint12X" fmla="*/ 221207 w 222820"/>
                <a:gd name="GluePoint12Y" fmla="*/ 7999 h 227778"/>
                <a:gd name="GluePoint13X" fmla="*/ 221804 w 222820"/>
                <a:gd name="GluePoint13Y" fmla="*/ 1739 h 227778"/>
                <a:gd name="GluePoint14X" fmla="*/ 221207 w 222820"/>
                <a:gd name="GluePoint14Y" fmla="*/ 1143 h 227778"/>
                <a:gd name="GluePoint15X" fmla="*/ 218160 w 222820"/>
                <a:gd name="GluePoint15Y" fmla="*/ 0 h 227778"/>
                <a:gd name="GluePoint16X" fmla="*/ 217144 w 222820"/>
                <a:gd name="GluePoint16Y" fmla="*/ 0 h 227778"/>
                <a:gd name="GluePoint17X" fmla="*/ 216002 w 222820"/>
                <a:gd name="GluePoint17Y" fmla="*/ 0 h 227778"/>
                <a:gd name="GluePoint18X" fmla="*/ 215113 w 222820"/>
                <a:gd name="GluePoint18Y" fmla="*/ 0 h 227778"/>
                <a:gd name="GluePoint19X" fmla="*/ 214097 w 222820"/>
                <a:gd name="GluePoint19Y" fmla="*/ 762 h 227778"/>
                <a:gd name="GluePoint20X" fmla="*/ 214097 w 222820"/>
                <a:gd name="GluePoint20Y" fmla="*/ 762 h 227778"/>
                <a:gd name="GluePoint21X" fmla="*/ 1933 w 222820"/>
                <a:gd name="GluePoint21Y" fmla="*/ 219526 h 227778"/>
                <a:gd name="GluePoint22X" fmla="*/ 1933 w 222820"/>
                <a:gd name="GluePoint22Y" fmla="*/ 219526 h 227778"/>
                <a:gd name="GluePoint23X" fmla="*/ 1298 w 222820"/>
                <a:gd name="GluePoint23Y" fmla="*/ 220415 h 227778"/>
                <a:gd name="GluePoint24X" fmla="*/ 1298 w 222820"/>
                <a:gd name="GluePoint24Y" fmla="*/ 221050 h 227778"/>
                <a:gd name="GluePoint25X" fmla="*/ 1298 w 222820"/>
                <a:gd name="GluePoint25Y" fmla="*/ 222065 h 227778"/>
                <a:gd name="GluePoint26X" fmla="*/ 28 w 222820"/>
                <a:gd name="GluePoint26Y" fmla="*/ 223843 h 2277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2" name="Freeform: Shape 565"/>
            <p:cNvSpPr/>
            <p:nvPr/>
          </p:nvSpPr>
          <p:spPr>
            <a:xfrm>
              <a:off x="7571520" y="869400"/>
              <a:ext cx="244080" cy="200160"/>
            </a:xfrm>
            <a:custGeom>
              <a:avLst/>
              <a:gdLst>
                <a:gd name="textAreaLeft" fmla="*/ 0 w 244080"/>
                <a:gd name="textAreaRight" fmla="*/ 244440 w 244080"/>
                <a:gd name="textAreaTop" fmla="*/ 0 h 200160"/>
                <a:gd name="textAreaBottom" fmla="*/ 200520 h 200160"/>
                <a:gd name="GluePoint1X" fmla="*/ 242862 w 244415"/>
                <a:gd name="GluePoint1Y" fmla="*/ 8393 h 200366"/>
                <a:gd name="GluePoint2X" fmla="*/ 243205 w 244415"/>
                <a:gd name="GluePoint2Y" fmla="*/ 1752 h 200366"/>
                <a:gd name="GluePoint3X" fmla="*/ 242862 w 244415"/>
                <a:gd name="GluePoint3Y" fmla="*/ 1409 h 200366"/>
                <a:gd name="GluePoint4X" fmla="*/ 235244 w 244415"/>
                <a:gd name="GluePoint4Y" fmla="*/ 1409 h 200366"/>
                <a:gd name="GluePoint5X" fmla="*/ 235244 w 244415"/>
                <a:gd name="GluePoint5Y" fmla="*/ 1409 h 200366"/>
                <a:gd name="GluePoint6X" fmla="*/ 228261 w 244415"/>
                <a:gd name="GluePoint6Y" fmla="*/ 6996 h 200366"/>
                <a:gd name="GluePoint7X" fmla="*/ 3273 w 244415"/>
                <a:gd name="GluePoint7Y" fmla="*/ 190082 h 200366"/>
                <a:gd name="GluePoint8X" fmla="*/ 1623 w 244415"/>
                <a:gd name="GluePoint8Y" fmla="*/ 191733 h 200366"/>
                <a:gd name="GluePoint9X" fmla="*/ 1076 w 244415"/>
                <a:gd name="GluePoint9Y" fmla="*/ 198170 h 200366"/>
                <a:gd name="GluePoint10X" fmla="*/ 1623 w 244415"/>
                <a:gd name="GluePoint10Y" fmla="*/ 198716 h 200366"/>
                <a:gd name="GluePoint11X" fmla="*/ 5559 w 244415"/>
                <a:gd name="GluePoint11Y" fmla="*/ 200367 h 200366"/>
                <a:gd name="GluePoint12X" fmla="*/ 8987 w 244415"/>
                <a:gd name="GluePoint12Y" fmla="*/ 199224 h 200366"/>
                <a:gd name="GluePoint13X" fmla="*/ 8987 w 244415"/>
                <a:gd name="GluePoint13Y" fmla="*/ 199224 h 200366"/>
                <a:gd name="GluePoint14X" fmla="*/ 10764 w 244415"/>
                <a:gd name="GluePoint14Y" fmla="*/ 197700 h 200366"/>
                <a:gd name="GluePoint15X" fmla="*/ 234101 w 244415"/>
                <a:gd name="GluePoint15Y" fmla="*/ 16011 h 200366"/>
                <a:gd name="GluePoint16X" fmla="*/ 243116 w 244415"/>
                <a:gd name="GluePoint16Y" fmla="*/ 8773 h 2003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3" name="Freeform: Shape 566"/>
            <p:cNvSpPr/>
            <p:nvPr/>
          </p:nvSpPr>
          <p:spPr>
            <a:xfrm>
              <a:off x="8759520" y="1992960"/>
              <a:ext cx="1077120" cy="335880"/>
            </a:xfrm>
            <a:custGeom>
              <a:avLst/>
              <a:gdLst>
                <a:gd name="textAreaLeft" fmla="*/ 0 w 1077120"/>
                <a:gd name="textAreaRight" fmla="*/ 1077480 w 1077120"/>
                <a:gd name="textAreaTop" fmla="*/ 0 h 335880"/>
                <a:gd name="textAreaBottom" fmla="*/ 336240 h 335880"/>
                <a:gd name="GluePoint1X" fmla="*/ 1075294 w 1077579"/>
                <a:gd name="GluePoint1Y" fmla="*/ 336082 h 336335"/>
                <a:gd name="GluePoint2X" fmla="*/ 1074532 w 1077579"/>
                <a:gd name="GluePoint2Y" fmla="*/ 336082 h 336335"/>
                <a:gd name="GluePoint3X" fmla="*/ 1073898 w 1077579"/>
                <a:gd name="GluePoint3Y" fmla="*/ 335320 h 336335"/>
                <a:gd name="GluePoint4X" fmla="*/ 1073898 w 1077579"/>
                <a:gd name="GluePoint4Y" fmla="*/ 335320 h 336335"/>
                <a:gd name="GluePoint5X" fmla="*/ 1073898 w 1077579"/>
                <a:gd name="GluePoint5Y" fmla="*/ 334431 h 336335"/>
                <a:gd name="GluePoint6X" fmla="*/ 1073898 w 1077579"/>
                <a:gd name="GluePoint6Y" fmla="*/ 333416 h 336335"/>
                <a:gd name="GluePoint7X" fmla="*/ 1073898 w 1077579"/>
                <a:gd name="GluePoint7Y" fmla="*/ 324909 h 336335"/>
                <a:gd name="GluePoint8X" fmla="*/ 0 w 1077579"/>
                <a:gd name="GluePoint8Y" fmla="*/ 0 h 336335"/>
                <a:gd name="GluePoint9X" fmla="*/ 0 w 1077579"/>
                <a:gd name="GluePoint9Y" fmla="*/ 10284 h 336335"/>
                <a:gd name="GluePoint10X" fmla="*/ 1077580 w 1077579"/>
                <a:gd name="GluePoint10Y" fmla="*/ 336336 h 336335"/>
                <a:gd name="GluePoint11X" fmla="*/ 1077580 w 1077579"/>
                <a:gd name="GluePoint11Y" fmla="*/ 336336 h 3363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4" name="Freeform: Shape 567"/>
            <p:cNvSpPr/>
            <p:nvPr/>
          </p:nvSpPr>
          <p:spPr>
            <a:xfrm>
              <a:off x="5832360" y="1284840"/>
              <a:ext cx="2871720" cy="449640"/>
            </a:xfrm>
            <a:custGeom>
              <a:avLst/>
              <a:gdLst>
                <a:gd name="textAreaLeft" fmla="*/ 0 w 2871720"/>
                <a:gd name="textAreaRight" fmla="*/ 2872080 w 2871720"/>
                <a:gd name="textAreaTop" fmla="*/ 0 h 449640"/>
                <a:gd name="textAreaBottom" fmla="*/ 450000 h 449640"/>
                <a:gd name="GluePoint1X" fmla="*/ 2872149 w 2872148"/>
                <a:gd name="GluePoint1Y" fmla="*/ 441464 h 449844"/>
                <a:gd name="GluePoint2X" fmla="*/ 6983 w 2872148"/>
                <a:gd name="GluePoint2Y" fmla="*/ 0 h 449844"/>
                <a:gd name="GluePoint3X" fmla="*/ 6983 w 2872148"/>
                <a:gd name="GluePoint3Y" fmla="*/ 4698 h 449844"/>
                <a:gd name="GluePoint4X" fmla="*/ 1536 w 2872148"/>
                <a:gd name="GluePoint4Y" fmla="*/ 9650 h 449844"/>
                <a:gd name="GluePoint5X" fmla="*/ 1524 w 2872148"/>
                <a:gd name="GluePoint5Y" fmla="*/ 9650 h 449844"/>
                <a:gd name="GluePoint6X" fmla="*/ 0 w 2872148"/>
                <a:gd name="GluePoint6Y" fmla="*/ 9650 h 449844"/>
                <a:gd name="GluePoint7X" fmla="*/ 1270 w 2872148"/>
                <a:gd name="GluePoint7Y" fmla="*/ 9650 h 449844"/>
                <a:gd name="GluePoint8X" fmla="*/ 2861864 w 2872148"/>
                <a:gd name="GluePoint8Y" fmla="*/ 449844 h 449844"/>
                <a:gd name="GluePoint9X" fmla="*/ 2870245 w 2872148"/>
                <a:gd name="GluePoint9Y" fmla="*/ 443115 h 449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5" name="Freeform: Shape 568"/>
            <p:cNvSpPr/>
            <p:nvPr/>
          </p:nvSpPr>
          <p:spPr>
            <a:xfrm>
              <a:off x="9832320" y="2121480"/>
              <a:ext cx="10440" cy="203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3400"/>
                <a:gd name="textAreaBottom" fmla="*/ 203760 h 203400"/>
                <a:gd name="GluePoint1X" fmla="*/ 3777 w 10633"/>
                <a:gd name="GluePoint1Y" fmla="*/ 1143 h 203781"/>
                <a:gd name="GluePoint2X" fmla="*/ 3777 w 10633"/>
                <a:gd name="GluePoint2Y" fmla="*/ 1143 h 203781"/>
                <a:gd name="GluePoint3X" fmla="*/ 95 w 10633"/>
                <a:gd name="GluePoint3Y" fmla="*/ 0 h 203781"/>
                <a:gd name="GluePoint4X" fmla="*/ 95 w 10633"/>
                <a:gd name="GluePoint4Y" fmla="*/ 203782 h 203781"/>
                <a:gd name="GluePoint5X" fmla="*/ 95 w 10633"/>
                <a:gd name="GluePoint5Y" fmla="*/ 202132 h 203781"/>
                <a:gd name="GluePoint6X" fmla="*/ 6824 w 10633"/>
                <a:gd name="GluePoint6Y" fmla="*/ 198830 h 203781"/>
                <a:gd name="GluePoint7X" fmla="*/ 10634 w 10633"/>
                <a:gd name="GluePoint7Y" fmla="*/ 199973 h 203781"/>
                <a:gd name="GluePoint8X" fmla="*/ 10634 w 10633"/>
                <a:gd name="GluePoint8Y" fmla="*/ 3174 h 2037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6" name="Freeform: Shape 569"/>
            <p:cNvSpPr/>
            <p:nvPr/>
          </p:nvSpPr>
          <p:spPr>
            <a:xfrm>
              <a:off x="8661240" y="1762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7 w 114"/>
                <a:gd name="GluePoint1Y" fmla="*/ 0 h 635"/>
                <a:gd name="GluePoint2X" fmla="*/ 67 w 114"/>
                <a:gd name="GluePoint2Y" fmla="*/ 0 h 635"/>
                <a:gd name="GluePoint3X" fmla="*/ 67 w 114"/>
                <a:gd name="GluePoint3Y" fmla="*/ 635 h 635"/>
                <a:gd name="GluePoint4X" fmla="*/ 67 w 114"/>
                <a:gd name="GluePoint4Y" fmla="*/ 635 h 635"/>
                <a:gd name="GluePoint5X" fmla="*/ 67 w 114"/>
                <a:gd name="GluePoint5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7" name="Freeform: Shape 570"/>
            <p:cNvSpPr/>
            <p:nvPr/>
          </p:nvSpPr>
          <p:spPr>
            <a:xfrm>
              <a:off x="8672400" y="1763640"/>
              <a:ext cx="1164240" cy="358920"/>
            </a:xfrm>
            <a:custGeom>
              <a:avLst/>
              <a:gdLst>
                <a:gd name="textAreaLeft" fmla="*/ 0 w 1164240"/>
                <a:gd name="textAreaRight" fmla="*/ 1164600 w 1164240"/>
                <a:gd name="textAreaTop" fmla="*/ 0 h 358920"/>
                <a:gd name="textAreaBottom" fmla="*/ 359280 h 358920"/>
                <a:gd name="GluePoint1X" fmla="*/ 1163409 w 1164679"/>
                <a:gd name="GluePoint1Y" fmla="*/ 358936 h 359443"/>
                <a:gd name="GluePoint2X" fmla="*/ 1163409 w 1164679"/>
                <a:gd name="GluePoint2Y" fmla="*/ 358936 h 359443"/>
                <a:gd name="GluePoint3X" fmla="*/ 1162521 w 1164679"/>
                <a:gd name="GluePoint3Y" fmla="*/ 358936 h 359443"/>
                <a:gd name="GluePoint4X" fmla="*/ 1161505 w 1164679"/>
                <a:gd name="GluePoint4Y" fmla="*/ 358174 h 359443"/>
                <a:gd name="GluePoint5X" fmla="*/ 1161505 w 1164679"/>
                <a:gd name="GluePoint5Y" fmla="*/ 358174 h 359443"/>
                <a:gd name="GluePoint6X" fmla="*/ 1161505 w 1164679"/>
                <a:gd name="GluePoint6Y" fmla="*/ 358174 h 359443"/>
                <a:gd name="GluePoint7X" fmla="*/ 1161505 w 1164679"/>
                <a:gd name="GluePoint7Y" fmla="*/ 357285 h 359443"/>
                <a:gd name="GluePoint8X" fmla="*/ 1161505 w 1164679"/>
                <a:gd name="GluePoint8Y" fmla="*/ 356397 h 359443"/>
                <a:gd name="GluePoint9X" fmla="*/ 1161505 w 1164679"/>
                <a:gd name="GluePoint9Y" fmla="*/ 355508 h 359443"/>
                <a:gd name="GluePoint10X" fmla="*/ 1161505 w 1164679"/>
                <a:gd name="GluePoint10Y" fmla="*/ 354492 h 359443"/>
                <a:gd name="GluePoint11X" fmla="*/ 1161505 w 1164679"/>
                <a:gd name="GluePoint11Y" fmla="*/ 353857 h 359443"/>
                <a:gd name="GluePoint12X" fmla="*/ 1161505 w 1164679"/>
                <a:gd name="GluePoint12Y" fmla="*/ 353857 h 359443"/>
                <a:gd name="GluePoint13X" fmla="*/ 1161505 w 1164679"/>
                <a:gd name="GluePoint13Y" fmla="*/ 353095 h 359443"/>
                <a:gd name="GluePoint14X" fmla="*/ 1162267 w 1164679"/>
                <a:gd name="GluePoint14Y" fmla="*/ 352206 h 359443"/>
                <a:gd name="GluePoint15X" fmla="*/ 1162267 w 1164679"/>
                <a:gd name="GluePoint15Y" fmla="*/ 352206 h 359443"/>
                <a:gd name="GluePoint16X" fmla="*/ 1164680 w 1164679"/>
                <a:gd name="GluePoint16Y" fmla="*/ 350302 h 359443"/>
                <a:gd name="GluePoint17X" fmla="*/ 5078 w 1164679"/>
                <a:gd name="GluePoint17Y" fmla="*/ 0 h 359443"/>
                <a:gd name="GluePoint18X" fmla="*/ 0 w 1164679"/>
                <a:gd name="GluePoint18Y" fmla="*/ 4063 h 359443"/>
                <a:gd name="GluePoint19X" fmla="*/ 0 w 1164679"/>
                <a:gd name="GluePoint19Y" fmla="*/ 8761 h 359443"/>
                <a:gd name="GluePoint20X" fmla="*/ 1160489 w 1164679"/>
                <a:gd name="GluePoint20Y" fmla="*/ 359444 h 3594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8" name="Freeform: Shape 571"/>
            <p:cNvSpPr/>
            <p:nvPr/>
          </p:nvSpPr>
          <p:spPr>
            <a:xfrm>
              <a:off x="9834480" y="1653480"/>
              <a:ext cx="569520" cy="461520"/>
            </a:xfrm>
            <a:custGeom>
              <a:avLst/>
              <a:gdLst>
                <a:gd name="textAreaLeft" fmla="*/ 0 w 569520"/>
                <a:gd name="textAreaRight" fmla="*/ 569880 w 569520"/>
                <a:gd name="textAreaTop" fmla="*/ 0 h 461520"/>
                <a:gd name="textAreaBottom" fmla="*/ 461880 h 461520"/>
                <a:gd name="GluePoint1X" fmla="*/ 566914 w 569960"/>
                <a:gd name="GluePoint1Y" fmla="*/ 8634 h 461779"/>
                <a:gd name="GluePoint2X" fmla="*/ 563447 w 569960"/>
                <a:gd name="GluePoint2Y" fmla="*/ 2552 h 461779"/>
                <a:gd name="GluePoint3X" fmla="*/ 563485 w 569960"/>
                <a:gd name="GluePoint3Y" fmla="*/ 2412 h 461779"/>
                <a:gd name="GluePoint4X" fmla="*/ 565517 w 569960"/>
                <a:gd name="GluePoint4Y" fmla="*/ 0 h 461779"/>
                <a:gd name="GluePoint5X" fmla="*/ 565517 w 569960"/>
                <a:gd name="GluePoint5Y" fmla="*/ 0 h 461779"/>
                <a:gd name="GluePoint6X" fmla="*/ 558533 w 569960"/>
                <a:gd name="GluePoint6Y" fmla="*/ 5586 h 461779"/>
                <a:gd name="GluePoint7X" fmla="*/ 2412 w 569960"/>
                <a:gd name="GluePoint7Y" fmla="*/ 458478 h 461779"/>
                <a:gd name="GluePoint8X" fmla="*/ 0 w 569960"/>
                <a:gd name="GluePoint8Y" fmla="*/ 460382 h 461779"/>
                <a:gd name="GluePoint9X" fmla="*/ 0 w 569960"/>
                <a:gd name="GluePoint9Y" fmla="*/ 460382 h 461779"/>
                <a:gd name="GluePoint10X" fmla="*/ 5460 w 569960"/>
                <a:gd name="GluePoint10Y" fmla="*/ 459113 h 461779"/>
                <a:gd name="GluePoint11X" fmla="*/ 14347 w 569960"/>
                <a:gd name="GluePoint11Y" fmla="*/ 461779 h 461779"/>
                <a:gd name="GluePoint12X" fmla="*/ 569961 w 569960"/>
                <a:gd name="GluePoint12Y" fmla="*/ 9523 h 4617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49" name="Freeform: Shape 572"/>
            <p:cNvSpPr/>
            <p:nvPr/>
          </p:nvSpPr>
          <p:spPr>
            <a:xfrm>
              <a:off x="9833760" y="2121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0" name="Freeform: Shape 573"/>
            <p:cNvSpPr/>
            <p:nvPr/>
          </p:nvSpPr>
          <p:spPr>
            <a:xfrm>
              <a:off x="5828760" y="1080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1" name="Freeform: Shape 574"/>
            <p:cNvSpPr/>
            <p:nvPr/>
          </p:nvSpPr>
          <p:spPr>
            <a:xfrm>
              <a:off x="5839200" y="1078200"/>
              <a:ext cx="3081960" cy="482400"/>
            </a:xfrm>
            <a:custGeom>
              <a:avLst/>
              <a:gdLst>
                <a:gd name="textAreaLeft" fmla="*/ 0 w 3081960"/>
                <a:gd name="textAreaRight" fmla="*/ 3082320 w 3081960"/>
                <a:gd name="textAreaTop" fmla="*/ 0 h 482400"/>
                <a:gd name="textAreaBottom" fmla="*/ 482760 h 482400"/>
                <a:gd name="GluePoint1X" fmla="*/ 0 w 3082407"/>
                <a:gd name="GluePoint1Y" fmla="*/ 9649 h 482728"/>
                <a:gd name="GluePoint2X" fmla="*/ 3068949 w 3082407"/>
                <a:gd name="GluePoint2Y" fmla="*/ 482729 h 482728"/>
                <a:gd name="GluePoint3X" fmla="*/ 3077330 w 3082407"/>
                <a:gd name="GluePoint3Y" fmla="*/ 475999 h 482728"/>
                <a:gd name="GluePoint4X" fmla="*/ 3082408 w 3082407"/>
                <a:gd name="GluePoint4Y" fmla="*/ 474984 h 482728"/>
                <a:gd name="GluePoint5X" fmla="*/ 3081773 w 3082407"/>
                <a:gd name="GluePoint5Y" fmla="*/ 474984 h 482728"/>
                <a:gd name="GluePoint6X" fmla="*/ 2285 w 3082407"/>
                <a:gd name="GluePoint6Y" fmla="*/ 0 h 482728"/>
                <a:gd name="GluePoint7X" fmla="*/ 0 w 3082407"/>
                <a:gd name="GluePoint7Y" fmla="*/ 4825 h 4827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2" name="Freeform: Shape 575"/>
            <p:cNvSpPr/>
            <p:nvPr/>
          </p:nvSpPr>
          <p:spPr>
            <a:xfrm>
              <a:off x="8925480" y="15588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3" name="Freeform: Shape 576"/>
            <p:cNvSpPr/>
            <p:nvPr/>
          </p:nvSpPr>
          <p:spPr>
            <a:xfrm>
              <a:off x="11524680" y="1185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4" name="Freeform: Shape 577"/>
            <p:cNvSpPr/>
            <p:nvPr/>
          </p:nvSpPr>
          <p:spPr>
            <a:xfrm>
              <a:off x="11454840" y="1184760"/>
              <a:ext cx="62640" cy="6372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0 h 63720"/>
                <a:gd name="textAreaBottom" fmla="*/ 64080 h 63720"/>
                <a:gd name="GluePoint1X" fmla="*/ 62849 w 62849"/>
                <a:gd name="GluePoint1Y" fmla="*/ 0 h 64245"/>
                <a:gd name="GluePoint2X" fmla="*/ 62215 w 62849"/>
                <a:gd name="GluePoint2Y" fmla="*/ 0 h 64245"/>
                <a:gd name="GluePoint3X" fmla="*/ 1524 w 62849"/>
                <a:gd name="GluePoint3Y" fmla="*/ 49644 h 64245"/>
                <a:gd name="GluePoint4X" fmla="*/ 1524 w 62849"/>
                <a:gd name="GluePoint4Y" fmla="*/ 60563 h 64245"/>
                <a:gd name="GluePoint5X" fmla="*/ 1524 w 62849"/>
                <a:gd name="GluePoint5Y" fmla="*/ 61325 h 64245"/>
                <a:gd name="GluePoint6X" fmla="*/ 1524 w 62849"/>
                <a:gd name="GluePoint6Y" fmla="*/ 62214 h 64245"/>
                <a:gd name="GluePoint7X" fmla="*/ 1524 w 62849"/>
                <a:gd name="GluePoint7Y" fmla="*/ 62214 h 64245"/>
                <a:gd name="GluePoint8X" fmla="*/ 0 w 62849"/>
                <a:gd name="GluePoint8Y" fmla="*/ 64245 h 64245"/>
                <a:gd name="GluePoint9X" fmla="*/ 0 w 62849"/>
                <a:gd name="GluePoint9Y" fmla="*/ 64245 h 64245"/>
                <a:gd name="GluePoint10X" fmla="*/ 60691 w 62849"/>
                <a:gd name="GluePoint10Y" fmla="*/ 14601 h 64245"/>
                <a:gd name="GluePoint11X" fmla="*/ 60691 w 62849"/>
                <a:gd name="GluePoint11Y" fmla="*/ 3682 h 64245"/>
                <a:gd name="GluePoint12X" fmla="*/ 62849 w 62849"/>
                <a:gd name="GluePoint12Y" fmla="*/ 0 h 642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9080" bIns="190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5" name="Freeform: Shape 578"/>
            <p:cNvSpPr/>
            <p:nvPr/>
          </p:nvSpPr>
          <p:spPr>
            <a:xfrm>
              <a:off x="11456280" y="1246320"/>
              <a:ext cx="12240" cy="10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080"/>
                <a:gd name="textAreaBottom" fmla="*/ 1440 h 1080"/>
                <a:gd name="GluePoint1X" fmla="*/ 0 w 12696"/>
                <a:gd name="GluePoint1Y" fmla="*/ 1163 h 1289"/>
                <a:gd name="GluePoint2X" fmla="*/ 0 w 12696"/>
                <a:gd name="GluePoint2Y" fmla="*/ 274 h 1289"/>
                <a:gd name="GluePoint3X" fmla="*/ 0 w 12696"/>
                <a:gd name="GluePoint3Y" fmla="*/ 1290 h 12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560" bIns="-435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6" name="Freeform: Shape 579"/>
            <p:cNvSpPr/>
            <p:nvPr/>
          </p:nvSpPr>
          <p:spPr>
            <a:xfrm>
              <a:off x="11314440" y="1198800"/>
              <a:ext cx="136440" cy="51120"/>
            </a:xfrm>
            <a:custGeom>
              <a:avLst/>
              <a:gdLst>
                <a:gd name="textAreaLeft" fmla="*/ 0 w 136440"/>
                <a:gd name="textAreaRight" fmla="*/ 136800 w 136440"/>
                <a:gd name="textAreaTop" fmla="*/ 0 h 51120"/>
                <a:gd name="textAreaBottom" fmla="*/ 51480 h 51120"/>
                <a:gd name="GluePoint1X" fmla="*/ 131286 w 136745"/>
                <a:gd name="GluePoint1Y" fmla="*/ 46978 h 51431"/>
                <a:gd name="GluePoint2X" fmla="*/ 131286 w 136745"/>
                <a:gd name="GluePoint2Y" fmla="*/ 39995 h 51431"/>
                <a:gd name="GluePoint3X" fmla="*/ 0 w 136745"/>
                <a:gd name="GluePoint3Y" fmla="*/ 0 h 51431"/>
                <a:gd name="GluePoint4X" fmla="*/ 0 w 136745"/>
                <a:gd name="GluePoint4Y" fmla="*/ 10284 h 51431"/>
                <a:gd name="GluePoint5X" fmla="*/ 134967 w 136745"/>
                <a:gd name="GluePoint5Y" fmla="*/ 51422 h 51431"/>
                <a:gd name="GluePoint6X" fmla="*/ 136745 w 136745"/>
                <a:gd name="GluePoint6Y" fmla="*/ 51422 h 51431"/>
                <a:gd name="GluePoint7X" fmla="*/ 131286 w 136745"/>
                <a:gd name="GluePoint7Y" fmla="*/ 46978 h 514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6480" bIns="64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7" name="Freeform: Shape 580"/>
            <p:cNvSpPr/>
            <p:nvPr/>
          </p:nvSpPr>
          <p:spPr>
            <a:xfrm>
              <a:off x="11445840" y="114408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7"/>
                <a:gd name="GluePoint1Y" fmla="*/ 102335 h 106404"/>
                <a:gd name="GluePoint2X" fmla="*/ 10538 w 10537"/>
                <a:gd name="GluePoint2Y" fmla="*/ 101573 h 106404"/>
                <a:gd name="GluePoint3X" fmla="*/ 10538 w 10537"/>
                <a:gd name="GluePoint3Y" fmla="*/ 0 h 106404"/>
                <a:gd name="GluePoint4X" fmla="*/ 8761 w 10537"/>
                <a:gd name="GluePoint4Y" fmla="*/ 1397 h 106404"/>
                <a:gd name="GluePoint5X" fmla="*/ 8761 w 10537"/>
                <a:gd name="GluePoint5Y" fmla="*/ 1397 h 106404"/>
                <a:gd name="GluePoint6X" fmla="*/ 5460 w 10537"/>
                <a:gd name="GluePoint6Y" fmla="*/ 2539 h 106404"/>
                <a:gd name="GluePoint7X" fmla="*/ 3682 w 10537"/>
                <a:gd name="GluePoint7Y" fmla="*/ 2539 h 106404"/>
                <a:gd name="GluePoint8X" fmla="*/ 0 w 10537"/>
                <a:gd name="GluePoint8Y" fmla="*/ 1524 h 106404"/>
                <a:gd name="GluePoint9X" fmla="*/ 0 w 10537"/>
                <a:gd name="GluePoint9Y" fmla="*/ 101447 h 106404"/>
                <a:gd name="GluePoint10X" fmla="*/ 5446 w 10537"/>
                <a:gd name="GluePoint10Y" fmla="*/ 106398 h 106404"/>
                <a:gd name="GluePoint11X" fmla="*/ 5460 w 10537"/>
                <a:gd name="GluePoint11Y" fmla="*/ 106398 h 106404"/>
                <a:gd name="GluePoint12X" fmla="*/ 8252 w 10537"/>
                <a:gd name="GluePoint12Y" fmla="*/ 105636 h 106404"/>
                <a:gd name="GluePoint13X" fmla="*/ 8252 w 10537"/>
                <a:gd name="GluePoint13Y" fmla="*/ 105636 h 106404"/>
                <a:gd name="GluePoint14X" fmla="*/ 8252 w 10537"/>
                <a:gd name="GluePoint14Y" fmla="*/ 105636 h 106404"/>
                <a:gd name="GluePoint15X" fmla="*/ 9776 w 10537"/>
                <a:gd name="GluePoint15Y" fmla="*/ 103605 h 106404"/>
                <a:gd name="GluePoint16X" fmla="*/ 10538 w 10537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8" name="Freeform: Shape 581"/>
            <p:cNvSpPr/>
            <p:nvPr/>
          </p:nvSpPr>
          <p:spPr>
            <a:xfrm>
              <a:off x="11314440" y="1095480"/>
              <a:ext cx="136080" cy="51120"/>
            </a:xfrm>
            <a:custGeom>
              <a:avLst/>
              <a:gdLst>
                <a:gd name="textAreaLeft" fmla="*/ 0 w 136080"/>
                <a:gd name="textAreaRight" fmla="*/ 136440 w 136080"/>
                <a:gd name="textAreaTop" fmla="*/ 0 h 51120"/>
                <a:gd name="textAreaBottom" fmla="*/ 51480 h 51120"/>
                <a:gd name="GluePoint1X" fmla="*/ 133063 w 136617"/>
                <a:gd name="GluePoint1Y" fmla="*/ 43169 h 51516"/>
                <a:gd name="GluePoint2X" fmla="*/ 135476 w 136617"/>
                <a:gd name="GluePoint2Y" fmla="*/ 41264 h 51516"/>
                <a:gd name="GluePoint3X" fmla="*/ 0 w 136617"/>
                <a:gd name="GluePoint3Y" fmla="*/ 0 h 51516"/>
                <a:gd name="GluePoint4X" fmla="*/ 0 w 136617"/>
                <a:gd name="GluePoint4Y" fmla="*/ 10411 h 51516"/>
                <a:gd name="GluePoint5X" fmla="*/ 131158 w 136617"/>
                <a:gd name="GluePoint5Y" fmla="*/ 50406 h 51516"/>
                <a:gd name="GluePoint6X" fmla="*/ 134840 w 136617"/>
                <a:gd name="GluePoint6Y" fmla="*/ 51422 h 51516"/>
                <a:gd name="GluePoint7X" fmla="*/ 136618 w 136617"/>
                <a:gd name="GluePoint7Y" fmla="*/ 51422 h 51516"/>
                <a:gd name="GluePoint8X" fmla="*/ 132555 w 136617"/>
                <a:gd name="GluePoint8Y" fmla="*/ 49771 h 51516"/>
                <a:gd name="GluePoint9X" fmla="*/ 132885 w 136617"/>
                <a:gd name="GluePoint9Y" fmla="*/ 43321 h 51516"/>
                <a:gd name="GluePoint10X" fmla="*/ 133063 w 136617"/>
                <a:gd name="GluePoint10Y" fmla="*/ 43169 h 515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6480" bIns="64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59" name="Freeform: Shape 582"/>
            <p:cNvSpPr/>
            <p:nvPr/>
          </p:nvSpPr>
          <p:spPr>
            <a:xfrm>
              <a:off x="11451240" y="1145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0" name="Freeform: Shape 583"/>
            <p:cNvSpPr/>
            <p:nvPr/>
          </p:nvSpPr>
          <p:spPr>
            <a:xfrm>
              <a:off x="11824560" y="837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762 w 761"/>
                <a:gd name="GluePoint1Y" fmla="*/ 113 h 112"/>
                <a:gd name="GluePoint2X" fmla="*/ 0 w 761"/>
                <a:gd name="GluePoint2Y" fmla="*/ 113 h 112"/>
                <a:gd name="GluePoint3X" fmla="*/ 0 w 761"/>
                <a:gd name="GluePoint3Y" fmla="*/ 113 h 112"/>
                <a:gd name="GluePoint4X" fmla="*/ 762 w 761"/>
                <a:gd name="GluePoint4Y" fmla="*/ 113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1" name="Freeform: Shape 584"/>
            <p:cNvSpPr/>
            <p:nvPr/>
          </p:nvSpPr>
          <p:spPr>
            <a:xfrm>
              <a:off x="11826360" y="8380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2" name="Freeform: Shape 585"/>
            <p:cNvSpPr/>
            <p:nvPr/>
          </p:nvSpPr>
          <p:spPr>
            <a:xfrm>
              <a:off x="11827080" y="8398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762 h 761"/>
                <a:gd name="GluePoint2X" fmla="*/ 0 w 38"/>
                <a:gd name="GluePoint2Y" fmla="*/ 0 h 761"/>
                <a:gd name="GluePoint3X" fmla="*/ 0 w 38"/>
                <a:gd name="GluePoint3Y" fmla="*/ 0 h 761"/>
                <a:gd name="GluePoint4X" fmla="*/ 0 w 38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3" name="Freeform: Shape 586"/>
            <p:cNvSpPr/>
            <p:nvPr/>
          </p:nvSpPr>
          <p:spPr>
            <a:xfrm>
              <a:off x="11607480" y="772560"/>
              <a:ext cx="214560" cy="68760"/>
            </a:xfrm>
            <a:custGeom>
              <a:avLst/>
              <a:gdLst>
                <a:gd name="textAreaLeft" fmla="*/ 0 w 214560"/>
                <a:gd name="textAreaRight" fmla="*/ 214920 w 214560"/>
                <a:gd name="textAreaTop" fmla="*/ 0 h 68760"/>
                <a:gd name="textAreaBottom" fmla="*/ 69120 h 68760"/>
                <a:gd name="GluePoint1X" fmla="*/ 5331 w 214955"/>
                <a:gd name="GluePoint1Y" fmla="*/ 0 h 69070"/>
                <a:gd name="GluePoint2X" fmla="*/ 4315 w 214955"/>
                <a:gd name="GluePoint2Y" fmla="*/ 0 h 69070"/>
                <a:gd name="GluePoint3X" fmla="*/ 3299 w 214955"/>
                <a:gd name="GluePoint3Y" fmla="*/ 0 h 69070"/>
                <a:gd name="GluePoint4X" fmla="*/ 2410 w 214955"/>
                <a:gd name="GluePoint4Y" fmla="*/ 0 h 69070"/>
                <a:gd name="GluePoint5X" fmla="*/ 252 w 214955"/>
                <a:gd name="GluePoint5Y" fmla="*/ 2412 h 69070"/>
                <a:gd name="GluePoint6X" fmla="*/ 3198 w 214955"/>
                <a:gd name="GluePoint6Y" fmla="*/ 8367 h 69070"/>
                <a:gd name="GluePoint7X" fmla="*/ 3680 w 214955"/>
                <a:gd name="GluePoint7Y" fmla="*/ 8507 h 69070"/>
                <a:gd name="GluePoint8X" fmla="*/ 6728 w 214955"/>
                <a:gd name="GluePoint8Y" fmla="*/ 9396 h 69070"/>
                <a:gd name="GluePoint9X" fmla="*/ 203782 w 214955"/>
                <a:gd name="GluePoint9Y" fmla="*/ 69070 h 69070"/>
                <a:gd name="GluePoint10X" fmla="*/ 210765 w 214955"/>
                <a:gd name="GluePoint10Y" fmla="*/ 63484 h 69070"/>
                <a:gd name="GluePoint11X" fmla="*/ 210765 w 214955"/>
                <a:gd name="GluePoint11Y" fmla="*/ 63484 h 69070"/>
                <a:gd name="GluePoint12X" fmla="*/ 211781 w 214955"/>
                <a:gd name="GluePoint12Y" fmla="*/ 63484 h 69070"/>
                <a:gd name="GluePoint13X" fmla="*/ 212924 w 214955"/>
                <a:gd name="GluePoint13Y" fmla="*/ 63484 h 69070"/>
                <a:gd name="GluePoint14X" fmla="*/ 213939 w 214955"/>
                <a:gd name="GluePoint14Y" fmla="*/ 63484 h 69070"/>
                <a:gd name="GluePoint15X" fmla="*/ 214955 w 214955"/>
                <a:gd name="GluePoint15Y" fmla="*/ 63484 h 69070"/>
                <a:gd name="GluePoint16X" fmla="*/ 214955 w 214955"/>
                <a:gd name="GluePoint16Y" fmla="*/ 63484 h 69070"/>
                <a:gd name="GluePoint17X" fmla="*/ 5965 w 214955"/>
                <a:gd name="GluePoint17Y" fmla="*/ 0 h 69070"/>
                <a:gd name="GluePoint18X" fmla="*/ 4188 w 214955"/>
                <a:gd name="GluePoint18Y" fmla="*/ 0 h 6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4120" bIns="241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4" name="Freeform: Shape 587"/>
            <p:cNvSpPr/>
            <p:nvPr/>
          </p:nvSpPr>
          <p:spPr>
            <a:xfrm>
              <a:off x="11823120" y="83628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5" name="Freeform: Shape 588"/>
            <p:cNvSpPr/>
            <p:nvPr/>
          </p:nvSpPr>
          <p:spPr>
            <a:xfrm>
              <a:off x="11821680" y="835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6" name="Freeform: Shape 589"/>
            <p:cNvSpPr/>
            <p:nvPr/>
          </p:nvSpPr>
          <p:spPr>
            <a:xfrm>
              <a:off x="11816280" y="840600"/>
              <a:ext cx="10440" cy="568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6880"/>
                <a:gd name="textAreaBottom" fmla="*/ 57240 h 56880"/>
                <a:gd name="GluePoint1X" fmla="*/ 9014 w 10796"/>
                <a:gd name="GluePoint1Y" fmla="*/ 3809 h 57135"/>
                <a:gd name="GluePoint2X" fmla="*/ 0 w 10796"/>
                <a:gd name="GluePoint2Y" fmla="*/ 11046 h 57135"/>
                <a:gd name="GluePoint3X" fmla="*/ 0 w 10796"/>
                <a:gd name="GluePoint3Y" fmla="*/ 57135 h 57135"/>
                <a:gd name="GluePoint4X" fmla="*/ 1524 w 10796"/>
                <a:gd name="GluePoint4Y" fmla="*/ 55739 h 57135"/>
                <a:gd name="GluePoint5X" fmla="*/ 1524 w 10796"/>
                <a:gd name="GluePoint5Y" fmla="*/ 55739 h 57135"/>
                <a:gd name="GluePoint6X" fmla="*/ 10792 w 10796"/>
                <a:gd name="GluePoint6Y" fmla="*/ 47613 h 57135"/>
                <a:gd name="GluePoint7X" fmla="*/ 10792 w 10796"/>
                <a:gd name="GluePoint7Y" fmla="*/ 0 h 57135"/>
                <a:gd name="GluePoint8X" fmla="*/ 10792 w 10796"/>
                <a:gd name="GluePoint8Y" fmla="*/ 0 h 57135"/>
                <a:gd name="GluePoint9X" fmla="*/ 9014 w 10796"/>
                <a:gd name="GluePoint9Y" fmla="*/ 3809 h 571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7" name="Freeform: Shape 590"/>
            <p:cNvSpPr/>
            <p:nvPr/>
          </p:nvSpPr>
          <p:spPr>
            <a:xfrm>
              <a:off x="1182564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8" name="Freeform: Shape 591"/>
            <p:cNvSpPr/>
            <p:nvPr/>
          </p:nvSpPr>
          <p:spPr>
            <a:xfrm>
              <a:off x="11826360" y="83844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635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69" name="Freeform: Shape 592"/>
            <p:cNvSpPr/>
            <p:nvPr/>
          </p:nvSpPr>
          <p:spPr>
            <a:xfrm>
              <a:off x="11445840" y="835920"/>
              <a:ext cx="380880" cy="311400"/>
            </a:xfrm>
            <a:custGeom>
              <a:avLst/>
              <a:gdLst>
                <a:gd name="textAreaLeft" fmla="*/ 0 w 380880"/>
                <a:gd name="textAreaRight" fmla="*/ 381240 w 380880"/>
                <a:gd name="textAreaTop" fmla="*/ 0 h 311400"/>
                <a:gd name="textAreaBottom" fmla="*/ 311760 h 311400"/>
                <a:gd name="GluePoint1X" fmla="*/ 376102 w 381368"/>
                <a:gd name="GluePoint1Y" fmla="*/ 0 h 311835"/>
                <a:gd name="GluePoint2X" fmla="*/ 375086 w 381368"/>
                <a:gd name="GluePoint2Y" fmla="*/ 0 h 311835"/>
                <a:gd name="GluePoint3X" fmla="*/ 373943 w 381368"/>
                <a:gd name="GluePoint3Y" fmla="*/ 0 h 311835"/>
                <a:gd name="GluePoint4X" fmla="*/ 372928 w 381368"/>
                <a:gd name="GluePoint4Y" fmla="*/ 0 h 311835"/>
                <a:gd name="GluePoint5X" fmla="*/ 372928 w 381368"/>
                <a:gd name="GluePoint5Y" fmla="*/ 0 h 311835"/>
                <a:gd name="GluePoint6X" fmla="*/ 365944 w 381368"/>
                <a:gd name="GluePoint6Y" fmla="*/ 5587 h 311835"/>
                <a:gd name="GluePoint7X" fmla="*/ 3958 w 381368"/>
                <a:gd name="GluePoint7Y" fmla="*/ 301420 h 311835"/>
                <a:gd name="GluePoint8X" fmla="*/ 1546 w 381368"/>
                <a:gd name="GluePoint8Y" fmla="*/ 303324 h 311835"/>
                <a:gd name="GluePoint9X" fmla="*/ 1139 w 381368"/>
                <a:gd name="GluePoint9Y" fmla="*/ 309774 h 311835"/>
                <a:gd name="GluePoint10X" fmla="*/ 1546 w 381368"/>
                <a:gd name="GluePoint10Y" fmla="*/ 310181 h 311835"/>
                <a:gd name="GluePoint11X" fmla="*/ 5608 w 381368"/>
                <a:gd name="GluePoint11Y" fmla="*/ 311831 h 311835"/>
                <a:gd name="GluePoint12X" fmla="*/ 8909 w 381368"/>
                <a:gd name="GluePoint12Y" fmla="*/ 310688 h 311835"/>
                <a:gd name="GluePoint13X" fmla="*/ 8909 w 381368"/>
                <a:gd name="GluePoint13Y" fmla="*/ 310688 h 311835"/>
                <a:gd name="GluePoint14X" fmla="*/ 10687 w 381368"/>
                <a:gd name="GluePoint14Y" fmla="*/ 309292 h 311835"/>
                <a:gd name="GluePoint15X" fmla="*/ 370642 w 381368"/>
                <a:gd name="GluePoint15Y" fmla="*/ 16506 h 311835"/>
                <a:gd name="GluePoint16X" fmla="*/ 379657 w 381368"/>
                <a:gd name="GluePoint16Y" fmla="*/ 9269 h 311835"/>
                <a:gd name="GluePoint17X" fmla="*/ 381307 w 381368"/>
                <a:gd name="GluePoint17Y" fmla="*/ 4952 h 311835"/>
                <a:gd name="GluePoint18X" fmla="*/ 381307 w 381368"/>
                <a:gd name="GluePoint18Y" fmla="*/ 4952 h 311835"/>
                <a:gd name="GluePoint19X" fmla="*/ 381307 w 381368"/>
                <a:gd name="GluePoint19Y" fmla="*/ 4190 h 311835"/>
                <a:gd name="GluePoint20X" fmla="*/ 381307 w 381368"/>
                <a:gd name="GluePoint20Y" fmla="*/ 3301 h 311835"/>
                <a:gd name="GluePoint21X" fmla="*/ 381307 w 381368"/>
                <a:gd name="GluePoint21Y" fmla="*/ 3301 h 311835"/>
                <a:gd name="GluePoint22X" fmla="*/ 381307 w 381368"/>
                <a:gd name="GluePoint22Y" fmla="*/ 3301 h 311835"/>
                <a:gd name="GluePoint23X" fmla="*/ 381307 w 381368"/>
                <a:gd name="GluePoint23Y" fmla="*/ 3301 h 311835"/>
                <a:gd name="GluePoint24X" fmla="*/ 380419 w 381368"/>
                <a:gd name="GluePoint24Y" fmla="*/ 3301 h 311835"/>
                <a:gd name="GluePoint25X" fmla="*/ 380419 w 381368"/>
                <a:gd name="GluePoint25Y" fmla="*/ 3301 h 311835"/>
                <a:gd name="GluePoint26X" fmla="*/ 379784 w 381368"/>
                <a:gd name="GluePoint26Y" fmla="*/ 3301 h 311835"/>
                <a:gd name="GluePoint27X" fmla="*/ 378768 w 381368"/>
                <a:gd name="GluePoint27Y" fmla="*/ 3301 h 311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0" name="Freeform: Shape 593"/>
            <p:cNvSpPr/>
            <p:nvPr/>
          </p:nvSpPr>
          <p:spPr>
            <a:xfrm>
              <a:off x="11196720" y="1591920"/>
              <a:ext cx="115560" cy="89280"/>
            </a:xfrm>
            <a:custGeom>
              <a:avLst/>
              <a:gdLst>
                <a:gd name="textAreaLeft" fmla="*/ 0 w 115560"/>
                <a:gd name="textAreaRight" fmla="*/ 115920 w 115560"/>
                <a:gd name="textAreaTop" fmla="*/ 0 h 89280"/>
                <a:gd name="textAreaBottom" fmla="*/ 89640 h 89280"/>
                <a:gd name="GluePoint1X" fmla="*/ 107034 w 116049"/>
                <a:gd name="GluePoint1Y" fmla="*/ 2285 h 89765"/>
                <a:gd name="GluePoint2X" fmla="*/ 107034 w 116049"/>
                <a:gd name="GluePoint2Y" fmla="*/ 0 h 89765"/>
                <a:gd name="GluePoint3X" fmla="*/ 0 w 116049"/>
                <a:gd name="GluePoint3Y" fmla="*/ 87099 h 89765"/>
                <a:gd name="GluePoint4X" fmla="*/ 2793 w 116049"/>
                <a:gd name="GluePoint4Y" fmla="*/ 87734 h 89765"/>
                <a:gd name="GluePoint5X" fmla="*/ 2793 w 116049"/>
                <a:gd name="GluePoint5Y" fmla="*/ 87734 h 89765"/>
                <a:gd name="GluePoint6X" fmla="*/ 12950 w 116049"/>
                <a:gd name="GluePoint6Y" fmla="*/ 89766 h 89765"/>
                <a:gd name="GluePoint7X" fmla="*/ 116049 w 116049"/>
                <a:gd name="GluePoint7Y" fmla="*/ 5840 h 89765"/>
                <a:gd name="GluePoint8X" fmla="*/ 116049 w 116049"/>
                <a:gd name="GluePoint8Y" fmla="*/ 5840 h 89765"/>
                <a:gd name="GluePoint9X" fmla="*/ 112367 w 116049"/>
                <a:gd name="GluePoint9Y" fmla="*/ 7110 h 89765"/>
                <a:gd name="GluePoint10X" fmla="*/ 107034 w 116049"/>
                <a:gd name="GluePoint10Y" fmla="*/ 2285 h 897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4640" bIns="446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1" name="Freeform: Shape 594"/>
            <p:cNvSpPr/>
            <p:nvPr/>
          </p:nvSpPr>
          <p:spPr>
            <a:xfrm>
              <a:off x="11050200" y="1181880"/>
              <a:ext cx="10440" cy="4683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8360"/>
                <a:gd name="textAreaBottom" fmla="*/ 468720 h 468360"/>
                <a:gd name="GluePoint1X" fmla="*/ 8761 w 10665"/>
                <a:gd name="GluePoint1Y" fmla="*/ 1524 h 468889"/>
                <a:gd name="GluePoint2X" fmla="*/ 7237 w 10665"/>
                <a:gd name="GluePoint2Y" fmla="*/ 2412 h 468889"/>
                <a:gd name="GluePoint3X" fmla="*/ 5460 w 10665"/>
                <a:gd name="GluePoint3Y" fmla="*/ 2412 h 468889"/>
                <a:gd name="GluePoint4X" fmla="*/ 3683 w 10665"/>
                <a:gd name="GluePoint4Y" fmla="*/ 2412 h 468889"/>
                <a:gd name="GluePoint5X" fmla="*/ 0 w 10665"/>
                <a:gd name="GluePoint5Y" fmla="*/ 1270 h 468889"/>
                <a:gd name="GluePoint6X" fmla="*/ 0 w 10665"/>
                <a:gd name="GluePoint6Y" fmla="*/ 466604 h 468889"/>
                <a:gd name="GluePoint7X" fmla="*/ 6603 w 10665"/>
                <a:gd name="GluePoint7Y" fmla="*/ 468001 h 468889"/>
                <a:gd name="GluePoint8X" fmla="*/ 6603 w 10665"/>
                <a:gd name="GluePoint8Y" fmla="*/ 468001 h 468889"/>
                <a:gd name="GluePoint9X" fmla="*/ 10666 w 10665"/>
                <a:gd name="GluePoint9Y" fmla="*/ 468889 h 468889"/>
                <a:gd name="GluePoint10X" fmla="*/ 10666 w 10665"/>
                <a:gd name="GluePoint10Y" fmla="*/ 0 h 468889"/>
                <a:gd name="GluePoint11X" fmla="*/ 8888 w 10665"/>
                <a:gd name="GluePoint11Y" fmla="*/ 1397 h 4688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2" name="Freeform: Shape 595"/>
            <p:cNvSpPr/>
            <p:nvPr/>
          </p:nvSpPr>
          <p:spPr>
            <a:xfrm>
              <a:off x="10633320" y="1047960"/>
              <a:ext cx="421920" cy="135360"/>
            </a:xfrm>
            <a:custGeom>
              <a:avLst/>
              <a:gdLst>
                <a:gd name="textAreaLeft" fmla="*/ 0 w 421920"/>
                <a:gd name="textAreaRight" fmla="*/ 422280 w 421920"/>
                <a:gd name="textAreaTop" fmla="*/ 0 h 135360"/>
                <a:gd name="textAreaBottom" fmla="*/ 135720 h 135360"/>
                <a:gd name="GluePoint1X" fmla="*/ 5517 w 422100"/>
                <a:gd name="GluePoint1Y" fmla="*/ 248 h 135562"/>
                <a:gd name="GluePoint2X" fmla="*/ 57 w 422100"/>
                <a:gd name="GluePoint2Y" fmla="*/ 1390 h 135562"/>
                <a:gd name="GluePoint3X" fmla="*/ 57 w 422100"/>
                <a:gd name="GluePoint3Y" fmla="*/ 2279 h 135562"/>
                <a:gd name="GluePoint4X" fmla="*/ 57 w 422100"/>
                <a:gd name="GluePoint4Y" fmla="*/ 3168 h 135562"/>
                <a:gd name="GluePoint5X" fmla="*/ 57 w 422100"/>
                <a:gd name="GluePoint5Y" fmla="*/ 3930 h 135562"/>
                <a:gd name="GluePoint6X" fmla="*/ 57 w 422100"/>
                <a:gd name="GluePoint6Y" fmla="*/ 4945 h 135562"/>
                <a:gd name="GluePoint7X" fmla="*/ 57 w 422100"/>
                <a:gd name="GluePoint7Y" fmla="*/ 5834 h 135562"/>
                <a:gd name="GluePoint8X" fmla="*/ 57 w 422100"/>
                <a:gd name="GluePoint8Y" fmla="*/ 6850 h 135562"/>
                <a:gd name="GluePoint9X" fmla="*/ 57 w 422100"/>
                <a:gd name="GluePoint9Y" fmla="*/ 7612 h 135562"/>
                <a:gd name="GluePoint10X" fmla="*/ 57 w 422100"/>
                <a:gd name="GluePoint10Y" fmla="*/ 8374 h 135562"/>
                <a:gd name="GluePoint11X" fmla="*/ 1073 w 422100"/>
                <a:gd name="GluePoint11Y" fmla="*/ 9008 h 135562"/>
                <a:gd name="GluePoint12X" fmla="*/ 1962 w 422100"/>
                <a:gd name="GluePoint12Y" fmla="*/ 9008 h 135562"/>
                <a:gd name="GluePoint13X" fmla="*/ 1962 w 422100"/>
                <a:gd name="GluePoint13Y" fmla="*/ 9008 h 135562"/>
                <a:gd name="GluePoint14X" fmla="*/ 9072 w 422100"/>
                <a:gd name="GluePoint14Y" fmla="*/ 11167 h 135562"/>
                <a:gd name="GluePoint15X" fmla="*/ 416640 w 422100"/>
                <a:gd name="GluePoint15Y" fmla="*/ 134325 h 135562"/>
                <a:gd name="GluePoint16X" fmla="*/ 420322 w 422100"/>
                <a:gd name="GluePoint16Y" fmla="*/ 135468 h 135562"/>
                <a:gd name="GluePoint17X" fmla="*/ 422100 w 422100"/>
                <a:gd name="GluePoint17Y" fmla="*/ 135468 h 135562"/>
                <a:gd name="GluePoint18X" fmla="*/ 418037 w 422100"/>
                <a:gd name="GluePoint18Y" fmla="*/ 133817 h 135562"/>
                <a:gd name="GluePoint19X" fmla="*/ 417630 w 422100"/>
                <a:gd name="GluePoint19Y" fmla="*/ 127367 h 135562"/>
                <a:gd name="GluePoint20X" fmla="*/ 418037 w 422100"/>
                <a:gd name="GluePoint20Y" fmla="*/ 126961 h 135562"/>
                <a:gd name="GluePoint21X" fmla="*/ 420322 w 422100"/>
                <a:gd name="GluePoint21Y" fmla="*/ 125056 h 135562"/>
                <a:gd name="GluePoint22X" fmla="*/ 14024 w 422100"/>
                <a:gd name="GluePoint22Y" fmla="*/ 2152 h 1355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3" name="Freeform: Shape 596"/>
            <p:cNvSpPr/>
            <p:nvPr/>
          </p:nvSpPr>
          <p:spPr>
            <a:xfrm>
              <a:off x="1131372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4" name="Freeform: Shape 597"/>
            <p:cNvSpPr/>
            <p:nvPr/>
          </p:nvSpPr>
          <p:spPr>
            <a:xfrm>
              <a:off x="11311920" y="9698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5" name="Freeform: Shape 598"/>
            <p:cNvSpPr/>
            <p:nvPr/>
          </p:nvSpPr>
          <p:spPr>
            <a:xfrm>
              <a:off x="11314440" y="9723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6" name="Freeform: Shape 599"/>
            <p:cNvSpPr/>
            <p:nvPr/>
          </p:nvSpPr>
          <p:spPr>
            <a:xfrm>
              <a:off x="10889280" y="843120"/>
              <a:ext cx="420120" cy="132120"/>
            </a:xfrm>
            <a:custGeom>
              <a:avLst/>
              <a:gdLst>
                <a:gd name="textAreaLeft" fmla="*/ 0 w 420120"/>
                <a:gd name="textAreaRight" fmla="*/ 420480 w 420120"/>
                <a:gd name="textAreaTop" fmla="*/ 0 h 132120"/>
                <a:gd name="textAreaBottom" fmla="*/ 132480 h 132120"/>
                <a:gd name="GluePoint1X" fmla="*/ 6729 w 420391"/>
                <a:gd name="GluePoint1Y" fmla="*/ 5459 h 132553"/>
                <a:gd name="GluePoint2X" fmla="*/ 1651 w 420391"/>
                <a:gd name="GluePoint2Y" fmla="*/ 8888 h 132553"/>
                <a:gd name="GluePoint3X" fmla="*/ 0 w 420391"/>
                <a:gd name="GluePoint3Y" fmla="*/ 8888 h 132553"/>
                <a:gd name="GluePoint4X" fmla="*/ 2920 w 420391"/>
                <a:gd name="GluePoint4Y" fmla="*/ 9777 h 132553"/>
                <a:gd name="GluePoint5X" fmla="*/ 409218 w 420391"/>
                <a:gd name="GluePoint5Y" fmla="*/ 132554 h 132553"/>
                <a:gd name="GluePoint6X" fmla="*/ 416074 w 420391"/>
                <a:gd name="GluePoint6Y" fmla="*/ 126967 h 132553"/>
                <a:gd name="GluePoint7X" fmla="*/ 416074 w 420391"/>
                <a:gd name="GluePoint7Y" fmla="*/ 126967 h 132553"/>
                <a:gd name="GluePoint8X" fmla="*/ 417217 w 420391"/>
                <a:gd name="GluePoint8Y" fmla="*/ 126967 h 132553"/>
                <a:gd name="GluePoint9X" fmla="*/ 418233 w 420391"/>
                <a:gd name="GluePoint9Y" fmla="*/ 126967 h 132553"/>
                <a:gd name="GluePoint10X" fmla="*/ 419249 w 420391"/>
                <a:gd name="GluePoint10Y" fmla="*/ 126967 h 132553"/>
                <a:gd name="GluePoint11X" fmla="*/ 420392 w 420391"/>
                <a:gd name="GluePoint11Y" fmla="*/ 126967 h 132553"/>
                <a:gd name="GluePoint12X" fmla="*/ 420392 w 420391"/>
                <a:gd name="GluePoint12Y" fmla="*/ 126967 h 132553"/>
                <a:gd name="GluePoint13X" fmla="*/ 2540 w 420391"/>
                <a:gd name="GluePoint13Y" fmla="*/ 0 h 132553"/>
                <a:gd name="GluePoint14X" fmla="*/ 6742 w 420391"/>
                <a:gd name="GluePoint14Y" fmla="*/ 5371 h 132553"/>
                <a:gd name="GluePoint15X" fmla="*/ 6729 w 420391"/>
                <a:gd name="GluePoint15Y" fmla="*/ 5459 h 132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7" name="Freeform: Shape 600"/>
            <p:cNvSpPr/>
            <p:nvPr/>
          </p:nvSpPr>
          <p:spPr>
            <a:xfrm>
              <a:off x="11050920" y="969480"/>
              <a:ext cx="254520" cy="214560"/>
            </a:xfrm>
            <a:custGeom>
              <a:avLst/>
              <a:gdLst>
                <a:gd name="textAreaLeft" fmla="*/ 0 w 254520"/>
                <a:gd name="textAreaRight" fmla="*/ 254880 w 254520"/>
                <a:gd name="textAreaTop" fmla="*/ 0 h 214560"/>
                <a:gd name="textAreaBottom" fmla="*/ 214920 h 214560"/>
                <a:gd name="GluePoint1X" fmla="*/ 254847 w 254846"/>
                <a:gd name="GluePoint1Y" fmla="*/ 0 h 214828"/>
                <a:gd name="GluePoint2X" fmla="*/ 254847 w 254846"/>
                <a:gd name="GluePoint2Y" fmla="*/ 0 h 214828"/>
                <a:gd name="GluePoint3X" fmla="*/ 247991 w 254846"/>
                <a:gd name="GluePoint3Y" fmla="*/ 5587 h 214828"/>
                <a:gd name="GluePoint4X" fmla="*/ 3830 w 254846"/>
                <a:gd name="GluePoint4Y" fmla="*/ 204417 h 214828"/>
                <a:gd name="GluePoint5X" fmla="*/ 1545 w 254846"/>
                <a:gd name="GluePoint5Y" fmla="*/ 206321 h 214828"/>
                <a:gd name="GluePoint6X" fmla="*/ 1139 w 254846"/>
                <a:gd name="GluePoint6Y" fmla="*/ 212771 h 214828"/>
                <a:gd name="GluePoint7X" fmla="*/ 1545 w 254846"/>
                <a:gd name="GluePoint7Y" fmla="*/ 213178 h 214828"/>
                <a:gd name="GluePoint8X" fmla="*/ 5608 w 254846"/>
                <a:gd name="GluePoint8Y" fmla="*/ 214828 h 214828"/>
                <a:gd name="GluePoint9X" fmla="*/ 7386 w 254846"/>
                <a:gd name="GluePoint9Y" fmla="*/ 214828 h 214828"/>
                <a:gd name="GluePoint10X" fmla="*/ 8909 w 254846"/>
                <a:gd name="GluePoint10Y" fmla="*/ 213940 h 214828"/>
                <a:gd name="GluePoint11X" fmla="*/ 8909 w 254846"/>
                <a:gd name="GluePoint11Y" fmla="*/ 213940 h 214828"/>
                <a:gd name="GluePoint12X" fmla="*/ 10687 w 254846"/>
                <a:gd name="GluePoint12Y" fmla="*/ 212543 h 214828"/>
                <a:gd name="GluePoint13X" fmla="*/ 252562 w 254846"/>
                <a:gd name="GluePoint13Y" fmla="*/ 15490 h 214828"/>
                <a:gd name="GluePoint14X" fmla="*/ 252562 w 254846"/>
                <a:gd name="GluePoint14Y" fmla="*/ 4571 h 214828"/>
                <a:gd name="GluePoint15X" fmla="*/ 254847 w 254846"/>
                <a:gd name="GluePoint15Y" fmla="*/ 0 h 2148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8" name="Freeform: Shape 601"/>
            <p:cNvSpPr/>
            <p:nvPr/>
          </p:nvSpPr>
          <p:spPr>
            <a:xfrm>
              <a:off x="11314440" y="97128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0 w 57"/>
                <a:gd name="GluePoint1Y" fmla="*/ 762 h 1015"/>
                <a:gd name="GluePoint2X" fmla="*/ 0 w 57"/>
                <a:gd name="GluePoint2Y" fmla="*/ 0 h 1015"/>
                <a:gd name="GluePoint3X" fmla="*/ 0 w 5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79" name="Freeform: Shape 602"/>
            <p:cNvSpPr/>
            <p:nvPr/>
          </p:nvSpPr>
          <p:spPr>
            <a:xfrm>
              <a:off x="11311200" y="9694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0" name="Freeform: Shape 603"/>
            <p:cNvSpPr/>
            <p:nvPr/>
          </p:nvSpPr>
          <p:spPr>
            <a:xfrm>
              <a:off x="1131336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1" name="Freeform: Shape 604"/>
            <p:cNvSpPr/>
            <p:nvPr/>
          </p:nvSpPr>
          <p:spPr>
            <a:xfrm>
              <a:off x="12075480" y="495000"/>
              <a:ext cx="114840" cy="4212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120"/>
                <a:gd name="textAreaBottom" fmla="*/ 42480 h 42120"/>
                <a:gd name="GluePoint1X" fmla="*/ 6951 w 115128"/>
                <a:gd name="GluePoint1Y" fmla="*/ 239 h 42392"/>
                <a:gd name="GluePoint2X" fmla="*/ 95 w 115128"/>
                <a:gd name="GluePoint2Y" fmla="*/ 3413 h 42392"/>
                <a:gd name="GluePoint3X" fmla="*/ 95 w 115128"/>
                <a:gd name="GluePoint3Y" fmla="*/ 5064 h 42392"/>
                <a:gd name="GluePoint4X" fmla="*/ 95 w 115128"/>
                <a:gd name="GluePoint4Y" fmla="*/ 6080 h 42392"/>
                <a:gd name="GluePoint5X" fmla="*/ 95 w 115128"/>
                <a:gd name="GluePoint5Y" fmla="*/ 6968 h 42392"/>
                <a:gd name="GluePoint6X" fmla="*/ 730 w 115128"/>
                <a:gd name="GluePoint6Y" fmla="*/ 7730 h 42392"/>
                <a:gd name="GluePoint7X" fmla="*/ 730 w 115128"/>
                <a:gd name="GluePoint7Y" fmla="*/ 8492 h 42392"/>
                <a:gd name="GluePoint8X" fmla="*/ 1492 w 115128"/>
                <a:gd name="GluePoint8Y" fmla="*/ 8492 h 42392"/>
                <a:gd name="GluePoint9X" fmla="*/ 2508 w 115128"/>
                <a:gd name="GluePoint9Y" fmla="*/ 8492 h 42392"/>
                <a:gd name="GluePoint10X" fmla="*/ 2508 w 115128"/>
                <a:gd name="GluePoint10Y" fmla="*/ 8492 h 42392"/>
                <a:gd name="GluePoint11X" fmla="*/ 115129 w 115128"/>
                <a:gd name="GluePoint11Y" fmla="*/ 42392 h 42392"/>
                <a:gd name="GluePoint12X" fmla="*/ 115129 w 115128"/>
                <a:gd name="GluePoint12Y" fmla="*/ 32108 h 42392"/>
                <a:gd name="GluePoint13X" fmla="*/ 9618 w 115128"/>
                <a:gd name="GluePoint13Y" fmla="*/ 239 h 423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20" bIns="-2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2" name="Freeform: Shape 605"/>
            <p:cNvSpPr/>
            <p:nvPr/>
          </p:nvSpPr>
          <p:spPr>
            <a:xfrm>
              <a:off x="12076200" y="81360"/>
              <a:ext cx="114840" cy="4248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480"/>
                <a:gd name="textAreaBottom" fmla="*/ 42840 h 42480"/>
                <a:gd name="GluePoint1X" fmla="*/ 6151 w 115217"/>
                <a:gd name="GluePoint1Y" fmla="*/ 279 h 42813"/>
                <a:gd name="GluePoint2X" fmla="*/ 692 w 115217"/>
                <a:gd name="GluePoint2Y" fmla="*/ 1422 h 42813"/>
                <a:gd name="GluePoint3X" fmla="*/ 57 w 115217"/>
                <a:gd name="GluePoint3Y" fmla="*/ 2311 h 42813"/>
                <a:gd name="GluePoint4X" fmla="*/ 57 w 115217"/>
                <a:gd name="GluePoint4Y" fmla="*/ 3073 h 42813"/>
                <a:gd name="GluePoint5X" fmla="*/ 57 w 115217"/>
                <a:gd name="GluePoint5Y" fmla="*/ 3073 h 42813"/>
                <a:gd name="GluePoint6X" fmla="*/ 57 w 115217"/>
                <a:gd name="GluePoint6Y" fmla="*/ 3708 h 42813"/>
                <a:gd name="GluePoint7X" fmla="*/ 57 w 115217"/>
                <a:gd name="GluePoint7Y" fmla="*/ 4723 h 42813"/>
                <a:gd name="GluePoint8X" fmla="*/ 57 w 115217"/>
                <a:gd name="GluePoint8Y" fmla="*/ 5612 h 42813"/>
                <a:gd name="GluePoint9X" fmla="*/ 57 w 115217"/>
                <a:gd name="GluePoint9Y" fmla="*/ 6501 h 42813"/>
                <a:gd name="GluePoint10X" fmla="*/ 57 w 115217"/>
                <a:gd name="GluePoint10Y" fmla="*/ 7390 h 42813"/>
                <a:gd name="GluePoint11X" fmla="*/ 692 w 115217"/>
                <a:gd name="GluePoint11Y" fmla="*/ 8024 h 42813"/>
                <a:gd name="GluePoint12X" fmla="*/ 1708 w 115217"/>
                <a:gd name="GluePoint12Y" fmla="*/ 8786 h 42813"/>
                <a:gd name="GluePoint13X" fmla="*/ 2596 w 115217"/>
                <a:gd name="GluePoint13Y" fmla="*/ 8786 h 42813"/>
                <a:gd name="GluePoint14X" fmla="*/ 2596 w 115217"/>
                <a:gd name="GluePoint14Y" fmla="*/ 8786 h 42813"/>
                <a:gd name="GluePoint15X" fmla="*/ 9707 w 115217"/>
                <a:gd name="GluePoint15Y" fmla="*/ 10945 h 42813"/>
                <a:gd name="GluePoint16X" fmla="*/ 115217 w 115217"/>
                <a:gd name="GluePoint16Y" fmla="*/ 42814 h 42813"/>
                <a:gd name="GluePoint17X" fmla="*/ 115217 w 115217"/>
                <a:gd name="GluePoint17Y" fmla="*/ 32529 h 42813"/>
                <a:gd name="GluePoint18X" fmla="*/ 14912 w 115217"/>
                <a:gd name="GluePoint18Y" fmla="*/ 2184 h 4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160" bIns="-2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3" name="Freeform: Shape 606"/>
            <p:cNvSpPr/>
            <p:nvPr/>
          </p:nvSpPr>
          <p:spPr>
            <a:xfrm>
              <a:off x="11518920" y="1371960"/>
              <a:ext cx="672480" cy="2246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4640"/>
                <a:gd name="textAreaBottom" fmla="*/ 225000 h 224640"/>
                <a:gd name="GluePoint1X" fmla="*/ 7364 w 672931"/>
                <a:gd name="GluePoint1Y" fmla="*/ 3555 h 224858"/>
                <a:gd name="GluePoint2X" fmla="*/ 1904 w 672931"/>
                <a:gd name="GluePoint2Y" fmla="*/ 8380 h 224858"/>
                <a:gd name="GluePoint3X" fmla="*/ 0 w 672931"/>
                <a:gd name="GluePoint3Y" fmla="*/ 8380 h 224858"/>
                <a:gd name="GluePoint4X" fmla="*/ 0 w 672931"/>
                <a:gd name="GluePoint4Y" fmla="*/ 8380 h 224858"/>
                <a:gd name="GluePoint5X" fmla="*/ 672932 w 672931"/>
                <a:gd name="GluePoint5Y" fmla="*/ 224859 h 224858"/>
                <a:gd name="GluePoint6X" fmla="*/ 672932 w 672931"/>
                <a:gd name="GluePoint6Y" fmla="*/ 214448 h 224858"/>
                <a:gd name="GluePoint7X" fmla="*/ 7364 w 672931"/>
                <a:gd name="GluePoint7Y" fmla="*/ 0 h 2248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4" name="Freeform: Shape 607"/>
            <p:cNvSpPr/>
            <p:nvPr/>
          </p:nvSpPr>
          <p:spPr>
            <a:xfrm>
              <a:off x="11515680" y="1166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127 h 888"/>
                <a:gd name="GluePoint2X" fmla="*/ 0 w 9"/>
                <a:gd name="GluePoint2Y" fmla="*/ 889 h 888"/>
                <a:gd name="GluePoint3X" fmla="*/ 0 w 9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5" name="Freeform: Shape 608"/>
            <p:cNvSpPr/>
            <p:nvPr/>
          </p:nvSpPr>
          <p:spPr>
            <a:xfrm>
              <a:off x="11518920" y="1166040"/>
              <a:ext cx="672480" cy="2228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2840"/>
                <a:gd name="textAreaBottom" fmla="*/ 223200 h 222840"/>
                <a:gd name="GluePoint1X" fmla="*/ 5713 w 672677"/>
                <a:gd name="GluePoint1Y" fmla="*/ 5967 h 223208"/>
                <a:gd name="GluePoint2X" fmla="*/ 1904 w 672677"/>
                <a:gd name="GluePoint2Y" fmla="*/ 7364 h 223208"/>
                <a:gd name="GluePoint3X" fmla="*/ 0 w 672677"/>
                <a:gd name="GluePoint3Y" fmla="*/ 7364 h 223208"/>
                <a:gd name="GluePoint4X" fmla="*/ 0 w 672677"/>
                <a:gd name="GluePoint4Y" fmla="*/ 7364 h 223208"/>
                <a:gd name="GluePoint5X" fmla="*/ 1777 w 672677"/>
                <a:gd name="GluePoint5Y" fmla="*/ 7364 h 223208"/>
                <a:gd name="GluePoint6X" fmla="*/ 672678 w 672677"/>
                <a:gd name="GluePoint6Y" fmla="*/ 223208 h 223208"/>
                <a:gd name="GluePoint7X" fmla="*/ 672678 w 672677"/>
                <a:gd name="GluePoint7Y" fmla="*/ 212797 h 223208"/>
                <a:gd name="GluePoint8X" fmla="*/ 12443 w 672677"/>
                <a:gd name="GluePoint8Y" fmla="*/ 0 h 2232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6" name="Freeform: Shape 609"/>
            <p:cNvSpPr/>
            <p:nvPr/>
          </p:nvSpPr>
          <p:spPr>
            <a:xfrm>
              <a:off x="12104280" y="643320"/>
              <a:ext cx="87120" cy="3636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36360"/>
                <a:gd name="textAreaBottom" fmla="*/ 36720 h 36360"/>
                <a:gd name="GluePoint1X" fmla="*/ 0 w 87608"/>
                <a:gd name="GluePoint1Y" fmla="*/ 0 h 36566"/>
                <a:gd name="GluePoint2X" fmla="*/ 2920 w 87608"/>
                <a:gd name="GluePoint2Y" fmla="*/ 1270 h 36566"/>
                <a:gd name="GluePoint3X" fmla="*/ 3263 w 87608"/>
                <a:gd name="GluePoint3Y" fmla="*/ 7910 h 36566"/>
                <a:gd name="GluePoint4X" fmla="*/ 2920 w 87608"/>
                <a:gd name="GluePoint4Y" fmla="*/ 8253 h 36566"/>
                <a:gd name="GluePoint5X" fmla="*/ 635 w 87608"/>
                <a:gd name="GluePoint5Y" fmla="*/ 10284 h 36566"/>
                <a:gd name="GluePoint6X" fmla="*/ 87608 w 87608"/>
                <a:gd name="GluePoint6Y" fmla="*/ 36567 h 36566"/>
                <a:gd name="GluePoint7X" fmla="*/ 87608 w 87608"/>
                <a:gd name="GluePoint7Y" fmla="*/ 26282 h 36566"/>
                <a:gd name="GluePoint8X" fmla="*/ 889 w 87608"/>
                <a:gd name="GluePoint8Y" fmla="*/ 0 h 365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8280" bIns="-8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7" name="Freeform: Shape 610"/>
            <p:cNvSpPr/>
            <p:nvPr/>
          </p:nvSpPr>
          <p:spPr>
            <a:xfrm>
              <a:off x="11997720" y="2095560"/>
              <a:ext cx="189360" cy="250920"/>
            </a:xfrm>
            <a:custGeom>
              <a:avLst/>
              <a:gdLst>
                <a:gd name="textAreaLeft" fmla="*/ 0 w 189360"/>
                <a:gd name="textAreaRight" fmla="*/ 189720 w 189360"/>
                <a:gd name="textAreaTop" fmla="*/ 0 h 250920"/>
                <a:gd name="textAreaBottom" fmla="*/ 251280 h 250920"/>
                <a:gd name="GluePoint1X" fmla="*/ 184231 w 189690"/>
                <a:gd name="GluePoint1Y" fmla="*/ 6475 h 251267"/>
                <a:gd name="GluePoint2X" fmla="*/ 178899 w 189690"/>
                <a:gd name="GluePoint2Y" fmla="*/ 1663 h 251267"/>
                <a:gd name="GluePoint3X" fmla="*/ 178899 w 189690"/>
                <a:gd name="GluePoint3Y" fmla="*/ 1524 h 251267"/>
                <a:gd name="GluePoint4X" fmla="*/ 178899 w 189690"/>
                <a:gd name="GluePoint4Y" fmla="*/ 0 h 251267"/>
                <a:gd name="GluePoint5X" fmla="*/ 0 w 189690"/>
                <a:gd name="GluePoint5Y" fmla="*/ 233746 h 251267"/>
                <a:gd name="GluePoint6X" fmla="*/ 0 w 189690"/>
                <a:gd name="GluePoint6Y" fmla="*/ 249363 h 251267"/>
                <a:gd name="GluePoint7X" fmla="*/ 0 w 189690"/>
                <a:gd name="GluePoint7Y" fmla="*/ 249363 h 251267"/>
                <a:gd name="GluePoint8X" fmla="*/ 0 w 189690"/>
                <a:gd name="GluePoint8Y" fmla="*/ 250379 h 251267"/>
                <a:gd name="GluePoint9X" fmla="*/ 0 w 189690"/>
                <a:gd name="GluePoint9Y" fmla="*/ 251268 h 251267"/>
                <a:gd name="GluePoint10X" fmla="*/ 0 w 189690"/>
                <a:gd name="GluePoint10Y" fmla="*/ 251268 h 251267"/>
                <a:gd name="GluePoint11X" fmla="*/ 189691 w 189690"/>
                <a:gd name="GluePoint11Y" fmla="*/ 3809 h 251267"/>
                <a:gd name="GluePoint12X" fmla="*/ 189691 w 189690"/>
                <a:gd name="GluePoint12Y" fmla="*/ 3809 h 251267"/>
                <a:gd name="GluePoint13X" fmla="*/ 184231 w 189690"/>
                <a:gd name="GluePoint13Y" fmla="*/ 6475 h 2512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8" name="Freeform: Shape 611"/>
            <p:cNvSpPr/>
            <p:nvPr/>
          </p:nvSpPr>
          <p:spPr>
            <a:xfrm>
              <a:off x="12183480" y="18864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  <a:gd name="GluePoint3X" fmla="*/ 0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89" name="Freeform: Shape 612"/>
            <p:cNvSpPr/>
            <p:nvPr/>
          </p:nvSpPr>
          <p:spPr>
            <a:xfrm>
              <a:off x="12176640" y="189036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8 w 10537"/>
                <a:gd name="GluePoint1Y" fmla="*/ 1143 h 211909"/>
                <a:gd name="GluePoint2X" fmla="*/ 10538 w 10537"/>
                <a:gd name="GluePoint2Y" fmla="*/ 1143 h 211909"/>
                <a:gd name="GluePoint3X" fmla="*/ 9776 w 10537"/>
                <a:gd name="GluePoint3Y" fmla="*/ 2793 h 211909"/>
                <a:gd name="GluePoint4X" fmla="*/ 0 w 10537"/>
                <a:gd name="GluePoint4Y" fmla="*/ 15490 h 211909"/>
                <a:gd name="GluePoint5X" fmla="*/ 0 w 10537"/>
                <a:gd name="GluePoint5Y" fmla="*/ 206956 h 211909"/>
                <a:gd name="GluePoint6X" fmla="*/ 5193 w 10537"/>
                <a:gd name="GluePoint6Y" fmla="*/ 211908 h 211909"/>
                <a:gd name="GluePoint7X" fmla="*/ 5332 w 10537"/>
                <a:gd name="GluePoint7Y" fmla="*/ 211908 h 211909"/>
                <a:gd name="GluePoint8X" fmla="*/ 10030 w 10537"/>
                <a:gd name="GluePoint8Y" fmla="*/ 209369 h 211909"/>
                <a:gd name="GluePoint9X" fmla="*/ 10030 w 10537"/>
                <a:gd name="GluePoint9Y" fmla="*/ 208480 h 211909"/>
                <a:gd name="GluePoint10X" fmla="*/ 10030 w 10537"/>
                <a:gd name="GluePoint10Y" fmla="*/ 207464 h 211909"/>
                <a:gd name="GluePoint11X" fmla="*/ 10030 w 10537"/>
                <a:gd name="GluePoint11Y" fmla="*/ 207464 h 211909"/>
                <a:gd name="GluePoint12X" fmla="*/ 10030 w 10537"/>
                <a:gd name="GluePoint12Y" fmla="*/ 0 h 211909"/>
                <a:gd name="GluePoint13X" fmla="*/ 10538 w 10537"/>
                <a:gd name="GluePoint13Y" fmla="*/ 1143 h 2119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0" name="Freeform: Shape 613"/>
            <p:cNvSpPr/>
            <p:nvPr/>
          </p:nvSpPr>
          <p:spPr>
            <a:xfrm>
              <a:off x="11986920" y="1888560"/>
              <a:ext cx="196560" cy="247320"/>
            </a:xfrm>
            <a:custGeom>
              <a:avLst/>
              <a:gdLst>
                <a:gd name="textAreaLeft" fmla="*/ 0 w 196560"/>
                <a:gd name="textAreaRight" fmla="*/ 196920 w 196560"/>
                <a:gd name="textAreaTop" fmla="*/ 0 h 247320"/>
                <a:gd name="textAreaBottom" fmla="*/ 247680 h 247320"/>
                <a:gd name="GluePoint1X" fmla="*/ 6856 w 197054"/>
                <a:gd name="GluePoint1Y" fmla="*/ 244792 h 247712"/>
                <a:gd name="GluePoint2X" fmla="*/ 6856 w 197054"/>
                <a:gd name="GluePoint2Y" fmla="*/ 244792 h 247712"/>
                <a:gd name="GluePoint3X" fmla="*/ 7618 w 197054"/>
                <a:gd name="GluePoint3Y" fmla="*/ 244792 h 247712"/>
                <a:gd name="GluePoint4X" fmla="*/ 7618 w 197054"/>
                <a:gd name="GluePoint4Y" fmla="*/ 244792 h 247712"/>
                <a:gd name="GluePoint5X" fmla="*/ 7618 w 197054"/>
                <a:gd name="GluePoint5Y" fmla="*/ 244792 h 247712"/>
                <a:gd name="GluePoint6X" fmla="*/ 7618 w 197054"/>
                <a:gd name="GluePoint6Y" fmla="*/ 244792 h 247712"/>
                <a:gd name="GluePoint7X" fmla="*/ 7618 w 197054"/>
                <a:gd name="GluePoint7Y" fmla="*/ 244792 h 247712"/>
                <a:gd name="GluePoint8X" fmla="*/ 7618 w 197054"/>
                <a:gd name="GluePoint8Y" fmla="*/ 244792 h 247712"/>
                <a:gd name="GluePoint9X" fmla="*/ 7618 w 197054"/>
                <a:gd name="GluePoint9Y" fmla="*/ 244792 h 247712"/>
                <a:gd name="GluePoint10X" fmla="*/ 7618 w 197054"/>
                <a:gd name="GluePoint10Y" fmla="*/ 245554 h 247712"/>
                <a:gd name="GluePoint11X" fmla="*/ 7618 w 197054"/>
                <a:gd name="GluePoint11Y" fmla="*/ 247712 h 247712"/>
                <a:gd name="GluePoint12X" fmla="*/ 186516 w 197054"/>
                <a:gd name="GluePoint12Y" fmla="*/ 14347 h 247712"/>
                <a:gd name="GluePoint13X" fmla="*/ 196292 w 197054"/>
                <a:gd name="GluePoint13Y" fmla="*/ 1650 h 247712"/>
                <a:gd name="GluePoint14X" fmla="*/ 197054 w 197054"/>
                <a:gd name="GluePoint14Y" fmla="*/ 0 h 247712"/>
                <a:gd name="GluePoint15X" fmla="*/ 191849 w 197054"/>
                <a:gd name="GluePoint15Y" fmla="*/ 3809 h 247712"/>
                <a:gd name="GluePoint16X" fmla="*/ 190706 w 197054"/>
                <a:gd name="GluePoint16Y" fmla="*/ 3809 h 247712"/>
                <a:gd name="GluePoint17X" fmla="*/ 182834 w 197054"/>
                <a:gd name="GluePoint17Y" fmla="*/ 2158 h 247712"/>
                <a:gd name="GluePoint18X" fmla="*/ 0 w 197054"/>
                <a:gd name="GluePoint18Y" fmla="*/ 240602 h 2477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1" name="Freeform: Shape 614"/>
            <p:cNvSpPr/>
            <p:nvPr/>
          </p:nvSpPr>
          <p:spPr>
            <a:xfrm>
              <a:off x="12184200" y="18864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38 h 38"/>
                <a:gd name="GluePoint2X" fmla="*/ 889 w 888"/>
                <a:gd name="GluePoint2Y" fmla="*/ 38 h 38"/>
                <a:gd name="GluePoint3X" fmla="*/ 0 w 888"/>
                <a:gd name="GluePoint3Y" fmla="*/ 38 h 38"/>
                <a:gd name="GluePoint4X" fmla="*/ 889 w 888"/>
                <a:gd name="GluePoint4Y" fmla="*/ 38 h 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2" name="Freeform: Shape 615"/>
            <p:cNvSpPr/>
            <p:nvPr/>
          </p:nvSpPr>
          <p:spPr>
            <a:xfrm>
              <a:off x="11994120" y="21337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3" name="Freeform: Shape 616"/>
            <p:cNvSpPr/>
            <p:nvPr/>
          </p:nvSpPr>
          <p:spPr>
            <a:xfrm>
              <a:off x="11988000" y="2138040"/>
              <a:ext cx="10440" cy="2070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7000"/>
                <a:gd name="textAreaBottom" fmla="*/ 207360 h 207000"/>
                <a:gd name="GluePoint1X" fmla="*/ 9903 w 10804"/>
                <a:gd name="GluePoint1Y" fmla="*/ 0 h 207210"/>
                <a:gd name="GluePoint2X" fmla="*/ 9903 w 10804"/>
                <a:gd name="GluePoint2Y" fmla="*/ 0 h 207210"/>
                <a:gd name="GluePoint3X" fmla="*/ 9903 w 10804"/>
                <a:gd name="GluePoint3Y" fmla="*/ 1016 h 207210"/>
                <a:gd name="GluePoint4X" fmla="*/ 9903 w 10804"/>
                <a:gd name="GluePoint4Y" fmla="*/ 1016 h 207210"/>
                <a:gd name="GluePoint5X" fmla="*/ 9903 w 10804"/>
                <a:gd name="GluePoint5Y" fmla="*/ 1016 h 207210"/>
                <a:gd name="GluePoint6X" fmla="*/ 9903 w 10804"/>
                <a:gd name="GluePoint6Y" fmla="*/ 2032 h 207210"/>
                <a:gd name="GluePoint7X" fmla="*/ 0 w 10804"/>
                <a:gd name="GluePoint7Y" fmla="*/ 14728 h 207210"/>
                <a:gd name="GluePoint8X" fmla="*/ 0 w 10804"/>
                <a:gd name="GluePoint8Y" fmla="*/ 205179 h 207210"/>
                <a:gd name="GluePoint9X" fmla="*/ 1015 w 10804"/>
                <a:gd name="GluePoint9Y" fmla="*/ 203909 h 207210"/>
                <a:gd name="GluePoint10X" fmla="*/ 8507 w 10804"/>
                <a:gd name="GluePoint10Y" fmla="*/ 202766 h 207210"/>
                <a:gd name="GluePoint11X" fmla="*/ 10792 w 10804"/>
                <a:gd name="GluePoint11Y" fmla="*/ 207210 h 207210"/>
                <a:gd name="GluePoint12X" fmla="*/ 10792 w 10804"/>
                <a:gd name="GluePoint12Y" fmla="*/ 207210 h 207210"/>
                <a:gd name="GluePoint13X" fmla="*/ 10792 w 10804"/>
                <a:gd name="GluePoint13Y" fmla="*/ 0 h 2072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4" name="Freeform: Shape 617"/>
            <p:cNvSpPr/>
            <p:nvPr/>
          </p:nvSpPr>
          <p:spPr>
            <a:xfrm>
              <a:off x="11996640" y="2135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5" name="Freeform: Shape 618"/>
            <p:cNvSpPr/>
            <p:nvPr/>
          </p:nvSpPr>
          <p:spPr>
            <a:xfrm>
              <a:off x="11997360" y="2136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6" name="Freeform: Shape 619"/>
            <p:cNvSpPr/>
            <p:nvPr/>
          </p:nvSpPr>
          <p:spPr>
            <a:xfrm>
              <a:off x="10397880" y="1652760"/>
              <a:ext cx="1596240" cy="487080"/>
            </a:xfrm>
            <a:custGeom>
              <a:avLst/>
              <a:gdLst>
                <a:gd name="textAreaLeft" fmla="*/ 0 w 1596240"/>
                <a:gd name="textAreaRight" fmla="*/ 1596600 w 1596240"/>
                <a:gd name="textAreaTop" fmla="*/ 0 h 487080"/>
                <a:gd name="textAreaBottom" fmla="*/ 487440 h 487080"/>
                <a:gd name="GluePoint1X" fmla="*/ 6439 w 1596716"/>
                <a:gd name="GluePoint1Y" fmla="*/ 0 h 487426"/>
                <a:gd name="GluePoint2X" fmla="*/ 4154 w 1596716"/>
                <a:gd name="GluePoint2Y" fmla="*/ 0 h 487426"/>
                <a:gd name="GluePoint3X" fmla="*/ 3265 w 1596716"/>
                <a:gd name="GluePoint3Y" fmla="*/ 0 h 487426"/>
                <a:gd name="GluePoint4X" fmla="*/ 2249 w 1596716"/>
                <a:gd name="GluePoint4Y" fmla="*/ 0 h 487426"/>
                <a:gd name="GluePoint5X" fmla="*/ 218 w 1596716"/>
                <a:gd name="GluePoint5Y" fmla="*/ 2412 h 487426"/>
                <a:gd name="GluePoint6X" fmla="*/ 3506 w 1596716"/>
                <a:gd name="GluePoint6Y" fmla="*/ 8596 h 487426"/>
                <a:gd name="GluePoint7X" fmla="*/ 3646 w 1596716"/>
                <a:gd name="GluePoint7Y" fmla="*/ 8634 h 487426"/>
                <a:gd name="GluePoint8X" fmla="*/ 6566 w 1596716"/>
                <a:gd name="GluePoint8Y" fmla="*/ 9523 h 487426"/>
                <a:gd name="GluePoint9X" fmla="*/ 1585797 w 1596716"/>
                <a:gd name="GluePoint9Y" fmla="*/ 487427 h 487426"/>
                <a:gd name="GluePoint10X" fmla="*/ 1589860 w 1596716"/>
                <a:gd name="GluePoint10Y" fmla="*/ 482094 h 487426"/>
                <a:gd name="GluePoint11X" fmla="*/ 1596716 w 1596716"/>
                <a:gd name="GluePoint11Y" fmla="*/ 480570 h 487426"/>
                <a:gd name="GluePoint12X" fmla="*/ 1596716 w 1596716"/>
                <a:gd name="GluePoint12Y" fmla="*/ 480570 h 487426"/>
                <a:gd name="GluePoint13X" fmla="*/ 1596716 w 1596716"/>
                <a:gd name="GluePoint13Y" fmla="*/ 480570 h 487426"/>
                <a:gd name="GluePoint14X" fmla="*/ 1592908 w 1596716"/>
                <a:gd name="GluePoint14Y" fmla="*/ 479428 h 487426"/>
                <a:gd name="GluePoint15X" fmla="*/ 15580 w 1596716"/>
                <a:gd name="GluePoint15Y" fmla="*/ 2793 h 487426"/>
                <a:gd name="GluePoint16X" fmla="*/ 6820 w 1596716"/>
                <a:gd name="GluePoint16Y" fmla="*/ 127 h 4874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7" name="Freeform: Shape 620"/>
            <p:cNvSpPr/>
            <p:nvPr/>
          </p:nvSpPr>
          <p:spPr>
            <a:xfrm>
              <a:off x="11995920" y="2134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0 h 761"/>
                <a:gd name="GluePoint2X" fmla="*/ 0 w 761"/>
                <a:gd name="GluePoint2Y" fmla="*/ 0 h 761"/>
                <a:gd name="GluePoint3X" fmla="*/ 762 w 761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8" name="Freeform: Shape 621"/>
            <p:cNvSpPr/>
            <p:nvPr/>
          </p:nvSpPr>
          <p:spPr>
            <a:xfrm>
              <a:off x="11997360" y="2139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299" name="Freeform: Shape 622"/>
            <p:cNvSpPr/>
            <p:nvPr/>
          </p:nvSpPr>
          <p:spPr>
            <a:xfrm>
              <a:off x="11997720" y="213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0" name="Freeform: Shape 623"/>
            <p:cNvSpPr/>
            <p:nvPr/>
          </p:nvSpPr>
          <p:spPr>
            <a:xfrm>
              <a:off x="11997000" y="213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888"/>
                <a:gd name="GluePoint2X" fmla="*/ 0 w 12696"/>
                <a:gd name="GluePoint2Y" fmla="*/ 0 h 888"/>
                <a:gd name="GluePoint3X" fmla="*/ 0 w 1269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1" name="Freeform: Shape 624"/>
            <p:cNvSpPr/>
            <p:nvPr/>
          </p:nvSpPr>
          <p:spPr>
            <a:xfrm>
              <a:off x="11112120" y="2826000"/>
              <a:ext cx="174960" cy="14868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8680"/>
                <a:gd name="textAreaBottom" fmla="*/ 149040 h 148680"/>
                <a:gd name="GluePoint1X" fmla="*/ 166709 w 175470"/>
                <a:gd name="GluePoint1Y" fmla="*/ 1651 h 148932"/>
                <a:gd name="GluePoint2X" fmla="*/ 166709 w 175470"/>
                <a:gd name="GluePoint2Y" fmla="*/ 0 h 148932"/>
                <a:gd name="GluePoint3X" fmla="*/ 1651 w 175470"/>
                <a:gd name="GluePoint3Y" fmla="*/ 134331 h 148932"/>
                <a:gd name="GluePoint4X" fmla="*/ 1651 w 175470"/>
                <a:gd name="GluePoint4Y" fmla="*/ 145250 h 148932"/>
                <a:gd name="GluePoint5X" fmla="*/ 1651 w 175470"/>
                <a:gd name="GluePoint5Y" fmla="*/ 146012 h 148932"/>
                <a:gd name="GluePoint6X" fmla="*/ 1651 w 175470"/>
                <a:gd name="GluePoint6Y" fmla="*/ 146774 h 148932"/>
                <a:gd name="GluePoint7X" fmla="*/ 1651 w 175470"/>
                <a:gd name="GluePoint7Y" fmla="*/ 146774 h 148932"/>
                <a:gd name="GluePoint8X" fmla="*/ 0 w 175470"/>
                <a:gd name="GluePoint8Y" fmla="*/ 148932 h 148932"/>
                <a:gd name="GluePoint9X" fmla="*/ 0 w 175470"/>
                <a:gd name="GluePoint9Y" fmla="*/ 148932 h 148932"/>
                <a:gd name="GluePoint10X" fmla="*/ 175470 w 175470"/>
                <a:gd name="GluePoint10Y" fmla="*/ 5840 h 148932"/>
                <a:gd name="GluePoint11X" fmla="*/ 175470 w 175470"/>
                <a:gd name="GluePoint11Y" fmla="*/ 5840 h 148932"/>
                <a:gd name="GluePoint12X" fmla="*/ 171788 w 175470"/>
                <a:gd name="GluePoint12Y" fmla="*/ 7237 h 148932"/>
                <a:gd name="GluePoint13X" fmla="*/ 166697 w 175470"/>
                <a:gd name="GluePoint13Y" fmla="*/ 1917 h 148932"/>
                <a:gd name="GluePoint14X" fmla="*/ 166709 w 175470"/>
                <a:gd name="GluePoint14Y" fmla="*/ 1651 h 1489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2" name="Freeform: Shape 625"/>
            <p:cNvSpPr/>
            <p:nvPr/>
          </p:nvSpPr>
          <p:spPr>
            <a:xfrm>
              <a:off x="9833040" y="2603520"/>
              <a:ext cx="1275120" cy="37152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1520"/>
                <a:gd name="textAreaBottom" fmla="*/ 371880 h 371520"/>
                <a:gd name="GluePoint1X" fmla="*/ 1270444 w 1275650"/>
                <a:gd name="GluePoint1Y" fmla="*/ 367062 h 372013"/>
                <a:gd name="GluePoint2X" fmla="*/ 1270444 w 1275650"/>
                <a:gd name="GluePoint2Y" fmla="*/ 360460 h 372013"/>
                <a:gd name="GluePoint3X" fmla="*/ 7237 w 1275650"/>
                <a:gd name="GluePoint3Y" fmla="*/ 0 h 372013"/>
                <a:gd name="GluePoint4X" fmla="*/ 7237 w 1275650"/>
                <a:gd name="GluePoint4Y" fmla="*/ 3555 h 372013"/>
                <a:gd name="GluePoint5X" fmla="*/ 2044 w 1275650"/>
                <a:gd name="GluePoint5Y" fmla="*/ 8507 h 372013"/>
                <a:gd name="GluePoint6X" fmla="*/ 1905 w 1275650"/>
                <a:gd name="GluePoint6Y" fmla="*/ 8507 h 372013"/>
                <a:gd name="GluePoint7X" fmla="*/ 0 w 1275650"/>
                <a:gd name="GluePoint7Y" fmla="*/ 8507 h 372013"/>
                <a:gd name="GluePoint8X" fmla="*/ 0 w 1275650"/>
                <a:gd name="GluePoint8Y" fmla="*/ 8507 h 372013"/>
                <a:gd name="GluePoint9X" fmla="*/ 1274000 w 1275650"/>
                <a:gd name="GluePoint9Y" fmla="*/ 372014 h 372013"/>
                <a:gd name="GluePoint10X" fmla="*/ 1275650 w 1275650"/>
                <a:gd name="GluePoint10Y" fmla="*/ 372014 h 372013"/>
                <a:gd name="GluePoint11X" fmla="*/ 1270444 w 1275650"/>
                <a:gd name="GluePoint11Y" fmla="*/ 367062 h 3720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3" name="Freeform: Shape 626"/>
            <p:cNvSpPr/>
            <p:nvPr/>
          </p:nvSpPr>
          <p:spPr>
            <a:xfrm>
              <a:off x="11113920" y="2971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762 h 888"/>
                <a:gd name="GluePoint2X" fmla="*/ 0 w 9"/>
                <a:gd name="GluePoint2Y" fmla="*/ 0 h 888"/>
                <a:gd name="GluePoint3X" fmla="*/ 0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4" name="Freeform: Shape 627"/>
            <p:cNvSpPr/>
            <p:nvPr/>
          </p:nvSpPr>
          <p:spPr>
            <a:xfrm>
              <a:off x="9829800" y="2501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5" name="Freeform: Shape 628"/>
            <p:cNvSpPr/>
            <p:nvPr/>
          </p:nvSpPr>
          <p:spPr>
            <a:xfrm>
              <a:off x="9831240" y="2500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6" name="Freeform: Shape 629"/>
            <p:cNvSpPr/>
            <p:nvPr/>
          </p:nvSpPr>
          <p:spPr>
            <a:xfrm>
              <a:off x="9831240" y="2505240"/>
              <a:ext cx="8640" cy="10692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06920"/>
                <a:gd name="textAreaBottom" fmla="*/ 107280 h 106920"/>
                <a:gd name="GluePoint1X" fmla="*/ 9063 w 9069"/>
                <a:gd name="GluePoint1Y" fmla="*/ 101827 h 107160"/>
                <a:gd name="GluePoint2X" fmla="*/ 9063 w 9069"/>
                <a:gd name="GluePoint2Y" fmla="*/ 4952 h 107160"/>
                <a:gd name="GluePoint3X" fmla="*/ 1952 w 9069"/>
                <a:gd name="GluePoint3Y" fmla="*/ 3174 h 107160"/>
                <a:gd name="GluePoint4X" fmla="*/ 1952 w 9069"/>
                <a:gd name="GluePoint4Y" fmla="*/ 3174 h 107160"/>
                <a:gd name="GluePoint5X" fmla="*/ 1064 w 9069"/>
                <a:gd name="GluePoint5Y" fmla="*/ 3174 h 107160"/>
                <a:gd name="GluePoint6X" fmla="*/ 48 w 9069"/>
                <a:gd name="GluePoint6Y" fmla="*/ 2539 h 107160"/>
                <a:gd name="GluePoint7X" fmla="*/ 48 w 9069"/>
                <a:gd name="GluePoint7Y" fmla="*/ 2539 h 107160"/>
                <a:gd name="GluePoint8X" fmla="*/ 48 w 9069"/>
                <a:gd name="GluePoint8Y" fmla="*/ 2539 h 107160"/>
                <a:gd name="GluePoint9X" fmla="*/ 48 w 9069"/>
                <a:gd name="GluePoint9Y" fmla="*/ 1778 h 107160"/>
                <a:gd name="GluePoint10X" fmla="*/ 48 w 9069"/>
                <a:gd name="GluePoint10Y" fmla="*/ 762 h 107160"/>
                <a:gd name="GluePoint11X" fmla="*/ 48 w 9069"/>
                <a:gd name="GluePoint11Y" fmla="*/ 0 h 107160"/>
                <a:gd name="GluePoint12X" fmla="*/ 48 w 9069"/>
                <a:gd name="GluePoint12Y" fmla="*/ 0 h 107160"/>
                <a:gd name="GluePoint13X" fmla="*/ 48 w 9069"/>
                <a:gd name="GluePoint13Y" fmla="*/ 0 h 107160"/>
                <a:gd name="GluePoint14X" fmla="*/ 48 w 9069"/>
                <a:gd name="GluePoint14Y" fmla="*/ 103732 h 107160"/>
                <a:gd name="GluePoint15X" fmla="*/ 48 w 9069"/>
                <a:gd name="GluePoint15Y" fmla="*/ 104748 h 107160"/>
                <a:gd name="GluePoint16X" fmla="*/ 48 w 9069"/>
                <a:gd name="GluePoint16Y" fmla="*/ 105637 h 107160"/>
                <a:gd name="GluePoint17X" fmla="*/ 48 w 9069"/>
                <a:gd name="GluePoint17Y" fmla="*/ 106398 h 107160"/>
                <a:gd name="GluePoint18X" fmla="*/ 683 w 9069"/>
                <a:gd name="GluePoint18Y" fmla="*/ 107160 h 107160"/>
                <a:gd name="GluePoint19X" fmla="*/ 1445 w 9069"/>
                <a:gd name="GluePoint19Y" fmla="*/ 107160 h 107160"/>
                <a:gd name="GluePoint20X" fmla="*/ 2460 w 9069"/>
                <a:gd name="GluePoint20Y" fmla="*/ 107160 h 107160"/>
                <a:gd name="GluePoint21X" fmla="*/ 4365 w 9069"/>
                <a:gd name="GluePoint21Y" fmla="*/ 107160 h 107160"/>
                <a:gd name="GluePoint22X" fmla="*/ 9063 w 9069"/>
                <a:gd name="GluePoint22Y" fmla="*/ 101827 h 1071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7" name="Freeform: Shape 630"/>
            <p:cNvSpPr/>
            <p:nvPr/>
          </p:nvSpPr>
          <p:spPr>
            <a:xfrm>
              <a:off x="11103480" y="286920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9 w 10538"/>
                <a:gd name="GluePoint1Y" fmla="*/ 102335 h 106404"/>
                <a:gd name="GluePoint2X" fmla="*/ 10539 w 10538"/>
                <a:gd name="GluePoint2Y" fmla="*/ 101574 h 106404"/>
                <a:gd name="GluePoint3X" fmla="*/ 10539 w 10538"/>
                <a:gd name="GluePoint3Y" fmla="*/ 0 h 106404"/>
                <a:gd name="GluePoint4X" fmla="*/ 8761 w 10538"/>
                <a:gd name="GluePoint4Y" fmla="*/ 1397 h 106404"/>
                <a:gd name="GluePoint5X" fmla="*/ 8761 w 10538"/>
                <a:gd name="GluePoint5Y" fmla="*/ 1397 h 106404"/>
                <a:gd name="GluePoint6X" fmla="*/ 5460 w 10538"/>
                <a:gd name="GluePoint6Y" fmla="*/ 2539 h 106404"/>
                <a:gd name="GluePoint7X" fmla="*/ 3809 w 10538"/>
                <a:gd name="GluePoint7Y" fmla="*/ 2539 h 106404"/>
                <a:gd name="GluePoint8X" fmla="*/ 0 w 10538"/>
                <a:gd name="GluePoint8Y" fmla="*/ 1524 h 106404"/>
                <a:gd name="GluePoint9X" fmla="*/ 0 w 10538"/>
                <a:gd name="GluePoint9Y" fmla="*/ 101447 h 106404"/>
                <a:gd name="GluePoint10X" fmla="*/ 5447 w 10538"/>
                <a:gd name="GluePoint10Y" fmla="*/ 106398 h 106404"/>
                <a:gd name="GluePoint11X" fmla="*/ 5460 w 10538"/>
                <a:gd name="GluePoint11Y" fmla="*/ 106398 h 106404"/>
                <a:gd name="GluePoint12X" fmla="*/ 8253 w 10538"/>
                <a:gd name="GluePoint12Y" fmla="*/ 105510 h 106404"/>
                <a:gd name="GluePoint13X" fmla="*/ 8253 w 10538"/>
                <a:gd name="GluePoint13Y" fmla="*/ 105510 h 106404"/>
                <a:gd name="GluePoint14X" fmla="*/ 8253 w 10538"/>
                <a:gd name="GluePoint14Y" fmla="*/ 105510 h 106404"/>
                <a:gd name="GluePoint15X" fmla="*/ 9904 w 10538"/>
                <a:gd name="GluePoint15Y" fmla="*/ 103351 h 106404"/>
                <a:gd name="GluePoint16X" fmla="*/ 10539 w 10538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8" name="Freeform: Shape 631"/>
            <p:cNvSpPr/>
            <p:nvPr/>
          </p:nvSpPr>
          <p:spPr>
            <a:xfrm>
              <a:off x="9830880" y="25002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673"/>
                <a:gd name="GluePoint1Y" fmla="*/ 127 h 761"/>
                <a:gd name="GluePoint2X" fmla="*/ 38 w 673"/>
                <a:gd name="GluePoint2Y" fmla="*/ 762 h 761"/>
                <a:gd name="GluePoint3X" fmla="*/ 673 w 673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09" name="Freeform: Shape 632"/>
            <p:cNvSpPr/>
            <p:nvPr/>
          </p:nvSpPr>
          <p:spPr>
            <a:xfrm>
              <a:off x="9829800" y="2501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37"/>
                <a:gd name="GluePoint1Y" fmla="*/ 762 h 761"/>
                <a:gd name="GluePoint2X" fmla="*/ 38 w 37"/>
                <a:gd name="GluePoint2Y" fmla="*/ 762 h 761"/>
                <a:gd name="GluePoint3X" fmla="*/ 38 w 37"/>
                <a:gd name="GluePoint3Y" fmla="*/ 762 h 761"/>
                <a:gd name="GluePoint4X" fmla="*/ 38 w 37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0" name="Freeform: Shape 633"/>
            <p:cNvSpPr/>
            <p:nvPr/>
          </p:nvSpPr>
          <p:spPr>
            <a:xfrm>
              <a:off x="11108880" y="287100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1" name="Freeform: Shape 634"/>
            <p:cNvSpPr/>
            <p:nvPr/>
          </p:nvSpPr>
          <p:spPr>
            <a:xfrm>
              <a:off x="9833040" y="2501640"/>
              <a:ext cx="1275120" cy="37008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0080"/>
                <a:gd name="textAreaBottom" fmla="*/ 370440 h 370080"/>
                <a:gd name="GluePoint1X" fmla="*/ 1271968 w 1275649"/>
                <a:gd name="GluePoint1Y" fmla="*/ 362491 h 370594"/>
                <a:gd name="GluePoint2X" fmla="*/ 1274253 w 1275649"/>
                <a:gd name="GluePoint2Y" fmla="*/ 360586 h 370594"/>
                <a:gd name="GluePoint3X" fmla="*/ 12570 w 1275649"/>
                <a:gd name="GluePoint3Y" fmla="*/ 0 h 370594"/>
                <a:gd name="GluePoint4X" fmla="*/ 5460 w 1275649"/>
                <a:gd name="GluePoint4Y" fmla="*/ 5713 h 370594"/>
                <a:gd name="GluePoint5X" fmla="*/ 1904 w 1275649"/>
                <a:gd name="GluePoint5Y" fmla="*/ 6983 h 370594"/>
                <a:gd name="GluePoint6X" fmla="*/ 0 w 1275649"/>
                <a:gd name="GluePoint6Y" fmla="*/ 6983 h 370594"/>
                <a:gd name="GluePoint7X" fmla="*/ 0 w 1275649"/>
                <a:gd name="GluePoint7Y" fmla="*/ 6983 h 370594"/>
                <a:gd name="GluePoint8X" fmla="*/ 6983 w 1275649"/>
                <a:gd name="GluePoint8Y" fmla="*/ 9015 h 370594"/>
                <a:gd name="GluePoint9X" fmla="*/ 1270190 w 1275649"/>
                <a:gd name="GluePoint9Y" fmla="*/ 369474 h 370594"/>
                <a:gd name="GluePoint10X" fmla="*/ 1273999 w 1275649"/>
                <a:gd name="GluePoint10Y" fmla="*/ 370490 h 370594"/>
                <a:gd name="GluePoint11X" fmla="*/ 1275650 w 1275649"/>
                <a:gd name="GluePoint11Y" fmla="*/ 370490 h 370594"/>
                <a:gd name="GluePoint12X" fmla="*/ 1271587 w 1275649"/>
                <a:gd name="GluePoint12Y" fmla="*/ 368966 h 370594"/>
                <a:gd name="GluePoint13X" fmla="*/ 1271968 w 1275649"/>
                <a:gd name="GluePoint13Y" fmla="*/ 362491 h 3705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2" name="Freeform: Shape 635"/>
            <p:cNvSpPr/>
            <p:nvPr/>
          </p:nvSpPr>
          <p:spPr>
            <a:xfrm>
              <a:off x="10025280" y="2340360"/>
              <a:ext cx="1260720" cy="385200"/>
            </a:xfrm>
            <a:custGeom>
              <a:avLst/>
              <a:gdLst>
                <a:gd name="textAreaLeft" fmla="*/ 0 w 1260720"/>
                <a:gd name="textAreaRight" fmla="*/ 1261080 w 1260720"/>
                <a:gd name="textAreaTop" fmla="*/ 0 h 385200"/>
                <a:gd name="textAreaBottom" fmla="*/ 385560 h 385200"/>
                <a:gd name="GluePoint1X" fmla="*/ 3213 w 1261087"/>
                <a:gd name="GluePoint1Y" fmla="*/ 9424 h 385627"/>
                <a:gd name="GluePoint2X" fmla="*/ 315808 w 1261087"/>
                <a:gd name="GluePoint2Y" fmla="*/ 103888 h 385627"/>
                <a:gd name="GluePoint3X" fmla="*/ 1074951 w 1261087"/>
                <a:gd name="GluePoint3Y" fmla="*/ 333190 h 385627"/>
                <a:gd name="GluePoint4X" fmla="*/ 1248644 w 1261087"/>
                <a:gd name="GluePoint4Y" fmla="*/ 385627 h 385627"/>
                <a:gd name="GluePoint5X" fmla="*/ 1255501 w 1261087"/>
                <a:gd name="GluePoint5Y" fmla="*/ 380041 h 385627"/>
                <a:gd name="GluePoint6X" fmla="*/ 1261087 w 1261087"/>
                <a:gd name="GluePoint6Y" fmla="*/ 379152 h 385627"/>
                <a:gd name="GluePoint7X" fmla="*/ 1261087 w 1261087"/>
                <a:gd name="GluePoint7Y" fmla="*/ 379152 h 385627"/>
                <a:gd name="GluePoint8X" fmla="*/ 6894 w 1261087"/>
                <a:gd name="GluePoint8Y" fmla="*/ 282 h 385627"/>
                <a:gd name="GluePoint9X" fmla="*/ 38 w 1261087"/>
                <a:gd name="GluePoint9Y" fmla="*/ 3329 h 385627"/>
                <a:gd name="GluePoint10X" fmla="*/ 38 w 1261087"/>
                <a:gd name="GluePoint10Y" fmla="*/ 4345 h 385627"/>
                <a:gd name="GluePoint11X" fmla="*/ 3213 w 1261087"/>
                <a:gd name="GluePoint11Y" fmla="*/ 9424 h 3856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3" name="Freeform: Shape 636"/>
            <p:cNvSpPr/>
            <p:nvPr/>
          </p:nvSpPr>
          <p:spPr>
            <a:xfrm>
              <a:off x="11289240" y="2724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4" name="Freeform: Shape 637"/>
            <p:cNvSpPr/>
            <p:nvPr/>
          </p:nvSpPr>
          <p:spPr>
            <a:xfrm>
              <a:off x="11104920" y="2721240"/>
              <a:ext cx="183960" cy="152640"/>
            </a:xfrm>
            <a:custGeom>
              <a:avLst/>
              <a:gdLst>
                <a:gd name="textAreaLeft" fmla="*/ 0 w 183960"/>
                <a:gd name="textAreaRight" fmla="*/ 184320 w 183960"/>
                <a:gd name="textAreaTop" fmla="*/ 0 h 152640"/>
                <a:gd name="textAreaBottom" fmla="*/ 153000 h 152640"/>
                <a:gd name="GluePoint1X" fmla="*/ 182992 w 184435"/>
                <a:gd name="GluePoint1Y" fmla="*/ 6556 h 152824"/>
                <a:gd name="GluePoint2X" fmla="*/ 184388 w 184435"/>
                <a:gd name="GluePoint2Y" fmla="*/ 4651 h 152824"/>
                <a:gd name="GluePoint3X" fmla="*/ 184388 w 184435"/>
                <a:gd name="GluePoint3Y" fmla="*/ 3889 h 152824"/>
                <a:gd name="GluePoint4X" fmla="*/ 184388 w 184435"/>
                <a:gd name="GluePoint4Y" fmla="*/ 2873 h 152824"/>
                <a:gd name="GluePoint5X" fmla="*/ 184388 w 184435"/>
                <a:gd name="GluePoint5Y" fmla="*/ 1985 h 152824"/>
                <a:gd name="GluePoint6X" fmla="*/ 184388 w 184435"/>
                <a:gd name="GluePoint6Y" fmla="*/ 1096 h 152824"/>
                <a:gd name="GluePoint7X" fmla="*/ 184388 w 184435"/>
                <a:gd name="GluePoint7Y" fmla="*/ 334 h 152824"/>
                <a:gd name="GluePoint8X" fmla="*/ 184388 w 184435"/>
                <a:gd name="GluePoint8Y" fmla="*/ 334 h 152824"/>
                <a:gd name="GluePoint9X" fmla="*/ 184388 w 184435"/>
                <a:gd name="GluePoint9Y" fmla="*/ 334 h 152824"/>
                <a:gd name="GluePoint10X" fmla="*/ 183626 w 184435"/>
                <a:gd name="GluePoint10Y" fmla="*/ 334 h 152824"/>
                <a:gd name="GluePoint11X" fmla="*/ 182610 w 184435"/>
                <a:gd name="GluePoint11Y" fmla="*/ 334 h 152824"/>
                <a:gd name="GluePoint12X" fmla="*/ 177024 w 184435"/>
                <a:gd name="GluePoint12Y" fmla="*/ 1223 h 152824"/>
                <a:gd name="GluePoint13X" fmla="*/ 170168 w 184435"/>
                <a:gd name="GluePoint13Y" fmla="*/ 6809 h 152824"/>
                <a:gd name="GluePoint14X" fmla="*/ 3839 w 184435"/>
                <a:gd name="GluePoint14Y" fmla="*/ 142410 h 152824"/>
                <a:gd name="GluePoint15X" fmla="*/ 1554 w 184435"/>
                <a:gd name="GluePoint15Y" fmla="*/ 144315 h 152824"/>
                <a:gd name="GluePoint16X" fmla="*/ 1211 w 184435"/>
                <a:gd name="GluePoint16Y" fmla="*/ 150955 h 152824"/>
                <a:gd name="GluePoint17X" fmla="*/ 1554 w 184435"/>
                <a:gd name="GluePoint17Y" fmla="*/ 151298 h 152824"/>
                <a:gd name="GluePoint18X" fmla="*/ 5617 w 184435"/>
                <a:gd name="GluePoint18Y" fmla="*/ 152822 h 152824"/>
                <a:gd name="GluePoint19X" fmla="*/ 8918 w 184435"/>
                <a:gd name="GluePoint19Y" fmla="*/ 151679 h 152824"/>
                <a:gd name="GluePoint20X" fmla="*/ 8918 w 184435"/>
                <a:gd name="GluePoint20Y" fmla="*/ 151679 h 152824"/>
                <a:gd name="GluePoint21X" fmla="*/ 10696 w 184435"/>
                <a:gd name="GluePoint21Y" fmla="*/ 150282 h 152824"/>
                <a:gd name="GluePoint22X" fmla="*/ 180833 w 184435"/>
                <a:gd name="GluePoint22Y" fmla="*/ 11634 h 152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5" name="Freeform: Shape 638"/>
            <p:cNvSpPr/>
            <p:nvPr/>
          </p:nvSpPr>
          <p:spPr>
            <a:xfrm>
              <a:off x="11617560" y="2340360"/>
              <a:ext cx="379440" cy="502560"/>
            </a:xfrm>
            <a:custGeom>
              <a:avLst/>
              <a:gdLst>
                <a:gd name="textAreaLeft" fmla="*/ 0 w 379440"/>
                <a:gd name="textAreaRight" fmla="*/ 379800 w 379440"/>
                <a:gd name="textAreaTop" fmla="*/ 0 h 502560"/>
                <a:gd name="textAreaBottom" fmla="*/ 502920 h 502560"/>
                <a:gd name="GluePoint1X" fmla="*/ 379890 w 379901"/>
                <a:gd name="GluePoint1Y" fmla="*/ 6372 h 502813"/>
                <a:gd name="GluePoint2X" fmla="*/ 379890 w 379901"/>
                <a:gd name="GluePoint2Y" fmla="*/ 5357 h 502813"/>
                <a:gd name="GluePoint3X" fmla="*/ 377604 w 379901"/>
                <a:gd name="GluePoint3Y" fmla="*/ 913 h 502813"/>
                <a:gd name="GluePoint4X" fmla="*/ 370113 w 379901"/>
                <a:gd name="GluePoint4Y" fmla="*/ 2055 h 502813"/>
                <a:gd name="GluePoint5X" fmla="*/ 369097 w 379901"/>
                <a:gd name="GluePoint5Y" fmla="*/ 3325 h 502813"/>
                <a:gd name="GluePoint6X" fmla="*/ 889 w 379901"/>
                <a:gd name="GluePoint6Y" fmla="*/ 484276 h 502813"/>
                <a:gd name="GluePoint7X" fmla="*/ 889 w 379901"/>
                <a:gd name="GluePoint7Y" fmla="*/ 499893 h 502813"/>
                <a:gd name="GluePoint8X" fmla="*/ 889 w 379901"/>
                <a:gd name="GluePoint8Y" fmla="*/ 500655 h 502813"/>
                <a:gd name="GluePoint9X" fmla="*/ 889 w 379901"/>
                <a:gd name="GluePoint9Y" fmla="*/ 501417 h 502813"/>
                <a:gd name="GluePoint10X" fmla="*/ 889 w 379901"/>
                <a:gd name="GluePoint10Y" fmla="*/ 501417 h 502813"/>
                <a:gd name="GluePoint11X" fmla="*/ 0 w 379901"/>
                <a:gd name="GluePoint11Y" fmla="*/ 502813 h 502813"/>
                <a:gd name="GluePoint12X" fmla="*/ 0 w 379901"/>
                <a:gd name="GluePoint12Y" fmla="*/ 502813 h 502813"/>
                <a:gd name="GluePoint13X" fmla="*/ 379001 w 379901"/>
                <a:gd name="GluePoint13Y" fmla="*/ 7642 h 502813"/>
                <a:gd name="GluePoint14X" fmla="*/ 379001 w 379901"/>
                <a:gd name="GluePoint14Y" fmla="*/ 7642 h 50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6" name="Freeform: Shape 639"/>
            <p:cNvSpPr/>
            <p:nvPr/>
          </p:nvSpPr>
          <p:spPr>
            <a:xfrm>
              <a:off x="11279160" y="27432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48 w 47"/>
                <a:gd name="GluePoint1Y" fmla="*/ 1016 h 1015"/>
                <a:gd name="GluePoint2X" fmla="*/ 48 w 47"/>
                <a:gd name="GluePoint2Y" fmla="*/ 0 h 1015"/>
                <a:gd name="GluePoint3X" fmla="*/ 48 w 4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7" name="Freeform: Shape 640"/>
            <p:cNvSpPr/>
            <p:nvPr/>
          </p:nvSpPr>
          <p:spPr>
            <a:xfrm>
              <a:off x="11618640" y="2840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9 w 9"/>
                <a:gd name="GluePoint1Y" fmla="*/ 762 h 888"/>
                <a:gd name="GluePoint2X" fmla="*/ 9 w 9"/>
                <a:gd name="GluePoint2Y" fmla="*/ 0 h 888"/>
                <a:gd name="GluePoint3X" fmla="*/ 9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8" name="Freeform: Shape 641"/>
            <p:cNvSpPr/>
            <p:nvPr/>
          </p:nvSpPr>
          <p:spPr>
            <a:xfrm>
              <a:off x="11284920" y="2740320"/>
              <a:ext cx="327960" cy="10440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04400"/>
                <a:gd name="textAreaBottom" fmla="*/ 104760 h 104400"/>
                <a:gd name="GluePoint1X" fmla="*/ 322880 w 328213"/>
                <a:gd name="GluePoint1Y" fmla="*/ 99923 h 104754"/>
                <a:gd name="GluePoint2X" fmla="*/ 322880 w 328213"/>
                <a:gd name="GluePoint2Y" fmla="*/ 93194 h 104754"/>
                <a:gd name="GluePoint3X" fmla="*/ 889 w 328213"/>
                <a:gd name="GluePoint3Y" fmla="*/ 0 h 104754"/>
                <a:gd name="GluePoint4X" fmla="*/ 0 w 328213"/>
                <a:gd name="GluePoint4Y" fmla="*/ 0 h 104754"/>
                <a:gd name="GluePoint5X" fmla="*/ 4698 w 328213"/>
                <a:gd name="GluePoint5Y" fmla="*/ 4825 h 104754"/>
                <a:gd name="GluePoint6X" fmla="*/ 4698 w 328213"/>
                <a:gd name="GluePoint6Y" fmla="*/ 11554 h 104754"/>
                <a:gd name="GluePoint7X" fmla="*/ 326563 w 328213"/>
                <a:gd name="GluePoint7Y" fmla="*/ 104748 h 104754"/>
                <a:gd name="GluePoint8X" fmla="*/ 328213 w 328213"/>
                <a:gd name="GluePoint8Y" fmla="*/ 104748 h 104754"/>
                <a:gd name="GluePoint9X" fmla="*/ 322880 w 328213"/>
                <a:gd name="GluePoint9Y" fmla="*/ 99936 h 104754"/>
                <a:gd name="GluePoint10X" fmla="*/ 322880 w 328213"/>
                <a:gd name="GluePoint10Y" fmla="*/ 99923 h 10475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19" name="Freeform: Shape 642"/>
            <p:cNvSpPr/>
            <p:nvPr/>
          </p:nvSpPr>
          <p:spPr>
            <a:xfrm>
              <a:off x="9832680" y="2320920"/>
              <a:ext cx="166320" cy="5112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51120"/>
                <a:gd name="textAreaBottom" fmla="*/ 51480 h 51120"/>
                <a:gd name="GluePoint1X" fmla="*/ 166805 w 166804"/>
                <a:gd name="GluePoint1Y" fmla="*/ 45951 h 51410"/>
                <a:gd name="GluePoint2X" fmla="*/ 166805 w 166804"/>
                <a:gd name="GluePoint2Y" fmla="*/ 45951 h 51410"/>
                <a:gd name="GluePoint3X" fmla="*/ 33108 w 166804"/>
                <a:gd name="GluePoint3Y" fmla="*/ 7861 h 51410"/>
                <a:gd name="GluePoint4X" fmla="*/ 10634 w 166804"/>
                <a:gd name="GluePoint4Y" fmla="*/ 1386 h 51410"/>
                <a:gd name="GluePoint5X" fmla="*/ 6825 w 166804"/>
                <a:gd name="GluePoint5Y" fmla="*/ 243 h 51410"/>
                <a:gd name="GluePoint6X" fmla="*/ 95 w 166804"/>
                <a:gd name="GluePoint6Y" fmla="*/ 3544 h 51410"/>
                <a:gd name="GluePoint7X" fmla="*/ 95 w 166804"/>
                <a:gd name="GluePoint7Y" fmla="*/ 5195 h 51410"/>
                <a:gd name="GluePoint8X" fmla="*/ 95 w 166804"/>
                <a:gd name="GluePoint8Y" fmla="*/ 6211 h 51410"/>
                <a:gd name="GluePoint9X" fmla="*/ 95 w 166804"/>
                <a:gd name="GluePoint9Y" fmla="*/ 7099 h 51410"/>
                <a:gd name="GluePoint10X" fmla="*/ 95 w 166804"/>
                <a:gd name="GluePoint10Y" fmla="*/ 7099 h 51410"/>
                <a:gd name="GluePoint11X" fmla="*/ 731 w 166804"/>
                <a:gd name="GluePoint11Y" fmla="*/ 7861 h 51410"/>
                <a:gd name="GluePoint12X" fmla="*/ 1493 w 166804"/>
                <a:gd name="GluePoint12Y" fmla="*/ 7861 h 51410"/>
                <a:gd name="GluePoint13X" fmla="*/ 2508 w 166804"/>
                <a:gd name="GluePoint13Y" fmla="*/ 7861 h 51410"/>
                <a:gd name="GluePoint14X" fmla="*/ 2508 w 166804"/>
                <a:gd name="GluePoint14Y" fmla="*/ 7861 h 51410"/>
                <a:gd name="GluePoint15X" fmla="*/ 153346 w 166804"/>
                <a:gd name="GluePoint15Y" fmla="*/ 51411 h 51410"/>
                <a:gd name="GluePoint16X" fmla="*/ 160456 w 166804"/>
                <a:gd name="GluePoint16Y" fmla="*/ 45698 h 51410"/>
                <a:gd name="GluePoint17X" fmla="*/ 166805 w 166804"/>
                <a:gd name="GluePoint17Y" fmla="*/ 45951 h 514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6480" bIns="64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0" name="Freeform: Shape 643"/>
            <p:cNvSpPr/>
            <p:nvPr/>
          </p:nvSpPr>
          <p:spPr>
            <a:xfrm>
              <a:off x="10002600" y="2372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  <a:gd name="GluePoint4X" fmla="*/ 0 w 47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1" name="Freeform: Shape 644"/>
            <p:cNvSpPr/>
            <p:nvPr/>
          </p:nvSpPr>
          <p:spPr>
            <a:xfrm>
              <a:off x="11610720" y="2134440"/>
              <a:ext cx="385920" cy="49824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498240"/>
                <a:gd name="textAreaBottom" fmla="*/ 498600 h 498240"/>
                <a:gd name="GluePoint1X" fmla="*/ 386110 w 386148"/>
                <a:gd name="GluePoint1Y" fmla="*/ 5858 h 498743"/>
                <a:gd name="GluePoint2X" fmla="*/ 386110 w 386148"/>
                <a:gd name="GluePoint2Y" fmla="*/ 4842 h 498743"/>
                <a:gd name="GluePoint3X" fmla="*/ 386110 w 386148"/>
                <a:gd name="GluePoint3Y" fmla="*/ 4842 h 498743"/>
                <a:gd name="GluePoint4X" fmla="*/ 386110 w 386148"/>
                <a:gd name="GluePoint4Y" fmla="*/ 3826 h 498743"/>
                <a:gd name="GluePoint5X" fmla="*/ 386110 w 386148"/>
                <a:gd name="GluePoint5Y" fmla="*/ 2937 h 498743"/>
                <a:gd name="GluePoint6X" fmla="*/ 386110 w 386148"/>
                <a:gd name="GluePoint6Y" fmla="*/ 2175 h 498743"/>
                <a:gd name="GluePoint7X" fmla="*/ 386110 w 386148"/>
                <a:gd name="GluePoint7Y" fmla="*/ 2175 h 498743"/>
                <a:gd name="GluePoint8X" fmla="*/ 386110 w 386148"/>
                <a:gd name="GluePoint8Y" fmla="*/ 1287 h 498743"/>
                <a:gd name="GluePoint9X" fmla="*/ 386110 w 386148"/>
                <a:gd name="GluePoint9Y" fmla="*/ 1287 h 498743"/>
                <a:gd name="GluePoint10X" fmla="*/ 386110 w 386148"/>
                <a:gd name="GluePoint10Y" fmla="*/ 1287 h 498743"/>
                <a:gd name="GluePoint11X" fmla="*/ 385348 w 386148"/>
                <a:gd name="GluePoint11Y" fmla="*/ 525 h 498743"/>
                <a:gd name="GluePoint12X" fmla="*/ 385348 w 386148"/>
                <a:gd name="GluePoint12Y" fmla="*/ 525 h 498743"/>
                <a:gd name="GluePoint13X" fmla="*/ 385348 w 386148"/>
                <a:gd name="GluePoint13Y" fmla="*/ 525 h 498743"/>
                <a:gd name="GluePoint14X" fmla="*/ 378492 w 386148"/>
                <a:gd name="GluePoint14Y" fmla="*/ 2049 h 498743"/>
                <a:gd name="GluePoint15X" fmla="*/ 374429 w 386148"/>
                <a:gd name="GluePoint15Y" fmla="*/ 7381 h 498743"/>
                <a:gd name="GluePoint16X" fmla="*/ 0 w 386148"/>
                <a:gd name="GluePoint16Y" fmla="*/ 492776 h 498743"/>
                <a:gd name="GluePoint17X" fmla="*/ 3809 w 386148"/>
                <a:gd name="GluePoint17Y" fmla="*/ 493792 h 498743"/>
                <a:gd name="GluePoint18X" fmla="*/ 3809 w 386148"/>
                <a:gd name="GluePoint18Y" fmla="*/ 493792 h 498743"/>
                <a:gd name="GluePoint19X" fmla="*/ 4825 w 386148"/>
                <a:gd name="GluePoint19Y" fmla="*/ 493792 h 498743"/>
                <a:gd name="GluePoint20X" fmla="*/ 5587 w 386148"/>
                <a:gd name="GluePoint20Y" fmla="*/ 493792 h 498743"/>
                <a:gd name="GluePoint21X" fmla="*/ 5587 w 386148"/>
                <a:gd name="GluePoint21Y" fmla="*/ 494554 h 498743"/>
                <a:gd name="GluePoint22X" fmla="*/ 6221 w 386148"/>
                <a:gd name="GluePoint22Y" fmla="*/ 495315 h 498743"/>
                <a:gd name="GluePoint23X" fmla="*/ 6221 w 386148"/>
                <a:gd name="GluePoint23Y" fmla="*/ 496204 h 498743"/>
                <a:gd name="GluePoint24X" fmla="*/ 6221 w 386148"/>
                <a:gd name="GluePoint24Y" fmla="*/ 497220 h 498743"/>
                <a:gd name="GluePoint25X" fmla="*/ 6221 w 386148"/>
                <a:gd name="GluePoint25Y" fmla="*/ 497220 h 498743"/>
                <a:gd name="GluePoint26X" fmla="*/ 6221 w 386148"/>
                <a:gd name="GluePoint26Y" fmla="*/ 498744 h 498743"/>
                <a:gd name="GluePoint27X" fmla="*/ 374429 w 386148"/>
                <a:gd name="GluePoint27Y" fmla="*/ 17920 h 4987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2" name="Freeform: Shape 645"/>
            <p:cNvSpPr/>
            <p:nvPr/>
          </p:nvSpPr>
          <p:spPr>
            <a:xfrm>
              <a:off x="11608200" y="263304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9 w 10586"/>
                <a:gd name="GluePoint1Y" fmla="*/ 207972 h 212187"/>
                <a:gd name="GluePoint2X" fmla="*/ 10539 w 10586"/>
                <a:gd name="GluePoint2Y" fmla="*/ 207210 h 212187"/>
                <a:gd name="GluePoint3X" fmla="*/ 10539 w 10586"/>
                <a:gd name="GluePoint3Y" fmla="*/ 0 h 212187"/>
                <a:gd name="GluePoint4X" fmla="*/ 10539 w 10586"/>
                <a:gd name="GluePoint4Y" fmla="*/ 0 h 212187"/>
                <a:gd name="GluePoint5X" fmla="*/ 10539 w 10586"/>
                <a:gd name="GluePoint5Y" fmla="*/ 1651 h 212187"/>
                <a:gd name="GluePoint6X" fmla="*/ 5332 w 10586"/>
                <a:gd name="GluePoint6Y" fmla="*/ 5079 h 212187"/>
                <a:gd name="GluePoint7X" fmla="*/ 3683 w 10586"/>
                <a:gd name="GluePoint7Y" fmla="*/ 5079 h 212187"/>
                <a:gd name="GluePoint8X" fmla="*/ 0 w 10586"/>
                <a:gd name="GluePoint8Y" fmla="*/ 4063 h 212187"/>
                <a:gd name="GluePoint9X" fmla="*/ 0 w 10586"/>
                <a:gd name="GluePoint9Y" fmla="*/ 207210 h 212187"/>
                <a:gd name="GluePoint10X" fmla="*/ 5320 w 10586"/>
                <a:gd name="GluePoint10Y" fmla="*/ 212035 h 212187"/>
                <a:gd name="GluePoint11X" fmla="*/ 5332 w 10586"/>
                <a:gd name="GluePoint11Y" fmla="*/ 212035 h 212187"/>
                <a:gd name="GluePoint12X" fmla="*/ 7619 w 10586"/>
                <a:gd name="GluePoint12Y" fmla="*/ 212035 h 212187"/>
                <a:gd name="GluePoint13X" fmla="*/ 8253 w 10586"/>
                <a:gd name="GluePoint13Y" fmla="*/ 212035 h 212187"/>
                <a:gd name="GluePoint14X" fmla="*/ 8253 w 10586"/>
                <a:gd name="GluePoint14Y" fmla="*/ 212035 h 212187"/>
                <a:gd name="GluePoint15X" fmla="*/ 8253 w 10586"/>
                <a:gd name="GluePoint15Y" fmla="*/ 212035 h 212187"/>
                <a:gd name="GluePoint16X" fmla="*/ 9015 w 10586"/>
                <a:gd name="GluePoint16Y" fmla="*/ 211273 h 212187"/>
                <a:gd name="GluePoint17X" fmla="*/ 9904 w 10586"/>
                <a:gd name="GluePoint17Y" fmla="*/ 209877 h 212187"/>
                <a:gd name="GluePoint18X" fmla="*/ 10539 w 10586"/>
                <a:gd name="GluePoint18Y" fmla="*/ 207972 h 2121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3" name="Freeform: Shape 646"/>
            <p:cNvSpPr/>
            <p:nvPr/>
          </p:nvSpPr>
          <p:spPr>
            <a:xfrm>
              <a:off x="9833040" y="2113200"/>
              <a:ext cx="1784880" cy="522720"/>
            </a:xfrm>
            <a:custGeom>
              <a:avLst/>
              <a:gdLst>
                <a:gd name="textAreaLeft" fmla="*/ 0 w 1784880"/>
                <a:gd name="textAreaRight" fmla="*/ 1785240 w 1784880"/>
                <a:gd name="textAreaTop" fmla="*/ 0 h 522720"/>
                <a:gd name="textAreaBottom" fmla="*/ 523080 h 522720"/>
                <a:gd name="GluePoint1X" fmla="*/ 1785221 w 1785220"/>
                <a:gd name="GluePoint1Y" fmla="*/ 517718 h 523050"/>
                <a:gd name="GluePoint2X" fmla="*/ 1784586 w 1785220"/>
                <a:gd name="GluePoint2Y" fmla="*/ 516956 h 523050"/>
                <a:gd name="GluePoint3X" fmla="*/ 1784586 w 1785220"/>
                <a:gd name="GluePoint3Y" fmla="*/ 516194 h 523050"/>
                <a:gd name="GluePoint4X" fmla="*/ 1783825 w 1785220"/>
                <a:gd name="GluePoint4Y" fmla="*/ 516194 h 523050"/>
                <a:gd name="GluePoint5X" fmla="*/ 1782809 w 1785220"/>
                <a:gd name="GluePoint5Y" fmla="*/ 516194 h 523050"/>
                <a:gd name="GluePoint6X" fmla="*/ 1782809 w 1785220"/>
                <a:gd name="GluePoint6Y" fmla="*/ 516194 h 523050"/>
                <a:gd name="GluePoint7X" fmla="*/ 1779000 w 1785220"/>
                <a:gd name="GluePoint7Y" fmla="*/ 515179 h 523050"/>
                <a:gd name="GluePoint8X" fmla="*/ 15157 w 1785220"/>
                <a:gd name="GluePoint8Y" fmla="*/ 2867 h 523050"/>
                <a:gd name="GluePoint9X" fmla="*/ 6269 w 1785220"/>
                <a:gd name="GluePoint9Y" fmla="*/ 200 h 523050"/>
                <a:gd name="GluePoint10X" fmla="*/ 809 w 1785220"/>
                <a:gd name="GluePoint10Y" fmla="*/ 1470 h 523050"/>
                <a:gd name="GluePoint11X" fmla="*/ 48 w 1785220"/>
                <a:gd name="GluePoint11Y" fmla="*/ 2359 h 523050"/>
                <a:gd name="GluePoint12X" fmla="*/ 48 w 1785220"/>
                <a:gd name="GluePoint12Y" fmla="*/ 3120 h 523050"/>
                <a:gd name="GluePoint13X" fmla="*/ 48 w 1785220"/>
                <a:gd name="GluePoint13Y" fmla="*/ 3120 h 523050"/>
                <a:gd name="GluePoint14X" fmla="*/ 48 w 1785220"/>
                <a:gd name="GluePoint14Y" fmla="*/ 3755 h 523050"/>
                <a:gd name="GluePoint15X" fmla="*/ 48 w 1785220"/>
                <a:gd name="GluePoint15Y" fmla="*/ 4771 h 523050"/>
                <a:gd name="GluePoint16X" fmla="*/ 48 w 1785220"/>
                <a:gd name="GluePoint16Y" fmla="*/ 5660 h 523050"/>
                <a:gd name="GluePoint17X" fmla="*/ 48 w 1785220"/>
                <a:gd name="GluePoint17Y" fmla="*/ 6549 h 523050"/>
                <a:gd name="GluePoint18X" fmla="*/ 48 w 1785220"/>
                <a:gd name="GluePoint18Y" fmla="*/ 7438 h 523050"/>
                <a:gd name="GluePoint19X" fmla="*/ 48 w 1785220"/>
                <a:gd name="GluePoint19Y" fmla="*/ 7438 h 523050"/>
                <a:gd name="GluePoint20X" fmla="*/ 1064 w 1785220"/>
                <a:gd name="GluePoint20Y" fmla="*/ 8199 h 523050"/>
                <a:gd name="GluePoint21X" fmla="*/ 1952 w 1785220"/>
                <a:gd name="GluePoint21Y" fmla="*/ 8199 h 523050"/>
                <a:gd name="GluePoint22X" fmla="*/ 1952 w 1785220"/>
                <a:gd name="GluePoint22Y" fmla="*/ 8199 h 523050"/>
                <a:gd name="GluePoint23X" fmla="*/ 8936 w 1785220"/>
                <a:gd name="GluePoint23Y" fmla="*/ 10231 h 523050"/>
                <a:gd name="GluePoint24X" fmla="*/ 1773794 w 1785220"/>
                <a:gd name="GluePoint24Y" fmla="*/ 522035 h 523050"/>
                <a:gd name="GluePoint25X" fmla="*/ 1777476 w 1785220"/>
                <a:gd name="GluePoint25Y" fmla="*/ 523051 h 523050"/>
                <a:gd name="GluePoint26X" fmla="*/ 1779127 w 1785220"/>
                <a:gd name="GluePoint26Y" fmla="*/ 523051 h 523050"/>
                <a:gd name="GluePoint27X" fmla="*/ 1784333 w 1785220"/>
                <a:gd name="GluePoint27Y" fmla="*/ 519623 h 523050"/>
                <a:gd name="GluePoint28X" fmla="*/ 1784333 w 1785220"/>
                <a:gd name="GluePoint28Y" fmla="*/ 517972 h 523050"/>
                <a:gd name="GluePoint29X" fmla="*/ 1784333 w 1785220"/>
                <a:gd name="GluePoint29Y" fmla="*/ 516956 h 523050"/>
                <a:gd name="GluePoint30X" fmla="*/ 1785221 w 1785220"/>
                <a:gd name="GluePoint30Y" fmla="*/ 517718 h 5230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4" name="Freeform: Shape 660"/>
            <p:cNvSpPr/>
            <p:nvPr/>
          </p:nvSpPr>
          <p:spPr>
            <a:xfrm>
              <a:off x="9848160" y="355320"/>
              <a:ext cx="217800" cy="174600"/>
            </a:xfrm>
            <a:custGeom>
              <a:avLst/>
              <a:gdLst>
                <a:gd name="textAreaLeft" fmla="*/ 0 w 217800"/>
                <a:gd name="textAreaRight" fmla="*/ 218160 w 217800"/>
                <a:gd name="textAreaTop" fmla="*/ 0 h 174600"/>
                <a:gd name="textAreaBottom" fmla="*/ 174960 h 174600"/>
                <a:gd name="GluePoint1X" fmla="*/ 3047 w 218004"/>
                <a:gd name="GluePoint1Y" fmla="*/ 172421 h 175087"/>
                <a:gd name="GluePoint2X" fmla="*/ 11808 w 218004"/>
                <a:gd name="GluePoint2Y" fmla="*/ 175088 h 175087"/>
                <a:gd name="GluePoint3X" fmla="*/ 218004 w 218004"/>
                <a:gd name="GluePoint3Y" fmla="*/ 7364 h 175087"/>
                <a:gd name="GluePoint4X" fmla="*/ 214450 w 218004"/>
                <a:gd name="GluePoint4Y" fmla="*/ 8634 h 175087"/>
                <a:gd name="GluePoint5X" fmla="*/ 210386 w 218004"/>
                <a:gd name="GluePoint5Y" fmla="*/ 6983 h 175087"/>
                <a:gd name="GluePoint6X" fmla="*/ 210031 w 218004"/>
                <a:gd name="GluePoint6Y" fmla="*/ 343 h 175087"/>
                <a:gd name="GluePoint7X" fmla="*/ 210386 w 218004"/>
                <a:gd name="GluePoint7Y" fmla="*/ 0 h 175087"/>
                <a:gd name="GluePoint8X" fmla="*/ 208609 w 218004"/>
                <a:gd name="GluePoint8Y" fmla="*/ 1524 h 175087"/>
                <a:gd name="GluePoint9X" fmla="*/ 0 w 218004"/>
                <a:gd name="GluePoint9Y" fmla="*/ 171152 h 1750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5" name="Freeform: Shape 661"/>
            <p:cNvSpPr/>
            <p:nvPr/>
          </p:nvSpPr>
          <p:spPr>
            <a:xfrm>
              <a:off x="10056240" y="317880"/>
              <a:ext cx="55440" cy="453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45360"/>
                <a:gd name="textAreaBottom" fmla="*/ 45720 h 45360"/>
                <a:gd name="GluePoint1X" fmla="*/ 2299 w 55909"/>
                <a:gd name="GluePoint1Y" fmla="*/ 44184 h 45835"/>
                <a:gd name="GluePoint2X" fmla="*/ 6362 w 55909"/>
                <a:gd name="GluePoint2Y" fmla="*/ 45835 h 45835"/>
                <a:gd name="GluePoint3X" fmla="*/ 9917 w 55909"/>
                <a:gd name="GluePoint3Y" fmla="*/ 44565 h 45835"/>
                <a:gd name="GluePoint4X" fmla="*/ 52071 w 55909"/>
                <a:gd name="GluePoint4Y" fmla="*/ 10284 h 45835"/>
                <a:gd name="GluePoint5X" fmla="*/ 54356 w 55909"/>
                <a:gd name="GluePoint5Y" fmla="*/ 8380 h 45835"/>
                <a:gd name="GluePoint6X" fmla="*/ 54699 w 55909"/>
                <a:gd name="GluePoint6Y" fmla="*/ 1739 h 45835"/>
                <a:gd name="GluePoint7X" fmla="*/ 54356 w 55909"/>
                <a:gd name="GluePoint7Y" fmla="*/ 1397 h 45835"/>
                <a:gd name="GluePoint8X" fmla="*/ 51309 w 55909"/>
                <a:gd name="GluePoint8Y" fmla="*/ 0 h 45835"/>
                <a:gd name="GluePoint9X" fmla="*/ 49151 w 55909"/>
                <a:gd name="GluePoint9Y" fmla="*/ 0 h 45835"/>
                <a:gd name="GluePoint10X" fmla="*/ 48262 w 55909"/>
                <a:gd name="GluePoint10Y" fmla="*/ 0 h 45835"/>
                <a:gd name="GluePoint11X" fmla="*/ 47246 w 55909"/>
                <a:gd name="GluePoint11Y" fmla="*/ 0 h 45835"/>
                <a:gd name="GluePoint12X" fmla="*/ 46611 w 55909"/>
                <a:gd name="GluePoint12Y" fmla="*/ 0 h 45835"/>
                <a:gd name="GluePoint13X" fmla="*/ 11187 w 55909"/>
                <a:gd name="GluePoint13Y" fmla="*/ 28821 h 45835"/>
                <a:gd name="GluePoint14X" fmla="*/ 2172 w 55909"/>
                <a:gd name="GluePoint14Y" fmla="*/ 36185 h 45835"/>
                <a:gd name="GluePoint15X" fmla="*/ 738 w 55909"/>
                <a:gd name="GluePoint15Y" fmla="*/ 42674 h 45835"/>
                <a:gd name="GluePoint16X" fmla="*/ 2299 w 55909"/>
                <a:gd name="GluePoint16Y" fmla="*/ 44184 h 45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720" bIns="7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6" name="Freeform: Shape 665"/>
            <p:cNvSpPr/>
            <p:nvPr/>
          </p:nvSpPr>
          <p:spPr>
            <a:xfrm>
              <a:off x="9211320" y="515160"/>
              <a:ext cx="133200" cy="110880"/>
            </a:xfrm>
            <a:custGeom>
              <a:avLst/>
              <a:gdLst>
                <a:gd name="textAreaLeft" fmla="*/ 0 w 133200"/>
                <a:gd name="textAreaRight" fmla="*/ 133560 w 133200"/>
                <a:gd name="textAreaTop" fmla="*/ 0 h 110880"/>
                <a:gd name="textAreaBottom" fmla="*/ 111240 h 110880"/>
                <a:gd name="GluePoint1X" fmla="*/ 381 w 133697"/>
                <a:gd name="GluePoint1Y" fmla="*/ 104875 h 111225"/>
                <a:gd name="GluePoint2X" fmla="*/ 381 w 133697"/>
                <a:gd name="GluePoint2Y" fmla="*/ 104875 h 111225"/>
                <a:gd name="GluePoint3X" fmla="*/ 381 w 133697"/>
                <a:gd name="GluePoint3Y" fmla="*/ 105637 h 111225"/>
                <a:gd name="GluePoint4X" fmla="*/ 381 w 133697"/>
                <a:gd name="GluePoint4Y" fmla="*/ 105637 h 111225"/>
                <a:gd name="GluePoint5X" fmla="*/ 381 w 133697"/>
                <a:gd name="GluePoint5Y" fmla="*/ 105637 h 111225"/>
                <a:gd name="GluePoint6X" fmla="*/ 381 w 133697"/>
                <a:gd name="GluePoint6Y" fmla="*/ 106398 h 111225"/>
                <a:gd name="GluePoint7X" fmla="*/ 381 w 133697"/>
                <a:gd name="GluePoint7Y" fmla="*/ 107287 h 111225"/>
                <a:gd name="GluePoint8X" fmla="*/ 381 w 133697"/>
                <a:gd name="GluePoint8Y" fmla="*/ 107287 h 111225"/>
                <a:gd name="GluePoint9X" fmla="*/ 381 w 133697"/>
                <a:gd name="GluePoint9Y" fmla="*/ 108176 h 111225"/>
                <a:gd name="GluePoint10X" fmla="*/ 381 w 133697"/>
                <a:gd name="GluePoint10Y" fmla="*/ 109192 h 111225"/>
                <a:gd name="GluePoint11X" fmla="*/ 381 w 133697"/>
                <a:gd name="GluePoint11Y" fmla="*/ 109954 h 111225"/>
                <a:gd name="GluePoint12X" fmla="*/ 381 w 133697"/>
                <a:gd name="GluePoint12Y" fmla="*/ 110588 h 111225"/>
                <a:gd name="GluePoint13X" fmla="*/ 381 w 133697"/>
                <a:gd name="GluePoint13Y" fmla="*/ 110588 h 111225"/>
                <a:gd name="GluePoint14X" fmla="*/ 1396 w 133697"/>
                <a:gd name="GluePoint14Y" fmla="*/ 111223 h 111225"/>
                <a:gd name="GluePoint15X" fmla="*/ 2158 w 133697"/>
                <a:gd name="GluePoint15Y" fmla="*/ 111223 h 111225"/>
                <a:gd name="GluePoint16X" fmla="*/ 4063 w 133697"/>
                <a:gd name="GluePoint16Y" fmla="*/ 111223 h 111225"/>
                <a:gd name="GluePoint17X" fmla="*/ 7745 w 133697"/>
                <a:gd name="GluePoint17Y" fmla="*/ 109954 h 111225"/>
                <a:gd name="GluePoint18X" fmla="*/ 14601 w 133697"/>
                <a:gd name="GluePoint18Y" fmla="*/ 104367 h 111225"/>
                <a:gd name="GluePoint19X" fmla="*/ 133697 w 133697"/>
                <a:gd name="GluePoint19Y" fmla="*/ 7364 h 111225"/>
                <a:gd name="GluePoint20X" fmla="*/ 130142 w 133697"/>
                <a:gd name="GluePoint20Y" fmla="*/ 8507 h 111225"/>
                <a:gd name="GluePoint21X" fmla="*/ 126079 w 133697"/>
                <a:gd name="GluePoint21Y" fmla="*/ 6856 h 111225"/>
                <a:gd name="GluePoint22X" fmla="*/ 125673 w 133697"/>
                <a:gd name="GluePoint22Y" fmla="*/ 406 h 111225"/>
                <a:gd name="GluePoint23X" fmla="*/ 126079 w 133697"/>
                <a:gd name="GluePoint23Y" fmla="*/ 0 h 111225"/>
                <a:gd name="GluePoint24X" fmla="*/ 126079 w 133697"/>
                <a:gd name="GluePoint24Y" fmla="*/ 0 h 111225"/>
                <a:gd name="GluePoint25X" fmla="*/ 119096 w 133697"/>
                <a:gd name="GluePoint25Y" fmla="*/ 5587 h 111225"/>
                <a:gd name="GluePoint26X" fmla="*/ 0 w 133697"/>
                <a:gd name="GluePoint26Y" fmla="*/ 102716 h 1112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7" name="Freeform: Shape 666"/>
            <p:cNvSpPr/>
            <p:nvPr/>
          </p:nvSpPr>
          <p:spPr>
            <a:xfrm>
              <a:off x="9336240" y="413640"/>
              <a:ext cx="134280" cy="111960"/>
            </a:xfrm>
            <a:custGeom>
              <a:avLst/>
              <a:gdLst>
                <a:gd name="textAreaLeft" fmla="*/ 0 w 134280"/>
                <a:gd name="textAreaRight" fmla="*/ 134640 w 134280"/>
                <a:gd name="textAreaTop" fmla="*/ 0 h 111960"/>
                <a:gd name="textAreaBottom" fmla="*/ 112320 h 111960"/>
                <a:gd name="GluePoint1X" fmla="*/ 1545 w 134734"/>
                <a:gd name="GluePoint1Y" fmla="*/ 103732 h 112239"/>
                <a:gd name="GluePoint2X" fmla="*/ 1139 w 134734"/>
                <a:gd name="GluePoint2Y" fmla="*/ 110182 h 112239"/>
                <a:gd name="GluePoint3X" fmla="*/ 1545 w 134734"/>
                <a:gd name="GluePoint3Y" fmla="*/ 110588 h 112239"/>
                <a:gd name="GluePoint4X" fmla="*/ 5608 w 134734"/>
                <a:gd name="GluePoint4Y" fmla="*/ 112239 h 112239"/>
                <a:gd name="GluePoint5X" fmla="*/ 9163 w 134734"/>
                <a:gd name="GluePoint5Y" fmla="*/ 111096 h 112239"/>
                <a:gd name="GluePoint6X" fmla="*/ 9163 w 134734"/>
                <a:gd name="GluePoint6Y" fmla="*/ 111096 h 112239"/>
                <a:gd name="GluePoint7X" fmla="*/ 134735 w 134734"/>
                <a:gd name="GluePoint7Y" fmla="*/ 9523 h 112239"/>
                <a:gd name="GluePoint8X" fmla="*/ 131815 w 134734"/>
                <a:gd name="GluePoint8Y" fmla="*/ 8634 h 112239"/>
                <a:gd name="GluePoint9X" fmla="*/ 128221 w 134734"/>
                <a:gd name="GluePoint9Y" fmla="*/ 3047 h 112239"/>
                <a:gd name="GluePoint10X" fmla="*/ 130418 w 134734"/>
                <a:gd name="GluePoint10Y" fmla="*/ 0 h 112239"/>
                <a:gd name="GluePoint11X" fmla="*/ 130418 w 134734"/>
                <a:gd name="GluePoint11Y" fmla="*/ 0 h 112239"/>
                <a:gd name="GluePoint12X" fmla="*/ 4847 w 134734"/>
                <a:gd name="GluePoint12Y" fmla="*/ 101574 h 112239"/>
                <a:gd name="GluePoint13X" fmla="*/ 2561 w 134734"/>
                <a:gd name="GluePoint13Y" fmla="*/ 103478 h 112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8" name="Freeform: Shape 667"/>
            <p:cNvSpPr/>
            <p:nvPr/>
          </p:nvSpPr>
          <p:spPr>
            <a:xfrm>
              <a:off x="9847800" y="527040"/>
              <a:ext cx="1048320" cy="324000"/>
            </a:xfrm>
            <a:custGeom>
              <a:avLst/>
              <a:gdLst>
                <a:gd name="textAreaLeft" fmla="*/ 0 w 1048320"/>
                <a:gd name="textAreaRight" fmla="*/ 1048680 w 1048320"/>
                <a:gd name="textAreaTop" fmla="*/ 0 h 324000"/>
                <a:gd name="textAreaBottom" fmla="*/ 324360 h 324000"/>
                <a:gd name="GluePoint1X" fmla="*/ 6857 w 1048638"/>
                <a:gd name="GluePoint1Y" fmla="*/ 6475 h 324528"/>
                <a:gd name="GluePoint2X" fmla="*/ 1651 w 1048638"/>
                <a:gd name="GluePoint2Y" fmla="*/ 9903 h 324528"/>
                <a:gd name="GluePoint3X" fmla="*/ 0 w 1048638"/>
                <a:gd name="GluePoint3Y" fmla="*/ 9903 h 324528"/>
                <a:gd name="GluePoint4X" fmla="*/ 1032760 w 1048638"/>
                <a:gd name="GluePoint4Y" fmla="*/ 321862 h 324528"/>
                <a:gd name="GluePoint5X" fmla="*/ 1041648 w 1048638"/>
                <a:gd name="GluePoint5Y" fmla="*/ 324528 h 324528"/>
                <a:gd name="GluePoint6X" fmla="*/ 1043299 w 1048638"/>
                <a:gd name="GluePoint6Y" fmla="*/ 324528 h 324528"/>
                <a:gd name="GluePoint7X" fmla="*/ 1048377 w 1048638"/>
                <a:gd name="GluePoint7Y" fmla="*/ 321100 h 324528"/>
                <a:gd name="GluePoint8X" fmla="*/ 1045381 w 1048638"/>
                <a:gd name="GluePoint8Y" fmla="*/ 314967 h 324528"/>
                <a:gd name="GluePoint9X" fmla="*/ 1045076 w 1048638"/>
                <a:gd name="GluePoint9Y" fmla="*/ 314878 h 324528"/>
                <a:gd name="GluePoint10X" fmla="*/ 12189 w 1048638"/>
                <a:gd name="GluePoint10Y" fmla="*/ 2666 h 324528"/>
                <a:gd name="GluePoint11X" fmla="*/ 3428 w 1048638"/>
                <a:gd name="GluePoint11Y" fmla="*/ 0 h 324528"/>
                <a:gd name="GluePoint12X" fmla="*/ 6996 w 1048638"/>
                <a:gd name="GluePoint12Y" fmla="*/ 6031 h 324528"/>
                <a:gd name="GluePoint13X" fmla="*/ 6857 w 1048638"/>
                <a:gd name="GluePoint13Y" fmla="*/ 6475 h 3245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29" name="Freeform: Shape 670"/>
            <p:cNvSpPr/>
            <p:nvPr/>
          </p:nvSpPr>
          <p:spPr>
            <a:xfrm>
              <a:off x="8949600" y="234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0 h 888"/>
                <a:gd name="GluePoint2X" fmla="*/ 0 w 38"/>
                <a:gd name="GluePoint2Y" fmla="*/ 889 h 888"/>
                <a:gd name="GluePoint3X" fmla="*/ 0 w 38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0" name="Freeform: Shape 671"/>
            <p:cNvSpPr/>
            <p:nvPr/>
          </p:nvSpPr>
          <p:spPr>
            <a:xfrm>
              <a:off x="8948520" y="233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1" name="Freeform: Shape 672"/>
            <p:cNvSpPr/>
            <p:nvPr/>
          </p:nvSpPr>
          <p:spPr>
            <a:xfrm>
              <a:off x="8946720" y="2322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015"/>
                <a:gd name="GluePoint1Y" fmla="*/ 0 h 12696"/>
                <a:gd name="GluePoint2X" fmla="*/ 1016 w 1015"/>
                <a:gd name="GluePoint2Y" fmla="*/ 0 h 12696"/>
                <a:gd name="GluePoint3X" fmla="*/ 253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2" name="Freeform: Shape 673"/>
            <p:cNvSpPr/>
            <p:nvPr/>
          </p:nvSpPr>
          <p:spPr>
            <a:xfrm>
              <a:off x="8939520" y="236880"/>
              <a:ext cx="10800" cy="16380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63800"/>
                <a:gd name="textAreaBottom" fmla="*/ 164160 h 163800"/>
                <a:gd name="GluePoint1X" fmla="*/ 0 w 11014"/>
                <a:gd name="GluePoint1Y" fmla="*/ 164041 h 164041"/>
                <a:gd name="GluePoint2X" fmla="*/ 5460 w 11014"/>
                <a:gd name="GluePoint2Y" fmla="*/ 159217 h 164041"/>
                <a:gd name="GluePoint3X" fmla="*/ 10919 w 11014"/>
                <a:gd name="GluePoint3Y" fmla="*/ 164041 h 164041"/>
                <a:gd name="GluePoint4X" fmla="*/ 10919 w 11014"/>
                <a:gd name="GluePoint4Y" fmla="*/ 0 h 164041"/>
                <a:gd name="GluePoint5X" fmla="*/ 10919 w 11014"/>
                <a:gd name="GluePoint5Y" fmla="*/ 0 h 164041"/>
                <a:gd name="GluePoint6X" fmla="*/ 10919 w 11014"/>
                <a:gd name="GluePoint6Y" fmla="*/ 1651 h 164041"/>
                <a:gd name="GluePoint7X" fmla="*/ 5841 w 11014"/>
                <a:gd name="GluePoint7Y" fmla="*/ 5079 h 164041"/>
                <a:gd name="GluePoint8X" fmla="*/ 4190 w 11014"/>
                <a:gd name="GluePoint8Y" fmla="*/ 5079 h 164041"/>
                <a:gd name="GluePoint9X" fmla="*/ 381 w 11014"/>
                <a:gd name="GluePoint9Y" fmla="*/ 3936 h 164041"/>
                <a:gd name="GluePoint10X" fmla="*/ 381 w 11014"/>
                <a:gd name="GluePoint10Y" fmla="*/ 164041 h 16404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3" name="Freeform: Shape 674"/>
            <p:cNvSpPr/>
            <p:nvPr/>
          </p:nvSpPr>
          <p:spPr>
            <a:xfrm>
              <a:off x="8938440" y="396000"/>
              <a:ext cx="10440" cy="4665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6560"/>
                <a:gd name="textAreaBottom" fmla="*/ 466920 h 466560"/>
                <a:gd name="GluePoint1X" fmla="*/ 1016 w 10967"/>
                <a:gd name="GluePoint1Y" fmla="*/ 461913 h 466870"/>
                <a:gd name="GluePoint2X" fmla="*/ 6463 w 10967"/>
                <a:gd name="GluePoint2Y" fmla="*/ 466864 h 466870"/>
                <a:gd name="GluePoint3X" fmla="*/ 6476 w 10967"/>
                <a:gd name="GluePoint3Y" fmla="*/ 466864 h 466870"/>
                <a:gd name="GluePoint4X" fmla="*/ 10158 w 10967"/>
                <a:gd name="GluePoint4Y" fmla="*/ 465468 h 466870"/>
                <a:gd name="GluePoint5X" fmla="*/ 10920 w 10967"/>
                <a:gd name="GluePoint5Y" fmla="*/ 464579 h 466870"/>
                <a:gd name="GluePoint6X" fmla="*/ 10920 w 10967"/>
                <a:gd name="GluePoint6Y" fmla="*/ 464579 h 466870"/>
                <a:gd name="GluePoint7X" fmla="*/ 10920 w 10967"/>
                <a:gd name="GluePoint7Y" fmla="*/ 463817 h 466870"/>
                <a:gd name="GluePoint8X" fmla="*/ 10920 w 10967"/>
                <a:gd name="GluePoint8Y" fmla="*/ 462674 h 466870"/>
                <a:gd name="GluePoint9X" fmla="*/ 10920 w 10967"/>
                <a:gd name="GluePoint9Y" fmla="*/ 462674 h 466870"/>
                <a:gd name="GluePoint10X" fmla="*/ 10920 w 10967"/>
                <a:gd name="GluePoint10Y" fmla="*/ 4831 h 466870"/>
                <a:gd name="GluePoint11X" fmla="*/ 5460 w 10967"/>
                <a:gd name="GluePoint11Y" fmla="*/ 6 h 466870"/>
                <a:gd name="GluePoint12X" fmla="*/ 0 w 10967"/>
                <a:gd name="GluePoint12Y" fmla="*/ 4831 h 466870"/>
                <a:gd name="GluePoint13X" fmla="*/ 0 w 10967"/>
                <a:gd name="GluePoint13Y" fmla="*/ 461913 h 4668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4" name="Freeform: Shape 692"/>
            <p:cNvSpPr/>
            <p:nvPr/>
          </p:nvSpPr>
          <p:spPr>
            <a:xfrm>
              <a:off x="9146520" y="1274040"/>
              <a:ext cx="497160" cy="10404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104040"/>
                <a:gd name="textAreaBottom" fmla="*/ 104400 h 104040"/>
                <a:gd name="GluePoint1X" fmla="*/ 490986 w 497461"/>
                <a:gd name="GluePoint1Y" fmla="*/ 98907 h 104494"/>
                <a:gd name="GluePoint2X" fmla="*/ 497462 w 497461"/>
                <a:gd name="GluePoint2Y" fmla="*/ 95099 h 104494"/>
                <a:gd name="GluePoint3X" fmla="*/ 403632 w 497461"/>
                <a:gd name="GluePoint3Y" fmla="*/ 77069 h 104494"/>
                <a:gd name="GluePoint4X" fmla="*/ 3174 w 497461"/>
                <a:gd name="GluePoint4Y" fmla="*/ 0 h 104494"/>
                <a:gd name="GluePoint5X" fmla="*/ 3174 w 497461"/>
                <a:gd name="GluePoint5Y" fmla="*/ 0 h 104494"/>
                <a:gd name="GluePoint6X" fmla="*/ 6742 w 497461"/>
                <a:gd name="GluePoint6Y" fmla="*/ 5612 h 104494"/>
                <a:gd name="GluePoint7X" fmla="*/ 6603 w 497461"/>
                <a:gd name="GluePoint7Y" fmla="*/ 6095 h 104494"/>
                <a:gd name="GluePoint8X" fmla="*/ 1396 w 497461"/>
                <a:gd name="GluePoint8Y" fmla="*/ 9523 h 104494"/>
                <a:gd name="GluePoint9X" fmla="*/ 0 w 497461"/>
                <a:gd name="GluePoint9Y" fmla="*/ 9523 h 104494"/>
                <a:gd name="GluePoint10X" fmla="*/ 0 w 497461"/>
                <a:gd name="GluePoint10Y" fmla="*/ 9523 h 104494"/>
                <a:gd name="GluePoint11X" fmla="*/ 94337 w 497461"/>
                <a:gd name="GluePoint11Y" fmla="*/ 27679 h 104494"/>
                <a:gd name="GluePoint12X" fmla="*/ 495176 w 497461"/>
                <a:gd name="GluePoint12Y" fmla="*/ 104494 h 104494"/>
                <a:gd name="GluePoint13X" fmla="*/ 490986 w 497461"/>
                <a:gd name="GluePoint13Y" fmla="*/ 98907 h 10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5" name="Freeform: Shape 693"/>
            <p:cNvSpPr/>
            <p:nvPr/>
          </p:nvSpPr>
          <p:spPr>
            <a:xfrm>
              <a:off x="9637560" y="1369080"/>
              <a:ext cx="903240" cy="182160"/>
            </a:xfrm>
            <a:custGeom>
              <a:avLst/>
              <a:gdLst>
                <a:gd name="textAreaLeft" fmla="*/ 0 w 903240"/>
                <a:gd name="textAreaRight" fmla="*/ 903600 w 903240"/>
                <a:gd name="textAreaTop" fmla="*/ 0 h 182160"/>
                <a:gd name="textAreaBottom" fmla="*/ 182520 h 182160"/>
                <a:gd name="GluePoint1X" fmla="*/ 6567 w 903470"/>
                <a:gd name="GluePoint1Y" fmla="*/ 139 h 182464"/>
                <a:gd name="GluePoint2X" fmla="*/ 6567 w 903470"/>
                <a:gd name="GluePoint2Y" fmla="*/ 139 h 182464"/>
                <a:gd name="GluePoint3X" fmla="*/ 91 w 903470"/>
                <a:gd name="GluePoint3Y" fmla="*/ 3949 h 182464"/>
                <a:gd name="GluePoint4X" fmla="*/ 4015 w 903470"/>
                <a:gd name="GluePoint4Y" fmla="*/ 9751 h 182464"/>
                <a:gd name="GluePoint5X" fmla="*/ 4281 w 903470"/>
                <a:gd name="GluePoint5Y" fmla="*/ 9789 h 182464"/>
                <a:gd name="GluePoint6X" fmla="*/ 890647 w 903470"/>
                <a:gd name="GluePoint6Y" fmla="*/ 180433 h 182464"/>
                <a:gd name="GluePoint7X" fmla="*/ 901058 w 903470"/>
                <a:gd name="GluePoint7Y" fmla="*/ 182464 h 182464"/>
                <a:gd name="GluePoint8X" fmla="*/ 901058 w 903470"/>
                <a:gd name="GluePoint8Y" fmla="*/ 182464 h 182464"/>
                <a:gd name="GluePoint9X" fmla="*/ 896983 w 903470"/>
                <a:gd name="GluePoint9Y" fmla="*/ 176548 h 182464"/>
                <a:gd name="GluePoint10X" fmla="*/ 896995 w 903470"/>
                <a:gd name="GluePoint10Y" fmla="*/ 176497 h 182464"/>
                <a:gd name="GluePoint11X" fmla="*/ 903471 w 903470"/>
                <a:gd name="GluePoint11Y" fmla="*/ 172815 h 182464"/>
                <a:gd name="GluePoint12X" fmla="*/ 903471 w 903470"/>
                <a:gd name="GluePoint12Y" fmla="*/ 172815 h 1824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6" name="Freeform: Shape 700"/>
            <p:cNvSpPr/>
            <p:nvPr/>
          </p:nvSpPr>
          <p:spPr>
            <a:xfrm>
              <a:off x="8747640" y="1996920"/>
              <a:ext cx="9720" cy="482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48240"/>
                <a:gd name="textAreaBottom" fmla="*/ 48600 h 48240"/>
                <a:gd name="GluePoint1X" fmla="*/ 5460 w 9960"/>
                <a:gd name="GluePoint1Y" fmla="*/ 4825 h 48507"/>
                <a:gd name="GluePoint2X" fmla="*/ 0 w 9960"/>
                <a:gd name="GluePoint2Y" fmla="*/ 0 h 48507"/>
                <a:gd name="GluePoint3X" fmla="*/ 0 w 9960"/>
                <a:gd name="GluePoint3Y" fmla="*/ 43677 h 48507"/>
                <a:gd name="GluePoint4X" fmla="*/ 5460 w 9960"/>
                <a:gd name="GluePoint4Y" fmla="*/ 48502 h 48507"/>
                <a:gd name="GluePoint5X" fmla="*/ 9141 w 9960"/>
                <a:gd name="GluePoint5Y" fmla="*/ 47232 h 48507"/>
                <a:gd name="GluePoint6X" fmla="*/ 9904 w 9960"/>
                <a:gd name="GluePoint6Y" fmla="*/ 46216 h 48507"/>
                <a:gd name="GluePoint7X" fmla="*/ 9904 w 9960"/>
                <a:gd name="GluePoint7Y" fmla="*/ 45581 h 48507"/>
                <a:gd name="GluePoint8X" fmla="*/ 9904 w 9960"/>
                <a:gd name="GluePoint8Y" fmla="*/ 44692 h 48507"/>
                <a:gd name="GluePoint9X" fmla="*/ 9904 w 9960"/>
                <a:gd name="GluePoint9Y" fmla="*/ 43804 h 48507"/>
                <a:gd name="GluePoint10X" fmla="*/ 9904 w 9960"/>
                <a:gd name="GluePoint10Y" fmla="*/ 43804 h 48507"/>
                <a:gd name="GluePoint11X" fmla="*/ 9904 w 9960"/>
                <a:gd name="GluePoint11Y" fmla="*/ 127 h 48507"/>
                <a:gd name="GluePoint12X" fmla="*/ 5460 w 9960"/>
                <a:gd name="GluePoint12Y" fmla="*/ 4825 h 485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600" bIns="36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7" name="Freeform: Shape 701"/>
            <p:cNvSpPr/>
            <p:nvPr/>
          </p:nvSpPr>
          <p:spPr>
            <a:xfrm>
              <a:off x="8747640" y="1937160"/>
              <a:ext cx="10440" cy="64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4800"/>
                <a:gd name="textAreaBottom" fmla="*/ 65160 h 64800"/>
                <a:gd name="GluePoint1X" fmla="*/ 10538 w 10791"/>
                <a:gd name="GluePoint1Y" fmla="*/ 0 h 65070"/>
                <a:gd name="GluePoint2X" fmla="*/ 10538 w 10791"/>
                <a:gd name="GluePoint2Y" fmla="*/ 1778 h 65070"/>
                <a:gd name="GluePoint3X" fmla="*/ 5460 w 10791"/>
                <a:gd name="GluePoint3Y" fmla="*/ 5206 h 65070"/>
                <a:gd name="GluePoint4X" fmla="*/ 3682 w 10791"/>
                <a:gd name="GluePoint4Y" fmla="*/ 5206 h 65070"/>
                <a:gd name="GluePoint5X" fmla="*/ 0 w 10791"/>
                <a:gd name="GluePoint5Y" fmla="*/ 4063 h 65070"/>
                <a:gd name="GluePoint6X" fmla="*/ 0 w 10791"/>
                <a:gd name="GluePoint6Y" fmla="*/ 60436 h 65070"/>
                <a:gd name="GluePoint7X" fmla="*/ 6221 w 10791"/>
                <a:gd name="GluePoint7Y" fmla="*/ 65007 h 65070"/>
                <a:gd name="GluePoint8X" fmla="*/ 10792 w 10791"/>
                <a:gd name="GluePoint8Y" fmla="*/ 60436 h 65070"/>
                <a:gd name="GluePoint9X" fmla="*/ 10792 w 10791"/>
                <a:gd name="GluePoint9Y" fmla="*/ 0 h 65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0160" bIns="20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8" name="Freeform: Shape 702"/>
            <p:cNvSpPr/>
            <p:nvPr/>
          </p:nvSpPr>
          <p:spPr>
            <a:xfrm>
              <a:off x="8755200" y="193284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2400" bIns="-32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39" name="Freeform: Shape 703"/>
            <p:cNvSpPr/>
            <p:nvPr/>
          </p:nvSpPr>
          <p:spPr>
            <a:xfrm>
              <a:off x="875772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85"/>
                <a:gd name="GluePoint1Y" fmla="*/ 0 h 888"/>
                <a:gd name="GluePoint2X" fmla="*/ 0 w 85"/>
                <a:gd name="GluePoint2Y" fmla="*/ 0 h 888"/>
                <a:gd name="GluePoint3X" fmla="*/ 0 w 85"/>
                <a:gd name="GluePoint3Y" fmla="*/ 889 h 888"/>
                <a:gd name="GluePoint4X" fmla="*/ 0 w 85"/>
                <a:gd name="GluePoint4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0" name="Freeform: Shape 704"/>
            <p:cNvSpPr/>
            <p:nvPr/>
          </p:nvSpPr>
          <p:spPr>
            <a:xfrm>
              <a:off x="8756640" y="193392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1" name="Freeform: Shape 705"/>
            <p:cNvSpPr/>
            <p:nvPr/>
          </p:nvSpPr>
          <p:spPr>
            <a:xfrm>
              <a:off x="8583480" y="1882800"/>
              <a:ext cx="82800" cy="32040"/>
            </a:xfrm>
            <a:custGeom>
              <a:avLst/>
              <a:gdLst>
                <a:gd name="textAreaLeft" fmla="*/ 0 w 82800"/>
                <a:gd name="textAreaRight" fmla="*/ 83160 w 82800"/>
                <a:gd name="textAreaTop" fmla="*/ 0 h 32040"/>
                <a:gd name="textAreaBottom" fmla="*/ 32400 h 32040"/>
                <a:gd name="GluePoint1X" fmla="*/ 81561 w 83084"/>
                <a:gd name="GluePoint1Y" fmla="*/ 32493 h 32493"/>
                <a:gd name="GluePoint2X" fmla="*/ 80418 w 83084"/>
                <a:gd name="GluePoint2Y" fmla="*/ 32493 h 32493"/>
                <a:gd name="GluePoint3X" fmla="*/ 80418 w 83084"/>
                <a:gd name="GluePoint3Y" fmla="*/ 32493 h 32493"/>
                <a:gd name="GluePoint4X" fmla="*/ 79783 w 83084"/>
                <a:gd name="GluePoint4Y" fmla="*/ 31732 h 32493"/>
                <a:gd name="GluePoint5X" fmla="*/ 79783 w 83084"/>
                <a:gd name="GluePoint5Y" fmla="*/ 30970 h 32493"/>
                <a:gd name="GluePoint6X" fmla="*/ 79783 w 83084"/>
                <a:gd name="GluePoint6Y" fmla="*/ 30081 h 32493"/>
                <a:gd name="GluePoint7X" fmla="*/ 79783 w 83084"/>
                <a:gd name="GluePoint7Y" fmla="*/ 29065 h 32493"/>
                <a:gd name="GluePoint8X" fmla="*/ 79783 w 83084"/>
                <a:gd name="GluePoint8Y" fmla="*/ 29065 h 32493"/>
                <a:gd name="GluePoint9X" fmla="*/ 79783 w 83084"/>
                <a:gd name="GluePoint9Y" fmla="*/ 22209 h 32493"/>
                <a:gd name="GluePoint10X" fmla="*/ 15030 w 83084"/>
                <a:gd name="GluePoint10Y" fmla="*/ 2910 h 32493"/>
                <a:gd name="GluePoint11X" fmla="*/ 6269 w 83084"/>
                <a:gd name="GluePoint11Y" fmla="*/ 244 h 32493"/>
                <a:gd name="GluePoint12X" fmla="*/ 682 w 83084"/>
                <a:gd name="GluePoint12Y" fmla="*/ 1513 h 32493"/>
                <a:gd name="GluePoint13X" fmla="*/ 48 w 83084"/>
                <a:gd name="GluePoint13Y" fmla="*/ 2275 h 32493"/>
                <a:gd name="GluePoint14X" fmla="*/ 48 w 83084"/>
                <a:gd name="GluePoint14Y" fmla="*/ 3037 h 32493"/>
                <a:gd name="GluePoint15X" fmla="*/ 48 w 83084"/>
                <a:gd name="GluePoint15Y" fmla="*/ 3037 h 32493"/>
                <a:gd name="GluePoint16X" fmla="*/ 48 w 83084"/>
                <a:gd name="GluePoint16Y" fmla="*/ 3037 h 32493"/>
                <a:gd name="GluePoint17X" fmla="*/ 48 w 83084"/>
                <a:gd name="GluePoint17Y" fmla="*/ 4052 h 32493"/>
                <a:gd name="GluePoint18X" fmla="*/ 48 w 83084"/>
                <a:gd name="GluePoint18Y" fmla="*/ 4941 h 32493"/>
                <a:gd name="GluePoint19X" fmla="*/ 48 w 83084"/>
                <a:gd name="GluePoint19Y" fmla="*/ 5830 h 32493"/>
                <a:gd name="GluePoint20X" fmla="*/ 48 w 83084"/>
                <a:gd name="GluePoint20Y" fmla="*/ 6719 h 32493"/>
                <a:gd name="GluePoint21X" fmla="*/ 682 w 83084"/>
                <a:gd name="GluePoint21Y" fmla="*/ 7481 h 32493"/>
                <a:gd name="GluePoint22X" fmla="*/ 1698 w 83084"/>
                <a:gd name="GluePoint22Y" fmla="*/ 8115 h 32493"/>
                <a:gd name="GluePoint23X" fmla="*/ 2460 w 83084"/>
                <a:gd name="GluePoint23Y" fmla="*/ 8115 h 32493"/>
                <a:gd name="GluePoint24X" fmla="*/ 2460 w 83084"/>
                <a:gd name="GluePoint24Y" fmla="*/ 8115 h 32493"/>
                <a:gd name="GluePoint25X" fmla="*/ 83085 w 83084"/>
                <a:gd name="GluePoint25Y" fmla="*/ 32239 h 32493"/>
                <a:gd name="GluePoint26X" fmla="*/ 83085 w 83084"/>
                <a:gd name="GluePoint26Y" fmla="*/ 32239 h 32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2600" bIns="-126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2" name="Freeform: Shape 706"/>
            <p:cNvSpPr/>
            <p:nvPr/>
          </p:nvSpPr>
          <p:spPr>
            <a:xfrm>
              <a:off x="8664480" y="1908360"/>
              <a:ext cx="92880" cy="33480"/>
            </a:xfrm>
            <a:custGeom>
              <a:avLst/>
              <a:gdLst>
                <a:gd name="textAreaLeft" fmla="*/ 0 w 92880"/>
                <a:gd name="textAreaRight" fmla="*/ 93240 w 92880"/>
                <a:gd name="textAreaTop" fmla="*/ 0 h 33480"/>
                <a:gd name="textAreaBottom" fmla="*/ 33840 h 33480"/>
                <a:gd name="GluePoint1X" fmla="*/ 1904 w 93416"/>
                <a:gd name="GluePoint1Y" fmla="*/ 7491 h 33773"/>
                <a:gd name="GluePoint2X" fmla="*/ 0 w 93416"/>
                <a:gd name="GluePoint2Y" fmla="*/ 7491 h 33773"/>
                <a:gd name="GluePoint3X" fmla="*/ 0 w 93416"/>
                <a:gd name="GluePoint3Y" fmla="*/ 7491 h 33773"/>
                <a:gd name="GluePoint4X" fmla="*/ 77705 w 93416"/>
                <a:gd name="GluePoint4Y" fmla="*/ 31107 h 33773"/>
                <a:gd name="GluePoint5X" fmla="*/ 82783 w 93416"/>
                <a:gd name="GluePoint5Y" fmla="*/ 32630 h 33773"/>
                <a:gd name="GluePoint6X" fmla="*/ 86465 w 93416"/>
                <a:gd name="GluePoint6Y" fmla="*/ 33773 h 33773"/>
                <a:gd name="GluePoint7X" fmla="*/ 88242 w 93416"/>
                <a:gd name="GluePoint7Y" fmla="*/ 33773 h 33773"/>
                <a:gd name="GluePoint8X" fmla="*/ 93321 w 93416"/>
                <a:gd name="GluePoint8Y" fmla="*/ 30345 h 33773"/>
                <a:gd name="GluePoint9X" fmla="*/ 93321 w 93416"/>
                <a:gd name="GluePoint9Y" fmla="*/ 28568 h 33773"/>
                <a:gd name="GluePoint10X" fmla="*/ 93321 w 93416"/>
                <a:gd name="GluePoint10Y" fmla="*/ 27806 h 33773"/>
                <a:gd name="GluePoint11X" fmla="*/ 93321 w 93416"/>
                <a:gd name="GluePoint11Y" fmla="*/ 27806 h 33773"/>
                <a:gd name="GluePoint12X" fmla="*/ 93321 w 93416"/>
                <a:gd name="GluePoint12Y" fmla="*/ 26917 h 33773"/>
                <a:gd name="GluePoint13X" fmla="*/ 93321 w 93416"/>
                <a:gd name="GluePoint13Y" fmla="*/ 26155 h 33773"/>
                <a:gd name="GluePoint14X" fmla="*/ 93321 w 93416"/>
                <a:gd name="GluePoint14Y" fmla="*/ 26155 h 33773"/>
                <a:gd name="GluePoint15X" fmla="*/ 93321 w 93416"/>
                <a:gd name="GluePoint15Y" fmla="*/ 25393 h 33773"/>
                <a:gd name="GluePoint16X" fmla="*/ 92560 w 93416"/>
                <a:gd name="GluePoint16Y" fmla="*/ 25393 h 33773"/>
                <a:gd name="GluePoint17X" fmla="*/ 92560 w 93416"/>
                <a:gd name="GluePoint17Y" fmla="*/ 25393 h 33773"/>
                <a:gd name="GluePoint18X" fmla="*/ 91417 w 93416"/>
                <a:gd name="GluePoint18Y" fmla="*/ 25393 h 33773"/>
                <a:gd name="GluePoint19X" fmla="*/ 91417 w 93416"/>
                <a:gd name="GluePoint19Y" fmla="*/ 25393 h 33773"/>
                <a:gd name="GluePoint20X" fmla="*/ 8507 w 93416"/>
                <a:gd name="GluePoint20Y" fmla="*/ 0 h 33773"/>
                <a:gd name="GluePoint21X" fmla="*/ 8507 w 93416"/>
                <a:gd name="GluePoint21Y" fmla="*/ 3555 h 33773"/>
                <a:gd name="GluePoint22X" fmla="*/ 2628 w 93416"/>
                <a:gd name="GluePoint22Y" fmla="*/ 7669 h 33773"/>
                <a:gd name="GluePoint23X" fmla="*/ 1904 w 93416"/>
                <a:gd name="GluePoint23Y" fmla="*/ 7491 h 3377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1160" bIns="-111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3" name="Freeform: Shape 707"/>
            <p:cNvSpPr/>
            <p:nvPr/>
          </p:nvSpPr>
          <p:spPr>
            <a:xfrm>
              <a:off x="4270680" y="33840"/>
              <a:ext cx="9720" cy="6134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613440"/>
                <a:gd name="textAreaBottom" fmla="*/ 613800 h 613440"/>
                <a:gd name="GluePoint1X" fmla="*/ 9951 w 9951"/>
                <a:gd name="GluePoint1Y" fmla="*/ 609823 h 613971"/>
                <a:gd name="GluePoint2X" fmla="*/ 9951 w 9951"/>
                <a:gd name="GluePoint2Y" fmla="*/ 3428 h 613971"/>
                <a:gd name="GluePoint3X" fmla="*/ 9951 w 9951"/>
                <a:gd name="GluePoint3Y" fmla="*/ 2666 h 613971"/>
                <a:gd name="GluePoint4X" fmla="*/ 9951 w 9951"/>
                <a:gd name="GluePoint4Y" fmla="*/ 1651 h 613971"/>
                <a:gd name="GluePoint5X" fmla="*/ 9316 w 9951"/>
                <a:gd name="GluePoint5Y" fmla="*/ 762 h 613971"/>
                <a:gd name="GluePoint6X" fmla="*/ 9316 w 9951"/>
                <a:gd name="GluePoint6Y" fmla="*/ 0 h 613971"/>
                <a:gd name="GluePoint7X" fmla="*/ 8427 w 9951"/>
                <a:gd name="GluePoint7Y" fmla="*/ 0 h 613971"/>
                <a:gd name="GluePoint8X" fmla="*/ 7539 w 9951"/>
                <a:gd name="GluePoint8Y" fmla="*/ 0 h 613971"/>
                <a:gd name="GluePoint9X" fmla="*/ 6904 w 9951"/>
                <a:gd name="GluePoint9Y" fmla="*/ 0 h 613971"/>
                <a:gd name="GluePoint10X" fmla="*/ 5507 w 9951"/>
                <a:gd name="GluePoint10Y" fmla="*/ 0 h 613971"/>
                <a:gd name="GluePoint11X" fmla="*/ 4745 w 9951"/>
                <a:gd name="GluePoint11Y" fmla="*/ 0 h 613971"/>
                <a:gd name="GluePoint12X" fmla="*/ 3476 w 9951"/>
                <a:gd name="GluePoint12Y" fmla="*/ 0 h 613971"/>
                <a:gd name="GluePoint13X" fmla="*/ 2587 w 9951"/>
                <a:gd name="GluePoint13Y" fmla="*/ 0 h 613971"/>
                <a:gd name="GluePoint14X" fmla="*/ 48 w 9951"/>
                <a:gd name="GluePoint14Y" fmla="*/ 4063 h 613971"/>
                <a:gd name="GluePoint15X" fmla="*/ 48 w 9951"/>
                <a:gd name="GluePoint15Y" fmla="*/ 610458 h 613971"/>
                <a:gd name="GluePoint16X" fmla="*/ 48 w 9951"/>
                <a:gd name="GluePoint16Y" fmla="*/ 610458 h 613971"/>
                <a:gd name="GluePoint17X" fmla="*/ 48 w 9951"/>
                <a:gd name="GluePoint17Y" fmla="*/ 611600 h 613971"/>
                <a:gd name="GluePoint18X" fmla="*/ 48 w 9951"/>
                <a:gd name="GluePoint18Y" fmla="*/ 612362 h 613971"/>
                <a:gd name="GluePoint19X" fmla="*/ 682 w 9951"/>
                <a:gd name="GluePoint19Y" fmla="*/ 613124 h 613971"/>
                <a:gd name="GluePoint20X" fmla="*/ 682 w 9951"/>
                <a:gd name="GluePoint20Y" fmla="*/ 613886 h 613971"/>
                <a:gd name="GluePoint21X" fmla="*/ 1571 w 9951"/>
                <a:gd name="GluePoint21Y" fmla="*/ 613886 h 613971"/>
                <a:gd name="GluePoint22X" fmla="*/ 2460 w 9951"/>
                <a:gd name="GluePoint22Y" fmla="*/ 613886 h 613971"/>
                <a:gd name="GluePoint23X" fmla="*/ 4365 w 9951"/>
                <a:gd name="GluePoint23Y" fmla="*/ 613886 h 613971"/>
                <a:gd name="GluePoint24X" fmla="*/ 9951 w 9951"/>
                <a:gd name="GluePoint24Y" fmla="*/ 609823 h 6139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4" name="Freeform: Shape 713"/>
            <p:cNvSpPr/>
            <p:nvPr/>
          </p:nvSpPr>
          <p:spPr>
            <a:xfrm>
              <a:off x="4127400" y="152640"/>
              <a:ext cx="10080" cy="1915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91520"/>
                <a:gd name="textAreaBottom" fmla="*/ 191880 h 191520"/>
                <a:gd name="GluePoint1X" fmla="*/ 5460 w 10459"/>
                <a:gd name="GluePoint1Y" fmla="*/ 4952 h 191726"/>
                <a:gd name="GluePoint2X" fmla="*/ 0 w 10459"/>
                <a:gd name="GluePoint2Y" fmla="*/ 13 h 191726"/>
                <a:gd name="GluePoint3X" fmla="*/ 0 w 10459"/>
                <a:gd name="GluePoint3Y" fmla="*/ 0 h 191726"/>
                <a:gd name="GluePoint4X" fmla="*/ 0 w 10459"/>
                <a:gd name="GluePoint4Y" fmla="*/ 186768 h 191726"/>
                <a:gd name="GluePoint5X" fmla="*/ 5447 w 10459"/>
                <a:gd name="GluePoint5Y" fmla="*/ 191720 h 191726"/>
                <a:gd name="GluePoint6X" fmla="*/ 5460 w 10459"/>
                <a:gd name="GluePoint6Y" fmla="*/ 191720 h 191726"/>
                <a:gd name="GluePoint7X" fmla="*/ 9142 w 10459"/>
                <a:gd name="GluePoint7Y" fmla="*/ 190323 h 191726"/>
                <a:gd name="GluePoint8X" fmla="*/ 9777 w 10459"/>
                <a:gd name="GluePoint8Y" fmla="*/ 189562 h 191726"/>
                <a:gd name="GluePoint9X" fmla="*/ 10411 w 10459"/>
                <a:gd name="GluePoint9Y" fmla="*/ 188800 h 191726"/>
                <a:gd name="GluePoint10X" fmla="*/ 10411 w 10459"/>
                <a:gd name="GluePoint10Y" fmla="*/ 188038 h 191726"/>
                <a:gd name="GluePoint11X" fmla="*/ 10411 w 10459"/>
                <a:gd name="GluePoint11Y" fmla="*/ 186895 h 191726"/>
                <a:gd name="GluePoint12X" fmla="*/ 10411 w 10459"/>
                <a:gd name="GluePoint12Y" fmla="*/ 186895 h 191726"/>
                <a:gd name="GluePoint13X" fmla="*/ 10411 w 10459"/>
                <a:gd name="GluePoint13Y" fmla="*/ 0 h 191726"/>
                <a:gd name="GluePoint14X" fmla="*/ 5460 w 10459"/>
                <a:gd name="GluePoint14Y" fmla="*/ 4952 h 1917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5" name="Freeform: Shape 714"/>
            <p:cNvSpPr/>
            <p:nvPr/>
          </p:nvSpPr>
          <p:spPr>
            <a:xfrm>
              <a:off x="8660520" y="1814400"/>
              <a:ext cx="8640" cy="990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99000"/>
                <a:gd name="textAreaBottom" fmla="*/ 99360 h 99000"/>
                <a:gd name="GluePoint1X" fmla="*/ 4609 w 9081"/>
                <a:gd name="GluePoint1Y" fmla="*/ 1397 h 99266"/>
                <a:gd name="GluePoint2X" fmla="*/ 3466 w 9081"/>
                <a:gd name="GluePoint2Y" fmla="*/ 1397 h 99266"/>
                <a:gd name="GluePoint3X" fmla="*/ 2451 w 9081"/>
                <a:gd name="GluePoint3Y" fmla="*/ 1397 h 99266"/>
                <a:gd name="GluePoint4X" fmla="*/ 38 w 9081"/>
                <a:gd name="GluePoint4Y" fmla="*/ 5459 h 99266"/>
                <a:gd name="GluePoint5X" fmla="*/ 38 w 9081"/>
                <a:gd name="GluePoint5Y" fmla="*/ 95733 h 99266"/>
                <a:gd name="GluePoint6X" fmla="*/ 38 w 9081"/>
                <a:gd name="GluePoint6Y" fmla="*/ 95733 h 99266"/>
                <a:gd name="GluePoint7X" fmla="*/ 38 w 9081"/>
                <a:gd name="GluePoint7Y" fmla="*/ 96749 h 99266"/>
                <a:gd name="GluePoint8X" fmla="*/ 38 w 9081"/>
                <a:gd name="GluePoint8Y" fmla="*/ 97638 h 99266"/>
                <a:gd name="GluePoint9X" fmla="*/ 38 w 9081"/>
                <a:gd name="GluePoint9Y" fmla="*/ 98399 h 99266"/>
                <a:gd name="GluePoint10X" fmla="*/ 673 w 9081"/>
                <a:gd name="GluePoint10Y" fmla="*/ 99161 h 99266"/>
                <a:gd name="GluePoint11X" fmla="*/ 673 w 9081"/>
                <a:gd name="GluePoint11Y" fmla="*/ 99161 h 99266"/>
                <a:gd name="GluePoint12X" fmla="*/ 1816 w 9081"/>
                <a:gd name="GluePoint12Y" fmla="*/ 99161 h 99266"/>
                <a:gd name="GluePoint13X" fmla="*/ 3720 w 9081"/>
                <a:gd name="GluePoint13Y" fmla="*/ 99161 h 99266"/>
                <a:gd name="GluePoint14X" fmla="*/ 9053 w 9081"/>
                <a:gd name="GluePoint14Y" fmla="*/ 94349 h 99266"/>
                <a:gd name="GluePoint15X" fmla="*/ 9053 w 9081"/>
                <a:gd name="GluePoint15Y" fmla="*/ 94336 h 99266"/>
                <a:gd name="GluePoint16X" fmla="*/ 9053 w 9081"/>
                <a:gd name="GluePoint16Y" fmla="*/ 4063 h 99266"/>
                <a:gd name="GluePoint17X" fmla="*/ 9053 w 9081"/>
                <a:gd name="GluePoint17Y" fmla="*/ 3301 h 99266"/>
                <a:gd name="GluePoint18X" fmla="*/ 9053 w 9081"/>
                <a:gd name="GluePoint18Y" fmla="*/ 2285 h 99266"/>
                <a:gd name="GluePoint19X" fmla="*/ 9053 w 9081"/>
                <a:gd name="GluePoint19Y" fmla="*/ 1270 h 99266"/>
                <a:gd name="GluePoint20X" fmla="*/ 9053 w 9081"/>
                <a:gd name="GluePoint20Y" fmla="*/ 635 h 99266"/>
                <a:gd name="GluePoint21X" fmla="*/ 8037 w 9081"/>
                <a:gd name="GluePoint21Y" fmla="*/ 0 h 99266"/>
                <a:gd name="GluePoint22X" fmla="*/ 7402 w 9081"/>
                <a:gd name="GluePoint22Y" fmla="*/ 0 h 99266"/>
                <a:gd name="GluePoint23X" fmla="*/ 6514 w 9081"/>
                <a:gd name="GluePoint23Y" fmla="*/ 0 h 99266"/>
                <a:gd name="GluePoint24X" fmla="*/ 5371 w 9081"/>
                <a:gd name="GluePoint24Y" fmla="*/ 0 h 99266"/>
                <a:gd name="GluePoint25X" fmla="*/ 4609 w 9081"/>
                <a:gd name="GluePoint25Y" fmla="*/ 0 h 992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6" name="Freeform: Shape 715"/>
            <p:cNvSpPr/>
            <p:nvPr/>
          </p:nvSpPr>
          <p:spPr>
            <a:xfrm>
              <a:off x="9064800" y="1248840"/>
              <a:ext cx="88920" cy="3456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34560"/>
                <a:gd name="textAreaBottom" fmla="*/ 34920 h 34560"/>
                <a:gd name="GluePoint1X" fmla="*/ 83672 w 89130"/>
                <a:gd name="GluePoint1Y" fmla="*/ 34916 h 35043"/>
                <a:gd name="GluePoint2X" fmla="*/ 88878 w 89130"/>
                <a:gd name="GluePoint2Y" fmla="*/ 31488 h 35043"/>
                <a:gd name="GluePoint3X" fmla="*/ 85932 w 89130"/>
                <a:gd name="GluePoint3Y" fmla="*/ 25533 h 35043"/>
                <a:gd name="GluePoint4X" fmla="*/ 85450 w 89130"/>
                <a:gd name="GluePoint4Y" fmla="*/ 25393 h 35043"/>
                <a:gd name="GluePoint5X" fmla="*/ 85450 w 89130"/>
                <a:gd name="GluePoint5Y" fmla="*/ 25393 h 35043"/>
                <a:gd name="GluePoint6X" fmla="*/ 2412 w 89130"/>
                <a:gd name="GluePoint6Y" fmla="*/ 0 h 35043"/>
                <a:gd name="GluePoint7X" fmla="*/ 2412 w 89130"/>
                <a:gd name="GluePoint7Y" fmla="*/ 0 h 35043"/>
                <a:gd name="GluePoint8X" fmla="*/ 6603 w 89130"/>
                <a:gd name="GluePoint8Y" fmla="*/ 5333 h 35043"/>
                <a:gd name="GluePoint9X" fmla="*/ 1143 w 89130"/>
                <a:gd name="GluePoint9Y" fmla="*/ 9650 h 35043"/>
                <a:gd name="GluePoint10X" fmla="*/ 0 w 89130"/>
                <a:gd name="GluePoint10Y" fmla="*/ 9650 h 35043"/>
                <a:gd name="GluePoint11X" fmla="*/ 82911 w 89130"/>
                <a:gd name="GluePoint11Y" fmla="*/ 35043 h 35043"/>
                <a:gd name="GluePoint12X" fmla="*/ 82911 w 89130"/>
                <a:gd name="GluePoint12Y" fmla="*/ 35043 h 350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0080" bIns="-100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7" name="Freeform: Shape 716"/>
            <p:cNvSpPr/>
            <p:nvPr/>
          </p:nvSpPr>
          <p:spPr>
            <a:xfrm>
              <a:off x="7762680" y="1114920"/>
              <a:ext cx="1307520" cy="142920"/>
            </a:xfrm>
            <a:custGeom>
              <a:avLst/>
              <a:gdLst>
                <a:gd name="textAreaLeft" fmla="*/ 0 w 1307520"/>
                <a:gd name="textAreaRight" fmla="*/ 1307880 w 1307520"/>
                <a:gd name="textAreaTop" fmla="*/ 0 h 142920"/>
                <a:gd name="textAreaBottom" fmla="*/ 143280 h 142920"/>
                <a:gd name="GluePoint1X" fmla="*/ 1302313 w 1307783"/>
                <a:gd name="GluePoint1Y" fmla="*/ 143346 h 143350"/>
                <a:gd name="GluePoint2X" fmla="*/ 1307773 w 1307783"/>
                <a:gd name="GluePoint2Y" fmla="*/ 139029 h 143350"/>
                <a:gd name="GluePoint3X" fmla="*/ 1303583 w 1307783"/>
                <a:gd name="GluePoint3Y" fmla="*/ 133696 h 143350"/>
                <a:gd name="GluePoint4X" fmla="*/ 1302948 w 1307783"/>
                <a:gd name="GluePoint4Y" fmla="*/ 133696 h 143350"/>
                <a:gd name="GluePoint5X" fmla="*/ 12570 w 1307783"/>
                <a:gd name="GluePoint5Y" fmla="*/ 1270 h 143350"/>
                <a:gd name="GluePoint6X" fmla="*/ 635 w 1307783"/>
                <a:gd name="GluePoint6Y" fmla="*/ 0 h 143350"/>
                <a:gd name="GluePoint7X" fmla="*/ 5332 w 1307783"/>
                <a:gd name="GluePoint7Y" fmla="*/ 5434 h 143350"/>
                <a:gd name="GluePoint8X" fmla="*/ 5332 w 1307783"/>
                <a:gd name="GluePoint8Y" fmla="*/ 5459 h 143350"/>
                <a:gd name="GluePoint9X" fmla="*/ 0 w 1307783"/>
                <a:gd name="GluePoint9Y" fmla="*/ 9903 h 143350"/>
                <a:gd name="GluePoint10X" fmla="*/ 0 w 1307783"/>
                <a:gd name="GluePoint10Y" fmla="*/ 9903 h 143350"/>
                <a:gd name="GluePoint11X" fmla="*/ 1301806 w 1307783"/>
                <a:gd name="GluePoint11Y" fmla="*/ 143346 h 143350"/>
                <a:gd name="GluePoint12X" fmla="*/ 1302948 w 1307783"/>
                <a:gd name="GluePoint12Y" fmla="*/ 143346 h 143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8" name="Freeform: Shape 717"/>
            <p:cNvSpPr/>
            <p:nvPr/>
          </p:nvSpPr>
          <p:spPr>
            <a:xfrm>
              <a:off x="5828400" y="1114920"/>
              <a:ext cx="10440" cy="1782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78200"/>
                <a:gd name="textAreaBottom" fmla="*/ 178560 h 178200"/>
                <a:gd name="GluePoint1X" fmla="*/ 10840 w 10840"/>
                <a:gd name="GluePoint1Y" fmla="*/ 174707 h 178622"/>
                <a:gd name="GluePoint2X" fmla="*/ 10840 w 10840"/>
                <a:gd name="GluePoint2Y" fmla="*/ 0 h 178622"/>
                <a:gd name="GluePoint3X" fmla="*/ 4618 w 10840"/>
                <a:gd name="GluePoint3Y" fmla="*/ 4571 h 178622"/>
                <a:gd name="GluePoint4X" fmla="*/ 48 w 10840"/>
                <a:gd name="GluePoint4Y" fmla="*/ 0 h 178622"/>
                <a:gd name="GluePoint5X" fmla="*/ 48 w 10840"/>
                <a:gd name="GluePoint5Y" fmla="*/ 174707 h 178622"/>
                <a:gd name="GluePoint6X" fmla="*/ 48 w 10840"/>
                <a:gd name="GluePoint6Y" fmla="*/ 175341 h 178622"/>
                <a:gd name="GluePoint7X" fmla="*/ 48 w 10840"/>
                <a:gd name="GluePoint7Y" fmla="*/ 176230 h 178622"/>
                <a:gd name="GluePoint8X" fmla="*/ 48 w 10840"/>
                <a:gd name="GluePoint8Y" fmla="*/ 177119 h 178622"/>
                <a:gd name="GluePoint9X" fmla="*/ 682 w 10840"/>
                <a:gd name="GluePoint9Y" fmla="*/ 177881 h 178622"/>
                <a:gd name="GluePoint10X" fmla="*/ 1444 w 10840"/>
                <a:gd name="GluePoint10Y" fmla="*/ 178515 h 178622"/>
                <a:gd name="GluePoint11X" fmla="*/ 2333 w 10840"/>
                <a:gd name="GluePoint11Y" fmla="*/ 178515 h 178622"/>
                <a:gd name="GluePoint12X" fmla="*/ 3222 w 10840"/>
                <a:gd name="GluePoint12Y" fmla="*/ 178515 h 178622"/>
                <a:gd name="GluePoint13X" fmla="*/ 4745 w 10840"/>
                <a:gd name="GluePoint13Y" fmla="*/ 178515 h 178622"/>
                <a:gd name="GluePoint14X" fmla="*/ 10840 w 10840"/>
                <a:gd name="GluePoint14Y" fmla="*/ 174707 h 1786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49" name="Freeform: Shape 718"/>
            <p:cNvSpPr/>
            <p:nvPr/>
          </p:nvSpPr>
          <p:spPr>
            <a:xfrm>
              <a:off x="5828760" y="1080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112"/>
                <a:gd name="GluePoint2X" fmla="*/ 56 w 56"/>
                <a:gd name="GluePoint2Y" fmla="*/ 0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0" name="Freeform: Shape 719"/>
            <p:cNvSpPr/>
            <p:nvPr/>
          </p:nvSpPr>
          <p:spPr>
            <a:xfrm>
              <a:off x="5829120" y="1082520"/>
              <a:ext cx="10440" cy="370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37080"/>
                <a:gd name="textAreaBottom" fmla="*/ 37440 h 37080"/>
                <a:gd name="GluePoint1X" fmla="*/ 10284 w 10791"/>
                <a:gd name="GluePoint1Y" fmla="*/ 635 h 37519"/>
                <a:gd name="GluePoint2X" fmla="*/ 10284 w 10791"/>
                <a:gd name="GluePoint2Y" fmla="*/ 1524 h 37519"/>
                <a:gd name="GluePoint3X" fmla="*/ 5332 w 10791"/>
                <a:gd name="GluePoint3Y" fmla="*/ 4444 h 37519"/>
                <a:gd name="GluePoint4X" fmla="*/ 3174 w 10791"/>
                <a:gd name="GluePoint4Y" fmla="*/ 4444 h 37519"/>
                <a:gd name="GluePoint5X" fmla="*/ 0 w 10791"/>
                <a:gd name="GluePoint5Y" fmla="*/ 0 h 37519"/>
                <a:gd name="GluePoint6X" fmla="*/ 0 w 10791"/>
                <a:gd name="GluePoint6Y" fmla="*/ 0 h 37519"/>
                <a:gd name="GluePoint7X" fmla="*/ 0 w 10791"/>
                <a:gd name="GluePoint7Y" fmla="*/ 32885 h 37519"/>
                <a:gd name="GluePoint8X" fmla="*/ 6221 w 10791"/>
                <a:gd name="GluePoint8Y" fmla="*/ 37455 h 37519"/>
                <a:gd name="GluePoint9X" fmla="*/ 10792 w 10791"/>
                <a:gd name="GluePoint9Y" fmla="*/ 32885 h 37519"/>
                <a:gd name="GluePoint10X" fmla="*/ 10792 w 10791"/>
                <a:gd name="GluePoint10Y" fmla="*/ 1016 h 375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7560" bIns="-75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1" name="Freeform: Shape 720"/>
            <p:cNvSpPr/>
            <p:nvPr/>
          </p:nvSpPr>
          <p:spPr>
            <a:xfrm>
              <a:off x="5829480" y="1016640"/>
              <a:ext cx="40320" cy="69480"/>
            </a:xfrm>
            <a:custGeom>
              <a:avLst/>
              <a:gdLst>
                <a:gd name="textAreaLeft" fmla="*/ 0 w 40320"/>
                <a:gd name="textAreaRight" fmla="*/ 40680 w 40320"/>
                <a:gd name="textAreaTop" fmla="*/ 0 h 69480"/>
                <a:gd name="textAreaBottom" fmla="*/ 69840 h 69480"/>
                <a:gd name="GluePoint1X" fmla="*/ 35170 w 40502"/>
                <a:gd name="GluePoint1Y" fmla="*/ 6348 h 69927"/>
                <a:gd name="GluePoint2X" fmla="*/ 33011 w 40502"/>
                <a:gd name="GluePoint2Y" fmla="*/ 6348 h 69927"/>
                <a:gd name="GluePoint3X" fmla="*/ 29964 w 40502"/>
                <a:gd name="GluePoint3Y" fmla="*/ 647 h 69927"/>
                <a:gd name="GluePoint4X" fmla="*/ 30218 w 40502"/>
                <a:gd name="GluePoint4Y" fmla="*/ 0 h 69927"/>
                <a:gd name="GluePoint5X" fmla="*/ 30218 w 40502"/>
                <a:gd name="GluePoint5Y" fmla="*/ 889 h 69927"/>
                <a:gd name="GluePoint6X" fmla="*/ 0 w 40502"/>
                <a:gd name="GluePoint6Y" fmla="*/ 64372 h 69927"/>
                <a:gd name="GluePoint7X" fmla="*/ 0 w 40502"/>
                <a:gd name="GluePoint7Y" fmla="*/ 64372 h 69927"/>
                <a:gd name="GluePoint8X" fmla="*/ 0 w 40502"/>
                <a:gd name="GluePoint8Y" fmla="*/ 65388 h 69927"/>
                <a:gd name="GluePoint9X" fmla="*/ 0 w 40502"/>
                <a:gd name="GluePoint9Y" fmla="*/ 65388 h 69927"/>
                <a:gd name="GluePoint10X" fmla="*/ 0 w 40502"/>
                <a:gd name="GluePoint10Y" fmla="*/ 65388 h 69927"/>
                <a:gd name="GluePoint11X" fmla="*/ 3174 w 40502"/>
                <a:gd name="GluePoint11Y" fmla="*/ 69832 h 69927"/>
                <a:gd name="GluePoint12X" fmla="*/ 5332 w 40502"/>
                <a:gd name="GluePoint12Y" fmla="*/ 69832 h 69927"/>
                <a:gd name="GluePoint13X" fmla="*/ 10284 w 40502"/>
                <a:gd name="GluePoint13Y" fmla="*/ 66912 h 69927"/>
                <a:gd name="GluePoint14X" fmla="*/ 10284 w 40502"/>
                <a:gd name="GluePoint14Y" fmla="*/ 66023 h 69927"/>
                <a:gd name="GluePoint15X" fmla="*/ 12570 w 40502"/>
                <a:gd name="GluePoint15Y" fmla="*/ 61198 h 69927"/>
                <a:gd name="GluePoint16X" fmla="*/ 40503 w 40502"/>
                <a:gd name="GluePoint16Y" fmla="*/ 2412 h 69927"/>
                <a:gd name="GluePoint17X" fmla="*/ 35170 w 40502"/>
                <a:gd name="GluePoint17Y" fmla="*/ 6348 h 699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4840" bIns="2484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2" name="Freeform: Shape 721"/>
            <p:cNvSpPr/>
            <p:nvPr/>
          </p:nvSpPr>
          <p:spPr>
            <a:xfrm>
              <a:off x="5859360" y="927720"/>
              <a:ext cx="50040" cy="939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93960"/>
                <a:gd name="textAreaBottom" fmla="*/ 94320 h 93960"/>
                <a:gd name="GluePoint1X" fmla="*/ 41460 w 50475"/>
                <a:gd name="GluePoint1Y" fmla="*/ 1524 h 94342"/>
                <a:gd name="GluePoint2X" fmla="*/ 42095 w 50475"/>
                <a:gd name="GluePoint2Y" fmla="*/ 0 h 94342"/>
                <a:gd name="GluePoint3X" fmla="*/ 42095 w 50475"/>
                <a:gd name="GluePoint3Y" fmla="*/ 0 h 94342"/>
                <a:gd name="GluePoint4X" fmla="*/ 10734 w 50475"/>
                <a:gd name="GluePoint4Y" fmla="*/ 66023 h 94342"/>
                <a:gd name="GluePoint5X" fmla="*/ 450 w 50475"/>
                <a:gd name="GluePoint5Y" fmla="*/ 87861 h 94342"/>
                <a:gd name="GluePoint6X" fmla="*/ 2596 w 50475"/>
                <a:gd name="GluePoint6Y" fmla="*/ 93956 h 94342"/>
                <a:gd name="GluePoint7X" fmla="*/ 3243 w 50475"/>
                <a:gd name="GluePoint7Y" fmla="*/ 94210 h 94342"/>
                <a:gd name="GluePoint8X" fmla="*/ 5401 w 50475"/>
                <a:gd name="GluePoint8Y" fmla="*/ 94210 h 94342"/>
                <a:gd name="GluePoint9X" fmla="*/ 10353 w 50475"/>
                <a:gd name="GluePoint9Y" fmla="*/ 91162 h 94342"/>
                <a:gd name="GluePoint10X" fmla="*/ 10353 w 50475"/>
                <a:gd name="GluePoint10Y" fmla="*/ 91162 h 94342"/>
                <a:gd name="GluePoint11X" fmla="*/ 50475 w 50475"/>
                <a:gd name="GluePoint11Y" fmla="*/ 6729 h 94342"/>
                <a:gd name="GluePoint12X" fmla="*/ 46539 w 50475"/>
                <a:gd name="GluePoint12Y" fmla="*/ 6729 h 94342"/>
                <a:gd name="GluePoint13X" fmla="*/ 41460 w 50475"/>
                <a:gd name="GluePoint13Y" fmla="*/ 1917 h 94342"/>
                <a:gd name="GluePoint14X" fmla="*/ 41460 w 50475"/>
                <a:gd name="GluePoint14Y" fmla="*/ 1524 h 943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3" name="Freeform: Shape 722"/>
            <p:cNvSpPr/>
            <p:nvPr/>
          </p:nvSpPr>
          <p:spPr>
            <a:xfrm>
              <a:off x="8660880" y="176292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38 w 38"/>
                <a:gd name="GluePoint1Y" fmla="*/ 254 h 1015"/>
                <a:gd name="GluePoint2X" fmla="*/ 38 w 38"/>
                <a:gd name="GluePoint2Y" fmla="*/ 1016 h 1015"/>
                <a:gd name="GluePoint3X" fmla="*/ 38 w 38"/>
                <a:gd name="GluePoint3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4" name="Freeform: Shape 723"/>
            <p:cNvSpPr/>
            <p:nvPr/>
          </p:nvSpPr>
          <p:spPr>
            <a:xfrm>
              <a:off x="8662320" y="1728360"/>
              <a:ext cx="47160" cy="3744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37440"/>
                <a:gd name="textAreaBottom" fmla="*/ 37800 h 37440"/>
                <a:gd name="GluePoint1X" fmla="*/ 9396 w 47486"/>
                <a:gd name="GluePoint1Y" fmla="*/ 35678 h 37836"/>
                <a:gd name="GluePoint2X" fmla="*/ 9396 w 47486"/>
                <a:gd name="GluePoint2Y" fmla="*/ 37836 h 37836"/>
                <a:gd name="GluePoint3X" fmla="*/ 14475 w 47486"/>
                <a:gd name="GluePoint3Y" fmla="*/ 33773 h 37836"/>
                <a:gd name="GluePoint4X" fmla="*/ 47487 w 47486"/>
                <a:gd name="GluePoint4Y" fmla="*/ 6856 h 37836"/>
                <a:gd name="GluePoint5X" fmla="*/ 39868 w 47486"/>
                <a:gd name="GluePoint5Y" fmla="*/ 6856 h 37836"/>
                <a:gd name="GluePoint6X" fmla="*/ 39462 w 47486"/>
                <a:gd name="GluePoint6Y" fmla="*/ 406 h 37836"/>
                <a:gd name="GluePoint7X" fmla="*/ 39868 w 47486"/>
                <a:gd name="GluePoint7Y" fmla="*/ 0 h 37836"/>
                <a:gd name="GluePoint8X" fmla="*/ 31489 w 47486"/>
                <a:gd name="GluePoint8Y" fmla="*/ 6729 h 37836"/>
                <a:gd name="GluePoint9X" fmla="*/ 0 w 47486"/>
                <a:gd name="GluePoint9Y" fmla="*/ 32123 h 37836"/>
                <a:gd name="GluePoint10X" fmla="*/ 0 w 47486"/>
                <a:gd name="GluePoint10Y" fmla="*/ 32123 h 37836"/>
                <a:gd name="GluePoint11X" fmla="*/ 3810 w 47486"/>
                <a:gd name="GluePoint11Y" fmla="*/ 30853 h 37836"/>
                <a:gd name="GluePoint12X" fmla="*/ 9371 w 47486"/>
                <a:gd name="GluePoint12Y" fmla="*/ 35398 h 37836"/>
                <a:gd name="GluePoint13X" fmla="*/ 9396 w 47486"/>
                <a:gd name="GluePoint13Y" fmla="*/ 35678 h 378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7200" bIns="-72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5" name="Freeform: Shape 724"/>
            <p:cNvSpPr/>
            <p:nvPr/>
          </p:nvSpPr>
          <p:spPr>
            <a:xfrm>
              <a:off x="8703360" y="1554840"/>
              <a:ext cx="222480" cy="182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182520"/>
                <a:gd name="textAreaBottom" fmla="*/ 182880 h 182520"/>
                <a:gd name="GluePoint1X" fmla="*/ 220312 w 222978"/>
                <a:gd name="GluePoint1Y" fmla="*/ 6474 h 183018"/>
                <a:gd name="GluePoint2X" fmla="*/ 221962 w 222978"/>
                <a:gd name="GluePoint2Y" fmla="*/ 3934 h 183018"/>
                <a:gd name="GluePoint3X" fmla="*/ 221962 w 222978"/>
                <a:gd name="GluePoint3Y" fmla="*/ 3934 h 183018"/>
                <a:gd name="GluePoint4X" fmla="*/ 221962 w 222978"/>
                <a:gd name="GluePoint4Y" fmla="*/ 2919 h 183018"/>
                <a:gd name="GluePoint5X" fmla="*/ 221962 w 222978"/>
                <a:gd name="GluePoint5Y" fmla="*/ 2030 h 183018"/>
                <a:gd name="GluePoint6X" fmla="*/ 221962 w 222978"/>
                <a:gd name="GluePoint6Y" fmla="*/ 1141 h 183018"/>
                <a:gd name="GluePoint7X" fmla="*/ 221962 w 222978"/>
                <a:gd name="GluePoint7Y" fmla="*/ 253 h 183018"/>
                <a:gd name="GluePoint8X" fmla="*/ 221962 w 222978"/>
                <a:gd name="GluePoint8Y" fmla="*/ 253 h 183018"/>
                <a:gd name="GluePoint9X" fmla="*/ 221962 w 222978"/>
                <a:gd name="GluePoint9Y" fmla="*/ 253 h 183018"/>
                <a:gd name="GluePoint10X" fmla="*/ 221074 w 222978"/>
                <a:gd name="GluePoint10Y" fmla="*/ 253 h 183018"/>
                <a:gd name="GluePoint11X" fmla="*/ 220058 w 222978"/>
                <a:gd name="GluePoint11Y" fmla="*/ 253 h 183018"/>
                <a:gd name="GluePoint12X" fmla="*/ 214979 w 222978"/>
                <a:gd name="GluePoint12Y" fmla="*/ 1268 h 183018"/>
                <a:gd name="GluePoint13X" fmla="*/ 206599 w 222978"/>
                <a:gd name="GluePoint13Y" fmla="*/ 7997 h 183018"/>
                <a:gd name="GluePoint14X" fmla="*/ 3450 w 222978"/>
                <a:gd name="GluePoint14Y" fmla="*/ 173055 h 183018"/>
                <a:gd name="GluePoint15X" fmla="*/ 1546 w 222978"/>
                <a:gd name="GluePoint15Y" fmla="*/ 174705 h 183018"/>
                <a:gd name="GluePoint16X" fmla="*/ 1139 w 222978"/>
                <a:gd name="GluePoint16Y" fmla="*/ 181155 h 183018"/>
                <a:gd name="GluePoint17X" fmla="*/ 1546 w 222978"/>
                <a:gd name="GluePoint17Y" fmla="*/ 181562 h 183018"/>
                <a:gd name="GluePoint18X" fmla="*/ 9164 w 222978"/>
                <a:gd name="GluePoint18Y" fmla="*/ 181562 h 183018"/>
                <a:gd name="GluePoint19X" fmla="*/ 222978 w 222978"/>
                <a:gd name="GluePoint19Y" fmla="*/ 7870 h 1830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6" name="Freeform: Shape 725"/>
            <p:cNvSpPr/>
            <p:nvPr/>
          </p:nvSpPr>
          <p:spPr>
            <a:xfrm>
              <a:off x="11305080" y="971280"/>
              <a:ext cx="9000" cy="543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54360"/>
                <a:gd name="textAreaBottom" fmla="*/ 54720 h 54360"/>
                <a:gd name="GluePoint1X" fmla="*/ 4042 w 9432"/>
                <a:gd name="GluePoint1Y" fmla="*/ 48248 h 54849"/>
                <a:gd name="GluePoint2X" fmla="*/ 9375 w 9432"/>
                <a:gd name="GluePoint2Y" fmla="*/ 53060 h 54849"/>
                <a:gd name="GluePoint3X" fmla="*/ 9375 w 9432"/>
                <a:gd name="GluePoint3Y" fmla="*/ 53199 h 54849"/>
                <a:gd name="GluePoint4X" fmla="*/ 9375 w 9432"/>
                <a:gd name="GluePoint4Y" fmla="*/ 2412 h 54849"/>
                <a:gd name="GluePoint5X" fmla="*/ 9375 w 9432"/>
                <a:gd name="GluePoint5Y" fmla="*/ 2412 h 54849"/>
                <a:gd name="GluePoint6X" fmla="*/ 9375 w 9432"/>
                <a:gd name="GluePoint6Y" fmla="*/ 1397 h 54849"/>
                <a:gd name="GluePoint7X" fmla="*/ 9375 w 9432"/>
                <a:gd name="GluePoint7Y" fmla="*/ 1397 h 54849"/>
                <a:gd name="GluePoint8X" fmla="*/ 9375 w 9432"/>
                <a:gd name="GluePoint8Y" fmla="*/ 762 h 54849"/>
                <a:gd name="GluePoint9X" fmla="*/ 9375 w 9432"/>
                <a:gd name="GluePoint9Y" fmla="*/ 0 h 54849"/>
                <a:gd name="GluePoint10X" fmla="*/ 9375 w 9432"/>
                <a:gd name="GluePoint10Y" fmla="*/ 0 h 54849"/>
                <a:gd name="GluePoint11X" fmla="*/ 8613 w 9432"/>
                <a:gd name="GluePoint11Y" fmla="*/ 0 h 54849"/>
                <a:gd name="GluePoint12X" fmla="*/ 7851 w 9432"/>
                <a:gd name="GluePoint12Y" fmla="*/ 0 h 54849"/>
                <a:gd name="GluePoint13X" fmla="*/ 6962 w 9432"/>
                <a:gd name="GluePoint13Y" fmla="*/ 0 h 54849"/>
                <a:gd name="GluePoint14X" fmla="*/ 5820 w 9432"/>
                <a:gd name="GluePoint14Y" fmla="*/ 0 h 54849"/>
                <a:gd name="GluePoint15X" fmla="*/ 4804 w 9432"/>
                <a:gd name="GluePoint15Y" fmla="*/ 0 h 54849"/>
                <a:gd name="GluePoint16X" fmla="*/ 3788 w 9432"/>
                <a:gd name="GluePoint16Y" fmla="*/ 0 h 54849"/>
                <a:gd name="GluePoint17X" fmla="*/ 2646 w 9432"/>
                <a:gd name="GluePoint17Y" fmla="*/ 0 h 54849"/>
                <a:gd name="GluePoint18X" fmla="*/ 233 w 9432"/>
                <a:gd name="GluePoint18Y" fmla="*/ 4063 h 54849"/>
                <a:gd name="GluePoint19X" fmla="*/ 233 w 9432"/>
                <a:gd name="GluePoint19Y" fmla="*/ 54850 h 54849"/>
                <a:gd name="GluePoint20X" fmla="*/ 3674 w 9432"/>
                <a:gd name="GluePoint20Y" fmla="*/ 48349 h 54849"/>
                <a:gd name="GluePoint21X" fmla="*/ 4042 w 9432"/>
                <a:gd name="GluePoint21Y" fmla="*/ 48248 h 548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720" bIns="97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7" name="Freeform: Shape 726"/>
            <p:cNvSpPr/>
            <p:nvPr/>
          </p:nvSpPr>
          <p:spPr>
            <a:xfrm>
              <a:off x="11515320" y="1184400"/>
              <a:ext cx="8640" cy="19368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93680"/>
                <a:gd name="textAreaBottom" fmla="*/ 194040 h 193680"/>
                <a:gd name="GluePoint1X" fmla="*/ 3467 w 9179"/>
                <a:gd name="GluePoint1Y" fmla="*/ 0 h 194180"/>
                <a:gd name="GluePoint2X" fmla="*/ 2451 w 9179"/>
                <a:gd name="GluePoint2Y" fmla="*/ 0 h 194180"/>
                <a:gd name="GluePoint3X" fmla="*/ 38 w 9179"/>
                <a:gd name="GluePoint3Y" fmla="*/ 4063 h 194180"/>
                <a:gd name="GluePoint4X" fmla="*/ 38 w 9179"/>
                <a:gd name="GluePoint4Y" fmla="*/ 190831 h 194180"/>
                <a:gd name="GluePoint5X" fmla="*/ 38 w 9179"/>
                <a:gd name="GluePoint5Y" fmla="*/ 190831 h 194180"/>
                <a:gd name="GluePoint6X" fmla="*/ 38 w 9179"/>
                <a:gd name="GluePoint6Y" fmla="*/ 191847 h 194180"/>
                <a:gd name="GluePoint7X" fmla="*/ 38 w 9179"/>
                <a:gd name="GluePoint7Y" fmla="*/ 192609 h 194180"/>
                <a:gd name="GluePoint8X" fmla="*/ 38 w 9179"/>
                <a:gd name="GluePoint8Y" fmla="*/ 193371 h 194180"/>
                <a:gd name="GluePoint9X" fmla="*/ 38 w 9179"/>
                <a:gd name="GluePoint9Y" fmla="*/ 194133 h 194180"/>
                <a:gd name="GluePoint10X" fmla="*/ 800 w 9179"/>
                <a:gd name="GluePoint10Y" fmla="*/ 194133 h 194180"/>
                <a:gd name="GluePoint11X" fmla="*/ 1816 w 9179"/>
                <a:gd name="GluePoint11Y" fmla="*/ 194133 h 194180"/>
                <a:gd name="GluePoint12X" fmla="*/ 3720 w 9179"/>
                <a:gd name="GluePoint12Y" fmla="*/ 194133 h 194180"/>
                <a:gd name="GluePoint13X" fmla="*/ 9180 w 9179"/>
                <a:gd name="GluePoint13Y" fmla="*/ 189308 h 194180"/>
                <a:gd name="GluePoint14X" fmla="*/ 9180 w 9179"/>
                <a:gd name="GluePoint14Y" fmla="*/ 4571 h 194180"/>
                <a:gd name="GluePoint15X" fmla="*/ 9180 w 9179"/>
                <a:gd name="GluePoint15Y" fmla="*/ 3809 h 194180"/>
                <a:gd name="GluePoint16X" fmla="*/ 9180 w 9179"/>
                <a:gd name="GluePoint16Y" fmla="*/ 2793 h 194180"/>
                <a:gd name="GluePoint17X" fmla="*/ 8545 w 9179"/>
                <a:gd name="GluePoint17Y" fmla="*/ 1778 h 194180"/>
                <a:gd name="GluePoint18X" fmla="*/ 8545 w 9179"/>
                <a:gd name="GluePoint18Y" fmla="*/ 1778 h 194180"/>
                <a:gd name="GluePoint19X" fmla="*/ 7403 w 9179"/>
                <a:gd name="GluePoint19Y" fmla="*/ 1016 h 194180"/>
                <a:gd name="GluePoint20X" fmla="*/ 7403 w 9179"/>
                <a:gd name="GluePoint20Y" fmla="*/ 1016 h 194180"/>
                <a:gd name="GluePoint21X" fmla="*/ 6260 w 9179"/>
                <a:gd name="GluePoint21Y" fmla="*/ 1016 h 194180"/>
                <a:gd name="GluePoint22X" fmla="*/ 5371 w 9179"/>
                <a:gd name="GluePoint22Y" fmla="*/ 1016 h 194180"/>
                <a:gd name="GluePoint23X" fmla="*/ 4229 w 9179"/>
                <a:gd name="GluePoint23Y" fmla="*/ 1016 h 1941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8" name="Freeform: Shape 727"/>
            <p:cNvSpPr/>
            <p:nvPr/>
          </p:nvSpPr>
          <p:spPr>
            <a:xfrm>
              <a:off x="11516760" y="896400"/>
              <a:ext cx="308880" cy="274680"/>
            </a:xfrm>
            <a:custGeom>
              <a:avLst/>
              <a:gdLst>
                <a:gd name="textAreaLeft" fmla="*/ 0 w 308880"/>
                <a:gd name="textAreaRight" fmla="*/ 309240 w 308880"/>
                <a:gd name="textAreaTop" fmla="*/ 0 h 274680"/>
                <a:gd name="textAreaBottom" fmla="*/ 275040 h 274680"/>
                <a:gd name="GluePoint1X" fmla="*/ 301090 w 309342"/>
                <a:gd name="GluePoint1Y" fmla="*/ 6856 h 275010"/>
                <a:gd name="GluePoint2X" fmla="*/ 300683 w 309342"/>
                <a:gd name="GluePoint2Y" fmla="*/ 406 h 275010"/>
                <a:gd name="GluePoint3X" fmla="*/ 301090 w 309342"/>
                <a:gd name="GluePoint3Y" fmla="*/ 0 h 275010"/>
                <a:gd name="GluePoint4X" fmla="*/ 299566 w 309342"/>
                <a:gd name="GluePoint4Y" fmla="*/ 1397 h 275010"/>
                <a:gd name="GluePoint5X" fmla="*/ 48 w 309342"/>
                <a:gd name="GluePoint5Y" fmla="*/ 268662 h 275010"/>
                <a:gd name="GluePoint6X" fmla="*/ 48 w 309342"/>
                <a:gd name="GluePoint6Y" fmla="*/ 268662 h 275010"/>
                <a:gd name="GluePoint7X" fmla="*/ 48 w 309342"/>
                <a:gd name="GluePoint7Y" fmla="*/ 269551 h 275010"/>
                <a:gd name="GluePoint8X" fmla="*/ 48 w 309342"/>
                <a:gd name="GluePoint8Y" fmla="*/ 270313 h 275010"/>
                <a:gd name="GluePoint9X" fmla="*/ 48 w 309342"/>
                <a:gd name="GluePoint9Y" fmla="*/ 271202 h 275010"/>
                <a:gd name="GluePoint10X" fmla="*/ 48 w 309342"/>
                <a:gd name="GluePoint10Y" fmla="*/ 272217 h 275010"/>
                <a:gd name="GluePoint11X" fmla="*/ 48 w 309342"/>
                <a:gd name="GluePoint11Y" fmla="*/ 273233 h 275010"/>
                <a:gd name="GluePoint12X" fmla="*/ 48 w 309342"/>
                <a:gd name="GluePoint12Y" fmla="*/ 273995 h 275010"/>
                <a:gd name="GluePoint13X" fmla="*/ 809 w 309342"/>
                <a:gd name="GluePoint13Y" fmla="*/ 275011 h 275010"/>
                <a:gd name="GluePoint14X" fmla="*/ 809 w 309342"/>
                <a:gd name="GluePoint14Y" fmla="*/ 275011 h 275010"/>
                <a:gd name="GluePoint15X" fmla="*/ 809 w 309342"/>
                <a:gd name="GluePoint15Y" fmla="*/ 275011 h 275010"/>
                <a:gd name="GluePoint16X" fmla="*/ 1698 w 309342"/>
                <a:gd name="GluePoint16Y" fmla="*/ 275011 h 275010"/>
                <a:gd name="GluePoint17X" fmla="*/ 2587 w 309342"/>
                <a:gd name="GluePoint17Y" fmla="*/ 275011 h 275010"/>
                <a:gd name="GluePoint18X" fmla="*/ 4491 w 309342"/>
                <a:gd name="GluePoint18Y" fmla="*/ 275011 h 275010"/>
                <a:gd name="GluePoint19X" fmla="*/ 8301 w 309342"/>
                <a:gd name="GluePoint19Y" fmla="*/ 273614 h 275010"/>
                <a:gd name="GluePoint20X" fmla="*/ 14522 w 309342"/>
                <a:gd name="GluePoint20Y" fmla="*/ 268027 h 275010"/>
                <a:gd name="GluePoint21X" fmla="*/ 309342 w 309342"/>
                <a:gd name="GluePoint21Y" fmla="*/ 4825 h 275010"/>
                <a:gd name="GluePoint22X" fmla="*/ 301724 w 309342"/>
                <a:gd name="GluePoint22Y" fmla="*/ 4825 h 2750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59" name="Freeform: Shape 728"/>
            <p:cNvSpPr/>
            <p:nvPr/>
          </p:nvSpPr>
          <p:spPr>
            <a:xfrm>
              <a:off x="11816280" y="642960"/>
              <a:ext cx="291960" cy="261000"/>
            </a:xfrm>
            <a:custGeom>
              <a:avLst/>
              <a:gdLst>
                <a:gd name="textAreaLeft" fmla="*/ 0 w 291960"/>
                <a:gd name="textAreaRight" fmla="*/ 292320 w 291960"/>
                <a:gd name="textAreaTop" fmla="*/ 0 h 261000"/>
                <a:gd name="textAreaBottom" fmla="*/ 261360 h 261000"/>
                <a:gd name="GluePoint1X" fmla="*/ 1545 w 292332"/>
                <a:gd name="GluePoint1Y" fmla="*/ 252918 h 261326"/>
                <a:gd name="GluePoint2X" fmla="*/ 1139 w 292332"/>
                <a:gd name="GluePoint2Y" fmla="*/ 259368 h 261326"/>
                <a:gd name="GluePoint3X" fmla="*/ 1545 w 292332"/>
                <a:gd name="GluePoint3Y" fmla="*/ 259774 h 261326"/>
                <a:gd name="GluePoint4X" fmla="*/ 9163 w 292332"/>
                <a:gd name="GluePoint4Y" fmla="*/ 259774 h 261326"/>
                <a:gd name="GluePoint5X" fmla="*/ 9163 w 292332"/>
                <a:gd name="GluePoint5Y" fmla="*/ 259774 h 261326"/>
                <a:gd name="GluePoint6X" fmla="*/ 288493 w 292332"/>
                <a:gd name="GluePoint6Y" fmla="*/ 10284 h 261326"/>
                <a:gd name="GluePoint7X" fmla="*/ 290779 w 292332"/>
                <a:gd name="GluePoint7Y" fmla="*/ 8253 h 261326"/>
                <a:gd name="GluePoint8X" fmla="*/ 291122 w 292332"/>
                <a:gd name="GluePoint8Y" fmla="*/ 1612 h 261326"/>
                <a:gd name="GluePoint9X" fmla="*/ 290779 w 292332"/>
                <a:gd name="GluePoint9Y" fmla="*/ 1270 h 261326"/>
                <a:gd name="GluePoint10X" fmla="*/ 287859 w 292332"/>
                <a:gd name="GluePoint10Y" fmla="*/ 0 h 261326"/>
                <a:gd name="GluePoint11X" fmla="*/ 285827 w 292332"/>
                <a:gd name="GluePoint11Y" fmla="*/ 0 h 261326"/>
                <a:gd name="GluePoint12X" fmla="*/ 284685 w 292332"/>
                <a:gd name="GluePoint12Y" fmla="*/ 0 h 261326"/>
                <a:gd name="GluePoint13X" fmla="*/ 283796 w 292332"/>
                <a:gd name="GluePoint13Y" fmla="*/ 0 h 261326"/>
                <a:gd name="GluePoint14X" fmla="*/ 11576 w 292332"/>
                <a:gd name="GluePoint14Y" fmla="*/ 243396 h 261326"/>
                <a:gd name="GluePoint15X" fmla="*/ 2307 w 292332"/>
                <a:gd name="GluePoint15Y" fmla="*/ 251522 h 2613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0" name="Freeform: Shape 729"/>
            <p:cNvSpPr/>
            <p:nvPr/>
          </p:nvSpPr>
          <p:spPr>
            <a:xfrm>
              <a:off x="10534320" y="1541520"/>
              <a:ext cx="103680" cy="29160"/>
            </a:xfrm>
            <a:custGeom>
              <a:avLst/>
              <a:gdLst>
                <a:gd name="textAreaLeft" fmla="*/ 0 w 103680"/>
                <a:gd name="textAreaRight" fmla="*/ 104040 w 103680"/>
                <a:gd name="textAreaTop" fmla="*/ 0 h 29160"/>
                <a:gd name="textAreaBottom" fmla="*/ 29520 h 29160"/>
                <a:gd name="GluePoint1X" fmla="*/ 97733 w 104208"/>
                <a:gd name="GluePoint1Y" fmla="*/ 24272 h 29604"/>
                <a:gd name="GluePoint2X" fmla="*/ 104094 w 104208"/>
                <a:gd name="GluePoint2Y" fmla="*/ 20552 h 29604"/>
                <a:gd name="GluePoint3X" fmla="*/ 104208 w 104208"/>
                <a:gd name="GluePoint3Y" fmla="*/ 20590 h 29604"/>
                <a:gd name="GluePoint4X" fmla="*/ 97605 w 104208"/>
                <a:gd name="GluePoint4Y" fmla="*/ 19193 h 29604"/>
                <a:gd name="GluePoint5X" fmla="*/ 6569 w 104208"/>
                <a:gd name="GluePoint5Y" fmla="*/ 148 h 29604"/>
                <a:gd name="GluePoint6X" fmla="*/ 6569 w 104208"/>
                <a:gd name="GluePoint6Y" fmla="*/ 148 h 29604"/>
                <a:gd name="GluePoint7X" fmla="*/ 94 w 104208"/>
                <a:gd name="GluePoint7Y" fmla="*/ 3830 h 29604"/>
                <a:gd name="GluePoint8X" fmla="*/ 4107 w 104208"/>
                <a:gd name="GluePoint8Y" fmla="*/ 9785 h 29604"/>
                <a:gd name="GluePoint9X" fmla="*/ 4157 w 104208"/>
                <a:gd name="GluePoint9Y" fmla="*/ 9798 h 29604"/>
                <a:gd name="GluePoint10X" fmla="*/ 4157 w 104208"/>
                <a:gd name="GluePoint10Y" fmla="*/ 9798 h 29604"/>
                <a:gd name="GluePoint11X" fmla="*/ 6697 w 104208"/>
                <a:gd name="GluePoint11Y" fmla="*/ 9798 h 29604"/>
                <a:gd name="GluePoint12X" fmla="*/ 101541 w 104208"/>
                <a:gd name="GluePoint12Y" fmla="*/ 29605 h 29604"/>
                <a:gd name="GluePoint13X" fmla="*/ 97733 w 104208"/>
                <a:gd name="GluePoint13Y" fmla="*/ 24272 h 29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5480" bIns="-154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1" name="Freeform: Shape 730"/>
            <p:cNvSpPr/>
            <p:nvPr/>
          </p:nvSpPr>
          <p:spPr>
            <a:xfrm>
              <a:off x="9829080" y="2365560"/>
              <a:ext cx="171720" cy="141120"/>
            </a:xfrm>
            <a:custGeom>
              <a:avLst/>
              <a:gdLst>
                <a:gd name="textAreaLeft" fmla="*/ 0 w 171720"/>
                <a:gd name="textAreaRight" fmla="*/ 172080 w 171720"/>
                <a:gd name="textAreaTop" fmla="*/ 0 h 141120"/>
                <a:gd name="textAreaBottom" fmla="*/ 141480 h 141120"/>
                <a:gd name="GluePoint1X" fmla="*/ 385 w 171966"/>
                <a:gd name="GluePoint1Y" fmla="*/ 138999 h 141412"/>
                <a:gd name="GluePoint2X" fmla="*/ 385 w 171966"/>
                <a:gd name="GluePoint2Y" fmla="*/ 140015 h 141412"/>
                <a:gd name="GluePoint3X" fmla="*/ 385 w 171966"/>
                <a:gd name="GluePoint3Y" fmla="*/ 140777 h 141412"/>
                <a:gd name="GluePoint4X" fmla="*/ 385 w 171966"/>
                <a:gd name="GluePoint4Y" fmla="*/ 140777 h 141412"/>
                <a:gd name="GluePoint5X" fmla="*/ 385 w 171966"/>
                <a:gd name="GluePoint5Y" fmla="*/ 140777 h 141412"/>
                <a:gd name="GluePoint6X" fmla="*/ 1401 w 171966"/>
                <a:gd name="GluePoint6Y" fmla="*/ 141412 h 141412"/>
                <a:gd name="GluePoint7X" fmla="*/ 2290 w 171966"/>
                <a:gd name="GluePoint7Y" fmla="*/ 141412 h 141412"/>
                <a:gd name="GluePoint8X" fmla="*/ 4195 w 171966"/>
                <a:gd name="GluePoint8Y" fmla="*/ 141412 h 141412"/>
                <a:gd name="GluePoint9X" fmla="*/ 7749 w 171966"/>
                <a:gd name="GluePoint9Y" fmla="*/ 140142 h 141412"/>
                <a:gd name="GluePoint10X" fmla="*/ 14859 w 171966"/>
                <a:gd name="GluePoint10Y" fmla="*/ 134428 h 141412"/>
                <a:gd name="GluePoint11X" fmla="*/ 170523 w 171966"/>
                <a:gd name="GluePoint11Y" fmla="*/ 7461 h 141412"/>
                <a:gd name="GluePoint12X" fmla="*/ 171919 w 171966"/>
                <a:gd name="GluePoint12Y" fmla="*/ 5430 h 141412"/>
                <a:gd name="GluePoint13X" fmla="*/ 171919 w 171966"/>
                <a:gd name="GluePoint13Y" fmla="*/ 4668 h 141412"/>
                <a:gd name="GluePoint14X" fmla="*/ 171919 w 171966"/>
                <a:gd name="GluePoint14Y" fmla="*/ 3652 h 141412"/>
                <a:gd name="GluePoint15X" fmla="*/ 171919 w 171966"/>
                <a:gd name="GluePoint15Y" fmla="*/ 2763 h 141412"/>
                <a:gd name="GluePoint16X" fmla="*/ 171919 w 171966"/>
                <a:gd name="GluePoint16Y" fmla="*/ 1875 h 141412"/>
                <a:gd name="GluePoint17X" fmla="*/ 171919 w 171966"/>
                <a:gd name="GluePoint17Y" fmla="*/ 986 h 141412"/>
                <a:gd name="GluePoint18X" fmla="*/ 171919 w 171966"/>
                <a:gd name="GluePoint18Y" fmla="*/ 986 h 141412"/>
                <a:gd name="GluePoint19X" fmla="*/ 171919 w 171966"/>
                <a:gd name="GluePoint19Y" fmla="*/ 986 h 141412"/>
                <a:gd name="GluePoint20X" fmla="*/ 171030 w 171966"/>
                <a:gd name="GluePoint20Y" fmla="*/ 351 h 141412"/>
                <a:gd name="GluePoint21X" fmla="*/ 170141 w 171966"/>
                <a:gd name="GluePoint21Y" fmla="*/ 351 h 141412"/>
                <a:gd name="GluePoint22X" fmla="*/ 164555 w 171966"/>
                <a:gd name="GluePoint22Y" fmla="*/ 1240 h 141412"/>
                <a:gd name="GluePoint23X" fmla="*/ 157445 w 171966"/>
                <a:gd name="GluePoint23Y" fmla="*/ 6954 h 141412"/>
                <a:gd name="GluePoint24X" fmla="*/ 1908 w 171966"/>
                <a:gd name="GluePoint24Y" fmla="*/ 133921 h 141412"/>
                <a:gd name="GluePoint25X" fmla="*/ 1908 w 171966"/>
                <a:gd name="GluePoint25Y" fmla="*/ 133921 h 141412"/>
                <a:gd name="GluePoint26X" fmla="*/ 1274 w 171966"/>
                <a:gd name="GluePoint26Y" fmla="*/ 134682 h 141412"/>
                <a:gd name="GluePoint27X" fmla="*/ 1274 w 171966"/>
                <a:gd name="GluePoint27Y" fmla="*/ 134682 h 141412"/>
                <a:gd name="GluePoint28X" fmla="*/ 1274 w 171966"/>
                <a:gd name="GluePoint28Y" fmla="*/ 134682 h 141412"/>
                <a:gd name="GluePoint29X" fmla="*/ 1274 w 171966"/>
                <a:gd name="GluePoint29Y" fmla="*/ 135444 h 141412"/>
                <a:gd name="GluePoint30X" fmla="*/ 1274 w 171966"/>
                <a:gd name="GluePoint30Y" fmla="*/ 136333 h 141412"/>
                <a:gd name="GluePoint31X" fmla="*/ 1274 w 171966"/>
                <a:gd name="GluePoint31Y" fmla="*/ 136333 h 141412"/>
                <a:gd name="GluePoint32X" fmla="*/ 42 w 171966"/>
                <a:gd name="GluePoint32Y" fmla="*/ 138313 h 141412"/>
                <a:gd name="GluePoint33X" fmla="*/ 385 w 171966"/>
                <a:gd name="GluePoint33Y" fmla="*/ 138999 h 1414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</a:cxnLst>
              <a:rect l="textAreaLeft" t="textAreaTop" r="textAreaRight" b="textAreaBottom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2" name="Freeform: Shape 731"/>
            <p:cNvSpPr/>
            <p:nvPr/>
          </p:nvSpPr>
          <p:spPr>
            <a:xfrm>
              <a:off x="11280240" y="2739960"/>
              <a:ext cx="9360" cy="9072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90720"/>
                <a:gd name="textAreaBottom" fmla="*/ 91080 h 90720"/>
                <a:gd name="GluePoint1X" fmla="*/ 4745 w 9872"/>
                <a:gd name="GluePoint1Y" fmla="*/ 5 h 91046"/>
                <a:gd name="GluePoint2X" fmla="*/ 3730 w 9872"/>
                <a:gd name="GluePoint2Y" fmla="*/ 5 h 91046"/>
                <a:gd name="GluePoint3X" fmla="*/ 2587 w 9872"/>
                <a:gd name="GluePoint3Y" fmla="*/ 5 h 91046"/>
                <a:gd name="GluePoint4X" fmla="*/ 1698 w 9872"/>
                <a:gd name="GluePoint4Y" fmla="*/ 5 h 91046"/>
                <a:gd name="GluePoint5X" fmla="*/ 809 w 9872"/>
                <a:gd name="GluePoint5Y" fmla="*/ 5 h 91046"/>
                <a:gd name="GluePoint6X" fmla="*/ 48 w 9872"/>
                <a:gd name="GluePoint6Y" fmla="*/ 5 h 91046"/>
                <a:gd name="GluePoint7X" fmla="*/ 48 w 9872"/>
                <a:gd name="GluePoint7Y" fmla="*/ 894 h 91046"/>
                <a:gd name="GluePoint8X" fmla="*/ 48 w 9872"/>
                <a:gd name="GluePoint8Y" fmla="*/ 1656 h 91046"/>
                <a:gd name="GluePoint9X" fmla="*/ 48 w 9872"/>
                <a:gd name="GluePoint9Y" fmla="*/ 2672 h 91046"/>
                <a:gd name="GluePoint10X" fmla="*/ 48 w 9872"/>
                <a:gd name="GluePoint10Y" fmla="*/ 3433 h 91046"/>
                <a:gd name="GluePoint11X" fmla="*/ 48 w 9872"/>
                <a:gd name="GluePoint11Y" fmla="*/ 86089 h 91046"/>
                <a:gd name="GluePoint12X" fmla="*/ 5495 w 9872"/>
                <a:gd name="GluePoint12Y" fmla="*/ 91041 h 91046"/>
                <a:gd name="GluePoint13X" fmla="*/ 5507 w 9872"/>
                <a:gd name="GluePoint13Y" fmla="*/ 91041 h 91046"/>
                <a:gd name="GluePoint14X" fmla="*/ 9190 w 9872"/>
                <a:gd name="GluePoint14Y" fmla="*/ 89644 h 91046"/>
                <a:gd name="GluePoint15X" fmla="*/ 9190 w 9872"/>
                <a:gd name="GluePoint15Y" fmla="*/ 88882 h 91046"/>
                <a:gd name="GluePoint16X" fmla="*/ 9824 w 9872"/>
                <a:gd name="GluePoint16Y" fmla="*/ 88120 h 91046"/>
                <a:gd name="GluePoint17X" fmla="*/ 9824 w 9872"/>
                <a:gd name="GluePoint17Y" fmla="*/ 87358 h 91046"/>
                <a:gd name="GluePoint18X" fmla="*/ 9824 w 9872"/>
                <a:gd name="GluePoint18Y" fmla="*/ 86216 h 91046"/>
                <a:gd name="GluePoint19X" fmla="*/ 9824 w 9872"/>
                <a:gd name="GluePoint19Y" fmla="*/ 86216 h 91046"/>
                <a:gd name="GluePoint20X" fmla="*/ 9824 w 9872"/>
                <a:gd name="GluePoint20Y" fmla="*/ 3560 h 91046"/>
                <a:gd name="GluePoint21X" fmla="*/ 4745 w 9872"/>
                <a:gd name="GluePoint21Y" fmla="*/ 5 h 910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3" name="Freeform: Shape 734"/>
            <p:cNvSpPr/>
            <p:nvPr/>
          </p:nvSpPr>
          <p:spPr>
            <a:xfrm>
              <a:off x="9464400" y="412560"/>
              <a:ext cx="267840" cy="87840"/>
            </a:xfrm>
            <a:custGeom>
              <a:avLst/>
              <a:gdLst>
                <a:gd name="textAreaLeft" fmla="*/ 0 w 267840"/>
                <a:gd name="textAreaRight" fmla="*/ 268200 w 267840"/>
                <a:gd name="textAreaTop" fmla="*/ 0 h 87840"/>
                <a:gd name="textAreaBottom" fmla="*/ 88200 h 87840"/>
                <a:gd name="GluePoint1X" fmla="*/ 3068 w 268050"/>
                <a:gd name="GluePoint1Y" fmla="*/ 9396 h 88369"/>
                <a:gd name="GluePoint2X" fmla="*/ 5988 w 268050"/>
                <a:gd name="GluePoint2Y" fmla="*/ 10284 h 88369"/>
                <a:gd name="GluePoint3X" fmla="*/ 264622 w 268050"/>
                <a:gd name="GluePoint3Y" fmla="*/ 88369 h 88369"/>
                <a:gd name="GluePoint4X" fmla="*/ 261156 w 268050"/>
                <a:gd name="GluePoint4Y" fmla="*/ 82287 h 88369"/>
                <a:gd name="GluePoint5X" fmla="*/ 261194 w 268050"/>
                <a:gd name="GluePoint5Y" fmla="*/ 82148 h 88369"/>
                <a:gd name="GluePoint6X" fmla="*/ 268051 w 268050"/>
                <a:gd name="GluePoint6Y" fmla="*/ 79101 h 88369"/>
                <a:gd name="GluePoint7X" fmla="*/ 260941 w 268050"/>
                <a:gd name="GluePoint7Y" fmla="*/ 76942 h 88369"/>
                <a:gd name="GluePoint8X" fmla="*/ 7004 w 268050"/>
                <a:gd name="GluePoint8Y" fmla="*/ 0 h 88369"/>
                <a:gd name="GluePoint9X" fmla="*/ 4210 w 268050"/>
                <a:gd name="GluePoint9Y" fmla="*/ 0 h 88369"/>
                <a:gd name="GluePoint10X" fmla="*/ 3321 w 268050"/>
                <a:gd name="GluePoint10Y" fmla="*/ 0 h 88369"/>
                <a:gd name="GluePoint11X" fmla="*/ 2306 w 268050"/>
                <a:gd name="GluePoint11Y" fmla="*/ 0 h 88369"/>
                <a:gd name="GluePoint12X" fmla="*/ 656 w 268050"/>
                <a:gd name="GluePoint12Y" fmla="*/ 6437 h 88369"/>
                <a:gd name="GluePoint13X" fmla="*/ 3703 w 268050"/>
                <a:gd name="GluePoint13Y" fmla="*/ 8634 h 883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3200" bIns="432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4" name="Freeform: Shape 735"/>
            <p:cNvSpPr/>
            <p:nvPr/>
          </p:nvSpPr>
          <p:spPr>
            <a:xfrm>
              <a:off x="9725400" y="491400"/>
              <a:ext cx="129240" cy="4536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45360"/>
                <a:gd name="textAreaBottom" fmla="*/ 45720 h 45360"/>
                <a:gd name="GluePoint1X" fmla="*/ 218 w 129435"/>
                <a:gd name="GluePoint1Y" fmla="*/ 3551 h 45579"/>
                <a:gd name="GluePoint2X" fmla="*/ 3507 w 129435"/>
                <a:gd name="GluePoint2Y" fmla="*/ 9735 h 45579"/>
                <a:gd name="GluePoint3X" fmla="*/ 3646 w 129435"/>
                <a:gd name="GluePoint3Y" fmla="*/ 9773 h 45579"/>
                <a:gd name="GluePoint4X" fmla="*/ 122361 w 129435"/>
                <a:gd name="GluePoint4Y" fmla="*/ 45578 h 45579"/>
                <a:gd name="GluePoint5X" fmla="*/ 124012 w 129435"/>
                <a:gd name="GluePoint5Y" fmla="*/ 45578 h 45579"/>
                <a:gd name="GluePoint6X" fmla="*/ 129218 w 129435"/>
                <a:gd name="GluePoint6Y" fmla="*/ 42150 h 45579"/>
                <a:gd name="GluePoint7X" fmla="*/ 125929 w 129435"/>
                <a:gd name="GluePoint7Y" fmla="*/ 35966 h 45579"/>
                <a:gd name="GluePoint8X" fmla="*/ 125789 w 129435"/>
                <a:gd name="GluePoint8Y" fmla="*/ 35928 h 45579"/>
                <a:gd name="GluePoint9X" fmla="*/ 122742 w 129435"/>
                <a:gd name="GluePoint9Y" fmla="*/ 35039 h 45579"/>
                <a:gd name="GluePoint10X" fmla="*/ 10756 w 129435"/>
                <a:gd name="GluePoint10Y" fmla="*/ 1266 h 45579"/>
                <a:gd name="GluePoint11X" fmla="*/ 7074 w 129435"/>
                <a:gd name="GluePoint11Y" fmla="*/ 250 h 45579"/>
                <a:gd name="GluePoint12X" fmla="*/ 218 w 129435"/>
                <a:gd name="GluePoint12Y" fmla="*/ 3551 h 455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720" bIns="7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5" name="Freeform 786"/>
            <p:cNvSpPr/>
            <p:nvPr/>
          </p:nvSpPr>
          <p:spPr>
            <a:xfrm>
              <a:off x="8100720" y="-12600"/>
              <a:ext cx="849240" cy="253800"/>
            </a:xfrm>
            <a:custGeom>
              <a:avLst/>
              <a:gdLst>
                <a:gd name="textAreaLeft" fmla="*/ 0 w 849240"/>
                <a:gd name="textAreaRight" fmla="*/ 849600 w 849240"/>
                <a:gd name="textAreaTop" fmla="*/ 0 h 253800"/>
                <a:gd name="textAreaBottom" fmla="*/ 254160 h 253800"/>
                <a:gd name="GluePoint1X" fmla="*/ 0 w 849448"/>
                <a:gd name="GluePoint1Y" fmla="*/ 0 h 254177"/>
                <a:gd name="GluePoint2X" fmla="*/ 34179 w 849448"/>
                <a:gd name="GluePoint2Y" fmla="*/ 0 h 254177"/>
                <a:gd name="GluePoint3X" fmla="*/ 847575 w 849448"/>
                <a:gd name="GluePoint3Y" fmla="*/ 245922 h 254177"/>
                <a:gd name="GluePoint4X" fmla="*/ 848591 w 849448"/>
                <a:gd name="GluePoint4Y" fmla="*/ 245922 h 254177"/>
                <a:gd name="GluePoint5X" fmla="*/ 849352 w 849448"/>
                <a:gd name="GluePoint5Y" fmla="*/ 245922 h 254177"/>
                <a:gd name="GluePoint6X" fmla="*/ 849352 w 849448"/>
                <a:gd name="GluePoint6Y" fmla="*/ 246684 h 254177"/>
                <a:gd name="GluePoint7X" fmla="*/ 849352 w 849448"/>
                <a:gd name="GluePoint7Y" fmla="*/ 247446 h 254177"/>
                <a:gd name="GluePoint8X" fmla="*/ 849352 w 849448"/>
                <a:gd name="GluePoint8Y" fmla="*/ 248335 h 254177"/>
                <a:gd name="GluePoint9X" fmla="*/ 849352 w 849448"/>
                <a:gd name="GluePoint9Y" fmla="*/ 249097 h 254177"/>
                <a:gd name="GluePoint10X" fmla="*/ 849352 w 849448"/>
                <a:gd name="GluePoint10Y" fmla="*/ 250747 h 254177"/>
                <a:gd name="GluePoint11X" fmla="*/ 844273 w 849448"/>
                <a:gd name="GluePoint11Y" fmla="*/ 254175 h 254177"/>
                <a:gd name="GluePoint12X" fmla="*/ 842623 w 849448"/>
                <a:gd name="GluePoint12Y" fmla="*/ 254175 h 254177"/>
                <a:gd name="GluePoint13X" fmla="*/ 838814 w 849448"/>
                <a:gd name="GluePoint13Y" fmla="*/ 253033 h 254177"/>
                <a:gd name="GluePoint14X" fmla="*/ 835385 w 849448"/>
                <a:gd name="GluePoint14Y" fmla="*/ 252398 h 2541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6" name="Freeform: Shape 750"/>
            <p:cNvSpPr/>
            <p:nvPr/>
          </p:nvSpPr>
          <p:spPr>
            <a:xfrm>
              <a:off x="4127400" y="49320"/>
              <a:ext cx="10440" cy="1076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7640"/>
                <a:gd name="textAreaBottom" fmla="*/ 108000 h 107640"/>
                <a:gd name="GluePoint1X" fmla="*/ 10792 w 10792"/>
                <a:gd name="GluePoint1Y" fmla="*/ 0 h 108112"/>
                <a:gd name="GluePoint2X" fmla="*/ 4571 w 10792"/>
                <a:gd name="GluePoint2Y" fmla="*/ 4571 h 108112"/>
                <a:gd name="GluePoint3X" fmla="*/ 0 w 10792"/>
                <a:gd name="GluePoint3Y" fmla="*/ 0 h 108112"/>
                <a:gd name="GluePoint4X" fmla="*/ 0 w 10792"/>
                <a:gd name="GluePoint4Y" fmla="*/ 103478 h 108112"/>
                <a:gd name="GluePoint5X" fmla="*/ 6221 w 10792"/>
                <a:gd name="GluePoint5Y" fmla="*/ 108049 h 108112"/>
                <a:gd name="GluePoint6X" fmla="*/ 10792 w 10792"/>
                <a:gd name="GluePoint6Y" fmla="*/ 103478 h 108112"/>
                <a:gd name="GluePoint7X" fmla="*/ 10792 w 10792"/>
                <a:gd name="GluePoint7Y" fmla="*/ 0 h 108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7" name="Freeform: Shape 751"/>
            <p:cNvSpPr/>
            <p:nvPr/>
          </p:nvSpPr>
          <p:spPr>
            <a:xfrm>
              <a:off x="8661600" y="175968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  <a:gd name="GluePoint1X" fmla="*/ 4828 w 9272"/>
                <a:gd name="GluePoint1Y" fmla="*/ 47492 h 47491"/>
                <a:gd name="GluePoint2X" fmla="*/ 4828 w 9272"/>
                <a:gd name="GluePoint2Y" fmla="*/ 47492 h 47491"/>
                <a:gd name="GluePoint3X" fmla="*/ 7621 w 9272"/>
                <a:gd name="GluePoint3Y" fmla="*/ 46730 h 47491"/>
                <a:gd name="GluePoint4X" fmla="*/ 7621 w 9272"/>
                <a:gd name="GluePoint4Y" fmla="*/ 46730 h 47491"/>
                <a:gd name="GluePoint5X" fmla="*/ 9272 w 9272"/>
                <a:gd name="GluePoint5Y" fmla="*/ 44572 h 47491"/>
                <a:gd name="GluePoint6X" fmla="*/ 9272 w 9272"/>
                <a:gd name="GluePoint6Y" fmla="*/ 43810 h 47491"/>
                <a:gd name="GluePoint7X" fmla="*/ 9272 w 9272"/>
                <a:gd name="GluePoint7Y" fmla="*/ 42921 h 47491"/>
                <a:gd name="GluePoint8X" fmla="*/ 9272 w 9272"/>
                <a:gd name="GluePoint8Y" fmla="*/ 4831 h 47491"/>
                <a:gd name="GluePoint9X" fmla="*/ 3952 w 9272"/>
                <a:gd name="GluePoint9Y" fmla="*/ 6 h 47491"/>
                <a:gd name="GluePoint10X" fmla="*/ 3939 w 9272"/>
                <a:gd name="GluePoint10Y" fmla="*/ 6 h 47491"/>
                <a:gd name="GluePoint11X" fmla="*/ 130 w 9272"/>
                <a:gd name="GluePoint11Y" fmla="*/ 1276 h 47491"/>
                <a:gd name="GluePoint12X" fmla="*/ 130 w 9272"/>
                <a:gd name="GluePoint12Y" fmla="*/ 1276 h 47491"/>
                <a:gd name="GluePoint13X" fmla="*/ 130 w 9272"/>
                <a:gd name="GluePoint13Y" fmla="*/ 2038 h 47491"/>
                <a:gd name="GluePoint14X" fmla="*/ 130 w 9272"/>
                <a:gd name="GluePoint14Y" fmla="*/ 2038 h 47491"/>
                <a:gd name="GluePoint15X" fmla="*/ 130 w 9272"/>
                <a:gd name="GluePoint15Y" fmla="*/ 2038 h 47491"/>
                <a:gd name="GluePoint16X" fmla="*/ 130 w 9272"/>
                <a:gd name="GluePoint16Y" fmla="*/ 2038 h 47491"/>
                <a:gd name="GluePoint17X" fmla="*/ 130 w 9272"/>
                <a:gd name="GluePoint17Y" fmla="*/ 3053 h 47491"/>
                <a:gd name="GluePoint18X" fmla="*/ 130 w 9272"/>
                <a:gd name="GluePoint18Y" fmla="*/ 3053 h 47491"/>
                <a:gd name="GluePoint19X" fmla="*/ 130 w 9272"/>
                <a:gd name="GluePoint19Y" fmla="*/ 41144 h 47491"/>
                <a:gd name="GluePoint20X" fmla="*/ 4053 w 9272"/>
                <a:gd name="GluePoint20Y" fmla="*/ 47378 h 47491"/>
                <a:gd name="GluePoint21X" fmla="*/ 4828 w 9272"/>
                <a:gd name="GluePoint21Y" fmla="*/ 47492 h 474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8" name="Freeform: Shape 752"/>
            <p:cNvSpPr/>
            <p:nvPr/>
          </p:nvSpPr>
          <p:spPr>
            <a:xfrm>
              <a:off x="7576200" y="1096560"/>
              <a:ext cx="191520" cy="2844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28440"/>
                <a:gd name="textAreaBottom" fmla="*/ 28800 h 28440"/>
                <a:gd name="GluePoint1X" fmla="*/ 191849 w 191864"/>
                <a:gd name="GluePoint1Y" fmla="*/ 23870 h 28827"/>
                <a:gd name="GluePoint2X" fmla="*/ 187177 w 191864"/>
                <a:gd name="GluePoint2Y" fmla="*/ 18410 h 28827"/>
                <a:gd name="GluePoint3X" fmla="*/ 187151 w 191864"/>
                <a:gd name="GluePoint3Y" fmla="*/ 18410 h 28827"/>
                <a:gd name="GluePoint4X" fmla="*/ 184739 w 191864"/>
                <a:gd name="GluePoint4Y" fmla="*/ 18410 h 28827"/>
                <a:gd name="GluePoint5X" fmla="*/ 5460 w 191864"/>
                <a:gd name="GluePoint5Y" fmla="*/ 0 h 28827"/>
                <a:gd name="GluePoint6X" fmla="*/ 635 w 191864"/>
                <a:gd name="GluePoint6Y" fmla="*/ 0 h 28827"/>
                <a:gd name="GluePoint7X" fmla="*/ 5460 w 191864"/>
                <a:gd name="GluePoint7Y" fmla="*/ 5320 h 28827"/>
                <a:gd name="GluePoint8X" fmla="*/ 5460 w 191864"/>
                <a:gd name="GluePoint8Y" fmla="*/ 5333 h 28827"/>
                <a:gd name="GluePoint9X" fmla="*/ 0 w 191864"/>
                <a:gd name="GluePoint9Y" fmla="*/ 9777 h 28827"/>
                <a:gd name="GluePoint10X" fmla="*/ 0 w 191864"/>
                <a:gd name="GluePoint10Y" fmla="*/ 9777 h 28827"/>
                <a:gd name="GluePoint11X" fmla="*/ 186389 w 191864"/>
                <a:gd name="GluePoint11Y" fmla="*/ 28822 h 28827"/>
                <a:gd name="GluePoint12X" fmla="*/ 186389 w 191864"/>
                <a:gd name="GluePoint12Y" fmla="*/ 28822 h 28827"/>
                <a:gd name="GluePoint13X" fmla="*/ 191849 w 191864"/>
                <a:gd name="GluePoint13Y" fmla="*/ 23883 h 28827"/>
                <a:gd name="GluePoint14X" fmla="*/ 191849 w 191864"/>
                <a:gd name="GluePoint14Y" fmla="*/ 23870 h 288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200" bIns="-162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69" name="Freeform: Shape 753"/>
            <p:cNvSpPr/>
            <p:nvPr/>
          </p:nvSpPr>
          <p:spPr>
            <a:xfrm>
              <a:off x="11303640" y="1202760"/>
              <a:ext cx="9720" cy="39600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396000"/>
                <a:gd name="textAreaBottom" fmla="*/ 396360 h 396000"/>
                <a:gd name="GluePoint1X" fmla="*/ 5460 w 9989"/>
                <a:gd name="GluePoint1Y" fmla="*/ 4825 h 396524"/>
                <a:gd name="GluePoint2X" fmla="*/ 0 w 9989"/>
                <a:gd name="GluePoint2Y" fmla="*/ 0 h 396524"/>
                <a:gd name="GluePoint3X" fmla="*/ 0 w 9989"/>
                <a:gd name="GluePoint3Y" fmla="*/ 391693 h 396524"/>
                <a:gd name="GluePoint4X" fmla="*/ 5460 w 9989"/>
                <a:gd name="GluePoint4Y" fmla="*/ 396518 h 396524"/>
                <a:gd name="GluePoint5X" fmla="*/ 9141 w 9989"/>
                <a:gd name="GluePoint5Y" fmla="*/ 395248 h 396524"/>
                <a:gd name="GluePoint6X" fmla="*/ 9903 w 9989"/>
                <a:gd name="GluePoint6Y" fmla="*/ 394233 h 396524"/>
                <a:gd name="GluePoint7X" fmla="*/ 9903 w 9989"/>
                <a:gd name="GluePoint7Y" fmla="*/ 393471 h 396524"/>
                <a:gd name="GluePoint8X" fmla="*/ 9903 w 9989"/>
                <a:gd name="GluePoint8Y" fmla="*/ 392455 h 396524"/>
                <a:gd name="GluePoint9X" fmla="*/ 9903 w 9989"/>
                <a:gd name="GluePoint9Y" fmla="*/ 392455 h 396524"/>
                <a:gd name="GluePoint10X" fmla="*/ 9903 w 9989"/>
                <a:gd name="GluePoint10Y" fmla="*/ 0 h 396524"/>
                <a:gd name="GluePoint11X" fmla="*/ 5460 w 9989"/>
                <a:gd name="GluePoint11Y" fmla="*/ 4825 h 3965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0" name="Freeform: Shape 754"/>
            <p:cNvSpPr/>
            <p:nvPr/>
          </p:nvSpPr>
          <p:spPr>
            <a:xfrm>
              <a:off x="11197080" y="1679760"/>
              <a:ext cx="990000" cy="215280"/>
            </a:xfrm>
            <a:custGeom>
              <a:avLst/>
              <a:gdLst>
                <a:gd name="textAreaLeft" fmla="*/ 0 w 990000"/>
                <a:gd name="textAreaRight" fmla="*/ 990360 w 990000"/>
                <a:gd name="textAreaTop" fmla="*/ 0 h 215280"/>
                <a:gd name="textAreaBottom" fmla="*/ 215640 h 215280"/>
                <a:gd name="GluePoint1X" fmla="*/ 6476 w 990272"/>
                <a:gd name="GluePoint1Y" fmla="*/ 5841 h 215590"/>
                <a:gd name="GluePoint2X" fmla="*/ 1143 w 990272"/>
                <a:gd name="GluePoint2Y" fmla="*/ 9650 h 215590"/>
                <a:gd name="GluePoint3X" fmla="*/ 0 w 990272"/>
                <a:gd name="GluePoint3Y" fmla="*/ 9650 h 215590"/>
                <a:gd name="GluePoint4X" fmla="*/ 976005 w 990272"/>
                <a:gd name="GluePoint4Y" fmla="*/ 213940 h 215590"/>
                <a:gd name="GluePoint5X" fmla="*/ 983877 w 990272"/>
                <a:gd name="GluePoint5Y" fmla="*/ 215590 h 215590"/>
                <a:gd name="GluePoint6X" fmla="*/ 985020 w 990272"/>
                <a:gd name="GluePoint6Y" fmla="*/ 215590 h 215590"/>
                <a:gd name="GluePoint7X" fmla="*/ 990225 w 990272"/>
                <a:gd name="GluePoint7Y" fmla="*/ 211781 h 215590"/>
                <a:gd name="GluePoint8X" fmla="*/ 990225 w 990272"/>
                <a:gd name="GluePoint8Y" fmla="*/ 211781 h 215590"/>
                <a:gd name="GluePoint9X" fmla="*/ 990225 w 990272"/>
                <a:gd name="GluePoint9Y" fmla="*/ 210638 h 215590"/>
                <a:gd name="GluePoint10X" fmla="*/ 990225 w 990272"/>
                <a:gd name="GluePoint10Y" fmla="*/ 210638 h 215590"/>
                <a:gd name="GluePoint11X" fmla="*/ 990225 w 990272"/>
                <a:gd name="GluePoint11Y" fmla="*/ 209623 h 215590"/>
                <a:gd name="GluePoint12X" fmla="*/ 990225 w 990272"/>
                <a:gd name="GluePoint12Y" fmla="*/ 208734 h 215590"/>
                <a:gd name="GluePoint13X" fmla="*/ 990225 w 990272"/>
                <a:gd name="GluePoint13Y" fmla="*/ 208734 h 215590"/>
                <a:gd name="GluePoint14X" fmla="*/ 990225 w 990272"/>
                <a:gd name="GluePoint14Y" fmla="*/ 208734 h 215590"/>
                <a:gd name="GluePoint15X" fmla="*/ 990225 w 990272"/>
                <a:gd name="GluePoint15Y" fmla="*/ 208734 h 215590"/>
                <a:gd name="GluePoint16X" fmla="*/ 989591 w 990272"/>
                <a:gd name="GluePoint16Y" fmla="*/ 208734 h 215590"/>
                <a:gd name="GluePoint17X" fmla="*/ 989591 w 990272"/>
                <a:gd name="GluePoint17Y" fmla="*/ 208734 h 215590"/>
                <a:gd name="GluePoint18X" fmla="*/ 988194 w 990272"/>
                <a:gd name="GluePoint18Y" fmla="*/ 208734 h 215590"/>
                <a:gd name="GluePoint19X" fmla="*/ 988194 w 990272"/>
                <a:gd name="GluePoint19Y" fmla="*/ 208734 h 215590"/>
                <a:gd name="GluePoint20X" fmla="*/ 988194 w 990272"/>
                <a:gd name="GluePoint20Y" fmla="*/ 208734 h 215590"/>
                <a:gd name="GluePoint21X" fmla="*/ 988194 w 990272"/>
                <a:gd name="GluePoint21Y" fmla="*/ 208734 h 215590"/>
                <a:gd name="GluePoint22X" fmla="*/ 12570 w 990272"/>
                <a:gd name="GluePoint22Y" fmla="*/ 2032 h 215590"/>
                <a:gd name="GluePoint23X" fmla="*/ 2412 w 990272"/>
                <a:gd name="GluePoint23Y" fmla="*/ 0 h 215590"/>
                <a:gd name="GluePoint24X" fmla="*/ 6501 w 990272"/>
                <a:gd name="GluePoint24Y" fmla="*/ 5688 h 215590"/>
                <a:gd name="GluePoint25X" fmla="*/ 6476 w 990272"/>
                <a:gd name="GluePoint25Y" fmla="*/ 5841 h 2155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1" name="Freeform 813"/>
            <p:cNvSpPr/>
            <p:nvPr/>
          </p:nvSpPr>
          <p:spPr>
            <a:xfrm>
              <a:off x="4127400" y="-12600"/>
              <a:ext cx="10440" cy="662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6240"/>
                <a:gd name="textAreaBottom" fmla="*/ 66600 h 66240"/>
                <a:gd name="GluePoint1X" fmla="*/ 0 w 10792"/>
                <a:gd name="GluePoint1Y" fmla="*/ 0 h 66581"/>
                <a:gd name="GluePoint2X" fmla="*/ 10792 w 10792"/>
                <a:gd name="GluePoint2Y" fmla="*/ 0 h 66581"/>
                <a:gd name="GluePoint3X" fmla="*/ 10792 w 10792"/>
                <a:gd name="GluePoint3Y" fmla="*/ 61947 h 66581"/>
                <a:gd name="GluePoint4X" fmla="*/ 6221 w 10792"/>
                <a:gd name="GluePoint4Y" fmla="*/ 66518 h 66581"/>
                <a:gd name="GluePoint5X" fmla="*/ 0 w 10792"/>
                <a:gd name="GluePoint5Y" fmla="*/ 61947 h 665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2" name="Freeform: Shape 763"/>
            <p:cNvSpPr/>
            <p:nvPr/>
          </p:nvSpPr>
          <p:spPr>
            <a:xfrm>
              <a:off x="5901840" y="924840"/>
              <a:ext cx="179640" cy="26280"/>
            </a:xfrm>
            <a:custGeom>
              <a:avLst/>
              <a:gdLst>
                <a:gd name="textAreaLeft" fmla="*/ 0 w 179640"/>
                <a:gd name="textAreaRight" fmla="*/ 180000 w 179640"/>
                <a:gd name="textAreaTop" fmla="*/ 0 h 26280"/>
                <a:gd name="textAreaBottom" fmla="*/ 26640 h 26280"/>
                <a:gd name="GluePoint1X" fmla="*/ 174100 w 180067"/>
                <a:gd name="GluePoint1Y" fmla="*/ 21965 h 26722"/>
                <a:gd name="GluePoint2X" fmla="*/ 180067 w 180067"/>
                <a:gd name="GluePoint2Y" fmla="*/ 17648 h 26722"/>
                <a:gd name="GluePoint3X" fmla="*/ 177655 w 180067"/>
                <a:gd name="GluePoint3Y" fmla="*/ 17648 h 26722"/>
                <a:gd name="GluePoint4X" fmla="*/ 4978 w 180067"/>
                <a:gd name="GluePoint4Y" fmla="*/ 0 h 26722"/>
                <a:gd name="GluePoint5X" fmla="*/ 2692 w 180067"/>
                <a:gd name="GluePoint5Y" fmla="*/ 0 h 26722"/>
                <a:gd name="GluePoint6X" fmla="*/ 1423 w 180067"/>
                <a:gd name="GluePoint6Y" fmla="*/ 635 h 26722"/>
                <a:gd name="GluePoint7X" fmla="*/ 1423 w 180067"/>
                <a:gd name="GluePoint7Y" fmla="*/ 635 h 26722"/>
                <a:gd name="GluePoint8X" fmla="*/ 661 w 180067"/>
                <a:gd name="GluePoint8Y" fmla="*/ 1397 h 26722"/>
                <a:gd name="GluePoint9X" fmla="*/ 661 w 180067"/>
                <a:gd name="GluePoint9Y" fmla="*/ 2158 h 26722"/>
                <a:gd name="GluePoint10X" fmla="*/ 26 w 180067"/>
                <a:gd name="GluePoint10Y" fmla="*/ 3682 h 26722"/>
                <a:gd name="GluePoint11X" fmla="*/ 4445 w 180067"/>
                <a:gd name="GluePoint11Y" fmla="*/ 9116 h 26722"/>
                <a:gd name="GluePoint12X" fmla="*/ 4851 w 180067"/>
                <a:gd name="GluePoint12Y" fmla="*/ 9142 h 26722"/>
                <a:gd name="GluePoint13X" fmla="*/ 8787 w 180067"/>
                <a:gd name="GluePoint13Y" fmla="*/ 9142 h 26722"/>
                <a:gd name="GluePoint14X" fmla="*/ 179813 w 180067"/>
                <a:gd name="GluePoint14Y" fmla="*/ 26663 h 26722"/>
                <a:gd name="GluePoint15X" fmla="*/ 174150 w 180067"/>
                <a:gd name="GluePoint15Y" fmla="*/ 22537 h 26722"/>
                <a:gd name="GluePoint16X" fmla="*/ 174100 w 180067"/>
                <a:gd name="GluePoint16Y" fmla="*/ 21965 h 267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360" bIns="-1836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3" name="Freeform: Shape 764"/>
            <p:cNvSpPr/>
            <p:nvPr/>
          </p:nvSpPr>
          <p:spPr>
            <a:xfrm>
              <a:off x="11303640" y="1019880"/>
              <a:ext cx="10440" cy="78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78840"/>
                <a:gd name="textAreaBottom" fmla="*/ 79200 h 78840"/>
                <a:gd name="GluePoint1X" fmla="*/ 10792 w 10791"/>
                <a:gd name="GluePoint1Y" fmla="*/ 4635 h 79164"/>
                <a:gd name="GluePoint2X" fmla="*/ 4571 w 10791"/>
                <a:gd name="GluePoint2Y" fmla="*/ 64 h 79164"/>
                <a:gd name="GluePoint3X" fmla="*/ 0 w 10791"/>
                <a:gd name="GluePoint3Y" fmla="*/ 4635 h 79164"/>
                <a:gd name="GluePoint4X" fmla="*/ 0 w 10791"/>
                <a:gd name="GluePoint4Y" fmla="*/ 79164 h 79164"/>
                <a:gd name="GluePoint5X" fmla="*/ 6221 w 10791"/>
                <a:gd name="GluePoint5Y" fmla="*/ 74594 h 79164"/>
                <a:gd name="GluePoint6X" fmla="*/ 10792 w 10791"/>
                <a:gd name="GluePoint6Y" fmla="*/ 79164 h 79164"/>
                <a:gd name="GluePoint7X" fmla="*/ 10792 w 10791"/>
                <a:gd name="GluePoint7Y" fmla="*/ 4762 h 791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4200" bIns="342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4" name="Freeform: Shape 765"/>
            <p:cNvSpPr/>
            <p:nvPr/>
          </p:nvSpPr>
          <p:spPr>
            <a:xfrm>
              <a:off x="11303640" y="1094400"/>
              <a:ext cx="10440" cy="1126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2680"/>
                <a:gd name="textAreaBottom" fmla="*/ 113040 h 112680"/>
                <a:gd name="GluePoint1X" fmla="*/ 10792 w 10791"/>
                <a:gd name="GluePoint1Y" fmla="*/ 4635 h 112874"/>
                <a:gd name="GluePoint2X" fmla="*/ 4571 w 10791"/>
                <a:gd name="GluePoint2Y" fmla="*/ 64 h 112874"/>
                <a:gd name="GluePoint3X" fmla="*/ 0 w 10791"/>
                <a:gd name="GluePoint3Y" fmla="*/ 4635 h 112874"/>
                <a:gd name="GluePoint4X" fmla="*/ 0 w 10791"/>
                <a:gd name="GluePoint4Y" fmla="*/ 108240 h 112874"/>
                <a:gd name="GluePoint5X" fmla="*/ 6221 w 10791"/>
                <a:gd name="GluePoint5Y" fmla="*/ 112810 h 112874"/>
                <a:gd name="GluePoint6X" fmla="*/ 10792 w 10791"/>
                <a:gd name="GluePoint6Y" fmla="*/ 108240 h 112874"/>
                <a:gd name="GluePoint7X" fmla="*/ 10792 w 10791"/>
                <a:gd name="GluePoint7Y" fmla="*/ 4635 h 1128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5" name="Freeform: Shape 766"/>
            <p:cNvSpPr/>
            <p:nvPr/>
          </p:nvSpPr>
          <p:spPr>
            <a:xfrm>
              <a:off x="10631880" y="1562040"/>
              <a:ext cx="425160" cy="97200"/>
            </a:xfrm>
            <a:custGeom>
              <a:avLst/>
              <a:gdLst>
                <a:gd name="textAreaLeft" fmla="*/ 0 w 425160"/>
                <a:gd name="textAreaRight" fmla="*/ 425520 w 425160"/>
                <a:gd name="textAreaTop" fmla="*/ 0 h 97200"/>
                <a:gd name="textAreaBottom" fmla="*/ 97560 h 97200"/>
                <a:gd name="GluePoint1X" fmla="*/ 10758 w 425562"/>
                <a:gd name="GluePoint1Y" fmla="*/ 1095 h 97462"/>
                <a:gd name="GluePoint2X" fmla="*/ 6567 w 425562"/>
                <a:gd name="GluePoint2Y" fmla="*/ 206 h 97462"/>
                <a:gd name="GluePoint3X" fmla="*/ 130 w 425562"/>
                <a:gd name="GluePoint3Y" fmla="*/ 3774 h 97462"/>
                <a:gd name="GluePoint4X" fmla="*/ 92 w 425562"/>
                <a:gd name="GluePoint4Y" fmla="*/ 3888 h 97462"/>
                <a:gd name="GluePoint5X" fmla="*/ 4003 w 425562"/>
                <a:gd name="GluePoint5Y" fmla="*/ 9703 h 97462"/>
                <a:gd name="GluePoint6X" fmla="*/ 4155 w 425562"/>
                <a:gd name="GluePoint6Y" fmla="*/ 9729 h 97462"/>
                <a:gd name="GluePoint7X" fmla="*/ 423150 w 425562"/>
                <a:gd name="GluePoint7Y" fmla="*/ 97463 h 97462"/>
                <a:gd name="GluePoint8X" fmla="*/ 419062 w 425562"/>
                <a:gd name="GluePoint8Y" fmla="*/ 91775 h 97462"/>
                <a:gd name="GluePoint9X" fmla="*/ 419087 w 425562"/>
                <a:gd name="GluePoint9Y" fmla="*/ 91622 h 97462"/>
                <a:gd name="GluePoint10X" fmla="*/ 425563 w 425562"/>
                <a:gd name="GluePoint10Y" fmla="*/ 87940 h 97462"/>
                <a:gd name="GluePoint11X" fmla="*/ 418960 w 425562"/>
                <a:gd name="GluePoint11Y" fmla="*/ 86543 h 974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6" name="Freeform: Shape 767"/>
            <p:cNvSpPr/>
            <p:nvPr/>
          </p:nvSpPr>
          <p:spPr>
            <a:xfrm>
              <a:off x="11050200" y="1649880"/>
              <a:ext cx="153000" cy="39240"/>
            </a:xfrm>
            <a:custGeom>
              <a:avLst/>
              <a:gdLst>
                <a:gd name="textAreaLeft" fmla="*/ 0 w 153000"/>
                <a:gd name="textAreaRight" fmla="*/ 153360 w 153000"/>
                <a:gd name="textAreaTop" fmla="*/ 0 h 39240"/>
                <a:gd name="textAreaBottom" fmla="*/ 39600 h 39240"/>
                <a:gd name="GluePoint1X" fmla="*/ 6568 w 153307"/>
                <a:gd name="GluePoint1Y" fmla="*/ 176 h 39667"/>
                <a:gd name="GluePoint2X" fmla="*/ 6568 w 153307"/>
                <a:gd name="GluePoint2Y" fmla="*/ 176 h 39667"/>
                <a:gd name="GluePoint3X" fmla="*/ 92 w 153307"/>
                <a:gd name="GluePoint3Y" fmla="*/ 3858 h 39667"/>
                <a:gd name="GluePoint4X" fmla="*/ 4002 w 153307"/>
                <a:gd name="GluePoint4Y" fmla="*/ 9673 h 39667"/>
                <a:gd name="GluePoint5X" fmla="*/ 4155 w 153307"/>
                <a:gd name="GluePoint5Y" fmla="*/ 9699 h 39667"/>
                <a:gd name="GluePoint6X" fmla="*/ 4155 w 153307"/>
                <a:gd name="GluePoint6Y" fmla="*/ 9699 h 39667"/>
                <a:gd name="GluePoint7X" fmla="*/ 146740 w 153307"/>
                <a:gd name="GluePoint7Y" fmla="*/ 39663 h 39667"/>
                <a:gd name="GluePoint8X" fmla="*/ 147883 w 153307"/>
                <a:gd name="GluePoint8Y" fmla="*/ 39663 h 39667"/>
                <a:gd name="GluePoint9X" fmla="*/ 153216 w 153307"/>
                <a:gd name="GluePoint9Y" fmla="*/ 35854 h 39667"/>
                <a:gd name="GluePoint10X" fmla="*/ 149305 w 153307"/>
                <a:gd name="GluePoint10Y" fmla="*/ 30039 h 39667"/>
                <a:gd name="GluePoint11X" fmla="*/ 149153 w 153307"/>
                <a:gd name="GluePoint11Y" fmla="*/ 30014 h 39667"/>
                <a:gd name="GluePoint12X" fmla="*/ 149153 w 153307"/>
                <a:gd name="GluePoint12Y" fmla="*/ 30014 h 39667"/>
                <a:gd name="GluePoint13X" fmla="*/ 146360 w 153307"/>
                <a:gd name="GluePoint13Y" fmla="*/ 29379 h 39667"/>
                <a:gd name="GluePoint14X" fmla="*/ 10757 w 153307"/>
                <a:gd name="GluePoint14Y" fmla="*/ 938 h 396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7" name="Freeform: Shape 770"/>
            <p:cNvSpPr/>
            <p:nvPr/>
          </p:nvSpPr>
          <p:spPr>
            <a:xfrm>
              <a:off x="6076080" y="943200"/>
              <a:ext cx="978840" cy="10944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109440"/>
                <a:gd name="textAreaBottom" fmla="*/ 109800 h 109440"/>
                <a:gd name="GluePoint1X" fmla="*/ 973365 w 979332"/>
                <a:gd name="GluePoint1Y" fmla="*/ 103781 h 109621"/>
                <a:gd name="GluePoint2X" fmla="*/ 979332 w 979332"/>
                <a:gd name="GluePoint2Y" fmla="*/ 99337 h 109621"/>
                <a:gd name="GluePoint3X" fmla="*/ 973238 w 979332"/>
                <a:gd name="GluePoint3Y" fmla="*/ 99337 h 109621"/>
                <a:gd name="GluePoint4X" fmla="*/ 17929 w 979332"/>
                <a:gd name="GluePoint4Y" fmla="*/ 1318 h 109621"/>
                <a:gd name="GluePoint5X" fmla="*/ 5994 w 979332"/>
                <a:gd name="GluePoint5Y" fmla="*/ 49 h 109621"/>
                <a:gd name="GluePoint6X" fmla="*/ 26 w 979332"/>
                <a:gd name="GluePoint6Y" fmla="*/ 4366 h 109621"/>
                <a:gd name="GluePoint7X" fmla="*/ 4445 w 979332"/>
                <a:gd name="GluePoint7Y" fmla="*/ 9800 h 109621"/>
                <a:gd name="GluePoint8X" fmla="*/ 4724 w 979332"/>
                <a:gd name="GluePoint8Y" fmla="*/ 9825 h 109621"/>
                <a:gd name="GluePoint9X" fmla="*/ 978063 w 979332"/>
                <a:gd name="GluePoint9Y" fmla="*/ 109621 h 109621"/>
                <a:gd name="GluePoint10X" fmla="*/ 973289 w 979332"/>
                <a:gd name="GluePoint10Y" fmla="*/ 104505 h 109621"/>
                <a:gd name="GluePoint11X" fmla="*/ 973365 w 979332"/>
                <a:gd name="GluePoint11Y" fmla="*/ 103781 h 1096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  <p:sp>
          <p:nvSpPr>
            <p:cNvPr id="378" name="Freeform: Shape 771"/>
            <p:cNvSpPr/>
            <p:nvPr/>
          </p:nvSpPr>
          <p:spPr>
            <a:xfrm>
              <a:off x="7049160" y="1042920"/>
              <a:ext cx="532080" cy="62640"/>
            </a:xfrm>
            <a:custGeom>
              <a:avLst/>
              <a:gdLst>
                <a:gd name="textAreaLeft" fmla="*/ 0 w 532080"/>
                <a:gd name="textAreaRight" fmla="*/ 532440 w 532080"/>
                <a:gd name="textAreaTop" fmla="*/ 0 h 62640"/>
                <a:gd name="textAreaBottom" fmla="*/ 63000 h 62640"/>
                <a:gd name="GluePoint1X" fmla="*/ 532266 w 532272"/>
                <a:gd name="GluePoint1Y" fmla="*/ 58185 h 63176"/>
                <a:gd name="GluePoint2X" fmla="*/ 527455 w 532272"/>
                <a:gd name="GluePoint2Y" fmla="*/ 52852 h 63176"/>
                <a:gd name="GluePoint3X" fmla="*/ 527442 w 532272"/>
                <a:gd name="GluePoint3Y" fmla="*/ 52852 h 63176"/>
                <a:gd name="GluePoint4X" fmla="*/ 521474 w 532272"/>
                <a:gd name="GluePoint4Y" fmla="*/ 52217 h 63176"/>
                <a:gd name="GluePoint5X" fmla="*/ 10808 w 532272"/>
                <a:gd name="GluePoint5Y" fmla="*/ 34 h 63176"/>
                <a:gd name="GluePoint6X" fmla="*/ 5983 w 532272"/>
                <a:gd name="GluePoint6Y" fmla="*/ 34 h 63176"/>
                <a:gd name="GluePoint7X" fmla="*/ 16 w 532272"/>
                <a:gd name="GluePoint7Y" fmla="*/ 4478 h 63176"/>
                <a:gd name="GluePoint8X" fmla="*/ 4561 w 532272"/>
                <a:gd name="GluePoint8Y" fmla="*/ 9798 h 63176"/>
                <a:gd name="GluePoint9X" fmla="*/ 4713 w 532272"/>
                <a:gd name="GluePoint9Y" fmla="*/ 9810 h 63176"/>
                <a:gd name="GluePoint10X" fmla="*/ 526299 w 532272"/>
                <a:gd name="GluePoint10Y" fmla="*/ 63137 h 63176"/>
                <a:gd name="GluePoint11X" fmla="*/ 526299 w 532272"/>
                <a:gd name="GluePoint11Y" fmla="*/ 63137 h 63176"/>
                <a:gd name="GluePoint12X" fmla="*/ 532242 w 532272"/>
                <a:gd name="GluePoint12Y" fmla="*/ 58490 h 63176"/>
                <a:gd name="GluePoint13X" fmla="*/ 532266 w 532272"/>
                <a:gd name="GluePoint13Y" fmla="*/ 58185 h 631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8000" bIns="18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endParaRPr>
            </a:p>
          </p:txBody>
        </p:sp>
      </p:grp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inführ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2574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7146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1718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5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195E8BE-9C79-4E10-9E11-703DD7DA4A0C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PlaceHolder 4"/>
          <p:cNvSpPr>
            <a:spLocks noGrp="1"/>
          </p:cNvSpPr>
          <p:nvPr>
            <p:ph type="ftr" idx="6"/>
          </p:nvPr>
        </p:nvSpPr>
        <p:spPr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&lt;footer&gt;</a:t>
            </a:r>
            <a:endParaRPr b="0" lang="en-GB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3" name="Grafik 8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7" t="0" r="26225" b="3861"/>
          <a:stretch/>
        </p:blipFill>
        <p:spPr>
          <a:xfrm>
            <a:off x="9415440" y="264600"/>
            <a:ext cx="2776320" cy="6593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titel">
    <p:bg>
      <p:bgPr>
        <a:solidFill>
          <a:schemeClr val="accent5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902160" y="420480"/>
            <a:ext cx="5864040" cy="36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7625880" y="-9000"/>
            <a:ext cx="4581000" cy="660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6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83680"/>
            <a:ext cx="761976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titel 2">
    <p:bg>
      <p:bgPr>
        <a:solidFill>
          <a:schemeClr val="accent3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6095880" y="176760"/>
            <a:ext cx="5864040" cy="36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-15120" y="-15120"/>
            <a:ext cx="4581000" cy="660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body"/>
          </p:nvPr>
        </p:nvSpPr>
        <p:spPr>
          <a:xfrm>
            <a:off x="6095880" y="4084200"/>
            <a:ext cx="5864040" cy="23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18288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90" name="Rechteck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0" y="6583680"/>
            <a:ext cx="7619760" cy="273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titel 3">
    <p:bg>
      <p:bgPr>
        <a:solidFill>
          <a:schemeClr val="accent6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6095880" y="442080"/>
            <a:ext cx="5641560" cy="331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6109560" y="4068360"/>
            <a:ext cx="5580360" cy="219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ts val="2401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pic>
        <p:nvPicPr>
          <p:cNvPr id="393" name="Grafik 6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7" t="0" r="0" b="0"/>
          <a:stretch/>
        </p:blipFill>
        <p:spPr>
          <a:xfrm>
            <a:off x="0" y="0"/>
            <a:ext cx="4660560" cy="6857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893880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6858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11430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5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410520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6858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1430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16002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sldNum" idx="7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0E95AB3-E282-42C1-8B05-35A4BAE10BB8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PlaceHolder 5"/>
          <p:cNvSpPr>
            <a:spLocks noGrp="1"/>
          </p:cNvSpPr>
          <p:nvPr>
            <p:ph type="ftr" idx="8"/>
          </p:nvPr>
        </p:nvSpPr>
        <p:spPr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&lt;footer&gt;</a:t>
            </a:r>
            <a:endParaRPr b="0" lang="en-GB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zwei Inhalt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KLICKEN, UM TITEL hinzuzufügen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893880" y="2073240"/>
            <a:ext cx="314460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2004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eriod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68580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eriod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14300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arenR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60020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arenR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05740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romanLcPeriod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body"/>
          </p:nvPr>
        </p:nvSpPr>
        <p:spPr>
          <a:xfrm>
            <a:off x="4556880" y="20732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6858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1430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16002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02" name="PlaceHolder 4"/>
          <p:cNvSpPr>
            <a:spLocks noGrp="1"/>
          </p:cNvSpPr>
          <p:nvPr>
            <p:ph type="sldNum" idx="9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8133763-5398-4DCB-B371-6EC31559C03A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PlaceHolder 5"/>
          <p:cNvSpPr>
            <a:spLocks noGrp="1"/>
          </p:cNvSpPr>
          <p:nvPr>
            <p:ph type="ftr" idx="10"/>
          </p:nvPr>
        </p:nvSpPr>
        <p:spPr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de-DE" sz="1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&lt;footer&gt;</a:t>
            </a:r>
            <a:endParaRPr b="0" lang="en-GB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inhalt und 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hteck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de-DE" sz="1800" strike="noStrike" u="none">
              <a:solidFill>
                <a:schemeClr val="lt1"/>
              </a:solidFill>
              <a:effectLst/>
              <a:uFillTx/>
              <a:latin typeface="Avenir Next LT Pro Light"/>
            </a:endParaRPr>
          </a:p>
        </p:txBody>
      </p:sp>
      <p:pic>
        <p:nvPicPr>
          <p:cNvPr id="405" name="Grafik 8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4" r="19367" b="20419"/>
          <a:stretch/>
        </p:blipFill>
        <p:spPr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1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11"/>
          </p:nvPr>
        </p:nvSpPr>
        <p:spPr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BF84940-3314-4627-AED0-B06BB8053716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PlaceHolder 4"/>
          <p:cNvSpPr>
            <a:spLocks noGrp="1"/>
          </p:cNvSpPr>
          <p:nvPr>
            <p:ph type="body"/>
          </p:nvPr>
        </p:nvSpPr>
        <p:spPr>
          <a:xfrm>
            <a:off x="2179440" y="4094640"/>
            <a:ext cx="10027440" cy="246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899280" y="2026800"/>
            <a:ext cx="3017160" cy="39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1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body"/>
          </p:nvPr>
        </p:nvSpPr>
        <p:spPr>
          <a:xfrm>
            <a:off x="4525920" y="2026440"/>
            <a:ext cx="6766560" cy="39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Klicken, um Inhalt hinzuzufügen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6858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2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2" marL="11430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3" marL="16002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4" marL="2057400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Fünfte Ebene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sldNum" idx="12"/>
          </p:nvPr>
        </p:nvSpPr>
        <p:spPr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5077603-9453-4469-94BE-37E48DB42BE2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inhalt und 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hteck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de-DE" sz="1800" strike="noStrike" u="none">
              <a:solidFill>
                <a:schemeClr val="lt1"/>
              </a:solidFill>
              <a:effectLst/>
              <a:uFillTx/>
              <a:latin typeface="Avenir Next LT Pro Light"/>
            </a:endParaRPr>
          </a:p>
        </p:txBody>
      </p:sp>
      <p:pic>
        <p:nvPicPr>
          <p:cNvPr id="415" name="Grafik 8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4" r="19367" b="20419"/>
          <a:stretch/>
        </p:blipFill>
        <p:spPr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Titel durch Klicken hinzufügen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Klicken Sie, um Text hinzuzufügen.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Zweite Ebene</a:t>
            </a:r>
            <a:endParaRPr b="0" lang="de-DE" sz="1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6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Dritte Ebene</a:t>
            </a:r>
            <a:endParaRPr b="0" lang="de-DE" sz="16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Vierte Ebene</a:t>
            </a:r>
            <a:endParaRPr b="0" lang="de-DE" sz="1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3"/>
          </p:nvPr>
        </p:nvSpPr>
        <p:spPr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2088D5F-F15E-4126-A7D9-4C90B396A638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PlaceHolder 4"/>
          <p:cNvSpPr>
            <a:spLocks noGrp="1"/>
          </p:cNvSpPr>
          <p:nvPr>
            <p:ph type="body"/>
          </p:nvPr>
        </p:nvSpPr>
        <p:spPr>
          <a:xfrm>
            <a:off x="2179440" y="4094640"/>
            <a:ext cx="10027440" cy="246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Bild durch Klicken auf Symbol hinzufügen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patricjenni.github.io/kochrezepte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patricjenni/kochrezepte/blob/main/.github/workflows/astro.yml" TargetMode="External"/><Relationship Id="rId2" Type="http://schemas.openxmlformats.org/officeDocument/2006/relationships/hyperlink" Target="https://github.com/patricjenni/kochrezepte/blob/main/.github/workflows/astro.yml" TargetMode="External"/><Relationship Id="rId3" Type="http://schemas.openxmlformats.org/officeDocument/2006/relationships/hyperlink" Target="https://github.com/patricjenni/kochrezepte/blob/main/.github/workflows/astro.yml" TargetMode="External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patricjenni/kochrezepte/blob/main/.github/workflows/astro.yml" TargetMode="External"/><Relationship Id="rId2" Type="http://schemas.openxmlformats.org/officeDocument/2006/relationships/image" Target="../media/image14.png"/><Relationship Id="rId3" Type="http://schemas.openxmlformats.org/officeDocument/2006/relationships/hyperlink" Target="https://github.com/patricjenni/kochrezepte/blob/main/.devcontainer/devcontainer.json" TargetMode="External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71760" y="960120"/>
            <a:ext cx="5372280" cy="30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Webseitenprojekt</a:t>
            </a:r>
            <a:br>
              <a:rPr sz="4000"/>
            </a:br>
            <a:br>
              <a:rPr sz="4000"/>
            </a:b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Kochrezepte </a:t>
            </a:r>
            <a:br>
              <a:rPr sz="4000"/>
            </a:b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für</a:t>
            </a:r>
            <a:br>
              <a:rPr sz="4000"/>
            </a:b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Entwickler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27" name="Textplatzhalter 6"/>
          <p:cNvSpPr/>
          <p:nvPr/>
        </p:nvSpPr>
        <p:spPr>
          <a:xfrm>
            <a:off x="7354440" y="6334920"/>
            <a:ext cx="4089600" cy="4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Patric Jenni  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Pascal Schmidiger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Num" idx="17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2E93FEE-2544-4855-A197-D8E62B34ED39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1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Agenda 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0" name="Textplatzhalter 6"/>
          <p:cNvSpPr/>
          <p:nvPr/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Projektvorstellung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Vorstellung Website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Websitendesign-Sprache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Accessibility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Responsiveness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Extra Features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Kontrollfragen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Projektvorstellung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Warum haben Sie sich für das Projekt entschieden?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Ideale Plattform für diverse Web-Technologien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 Listenstrukturen, Tabellen, Formulare, Medieneinbindung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Klare, wiederverwendbare Struktur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Rezepte folgen immer demselben Muster: ideal für Template-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basierte Entwicklung.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18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F5EB32B-5D8D-43A1-A91B-2E1EB934C575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3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Vorstellung Website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Was hat ihnen Freude bereitet?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T</a:t>
            </a: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echnologische Vielfalt &amp; Experimentierfreiraum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Sichtbare Fortschritte und Lernkurve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Was lief weniger optimal?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CSS-Komplexität &amp; Lesbarkeit - Gemischte Ansätze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Wenige Treffen ausserhalb der Unterrichtszeit zu lasten der Koordination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Zusammenarbeit mit Versionskontrolle herausfordernd (Arbeiten am selben File)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9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01AF63D-89EC-45EE-BE23-B2E688F0E50D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4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840000" y="913680"/>
            <a:ext cx="45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https://patricjenni.github.io/kochrezepte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Websitendesign-sprache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Warum haben Sie dieses Design gewählt?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Dunkles Design wirkt modern</a:t>
            </a:r>
            <a:br>
              <a:rPr sz="2000"/>
            </a:b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Ansprechende und frische Akzentfarbe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Welche Emotionen lässt euch das Design sie fühlen? Warum passt diese Emotion zum Projektgegenstand?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Insgesamt Ansprechendes Erscheinungsbild</a:t>
            </a:r>
            <a:br>
              <a:rPr sz="2000"/>
            </a:b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0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869844C-D5EB-4F4C-AB3C-6BFC09BB924B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5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Accessibility 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Welche zwei Elemente haben Ihr eingebaut und warum genau diese?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Semantische HTML-Elemente (&lt;nav&gt;, &lt;main&gt;, &lt;section&gt;, &lt;article&gt;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Formular-Labels (alle Inputs haben &lt;label&gt; Elemente)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</a:t>
            </a: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Iframe-Title für YouTube-Video (title="YouTube video player“)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</a:t>
            </a: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</a:t>
            </a: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Alt-Texte bei Bildern (alt="Kochbuch im Einsatz", alt="Karteikarten mit </a:t>
            </a: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	</a:t>
            </a: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Rezepten")</a:t>
            </a:r>
            <a:br>
              <a:rPr sz="2000"/>
            </a:b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1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5067CD1-8F9F-403A-9F08-01FDC5E1D18D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6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Responsiveness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78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Wie haben Sie das umgesetzt?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 charset="2"/>
              <a:buChar char=""/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Bulma Utility-Klassen: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DE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 Flexbox Grid-Klassen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   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&lt;div class="cell is-one-quarter-desktop is-one-third-tablet is-half-mobile"&gt;</a:t>
            </a:r>
            <a:endParaRPr b="0" lang="de-DE" sz="14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Warum auf diesem Wege?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Standartweg in Bulma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Sofort verständlich ohne CSS zu öffnen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lvl="1" marL="800280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Konstistenz im Team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2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9BAE5C8-88AA-4AC8-A2AC-2E85DCB80FD2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7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7" name="Grafik 5" descr=""/>
          <p:cNvPicPr/>
          <p:nvPr/>
        </p:nvPicPr>
        <p:blipFill>
          <a:blip r:embed="rId1"/>
          <a:stretch/>
        </p:blipFill>
        <p:spPr>
          <a:xfrm>
            <a:off x="4950360" y="2177640"/>
            <a:ext cx="3655080" cy="97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Num" idx="23"/>
          </p:nvPr>
        </p:nvSpPr>
        <p:spPr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17FA979-F541-4060-A48F-49E7892EC766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7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Extra Features - CI/CD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50" name="Textplatzhalter 3">
            <a:hlinkClick r:id="rId1"/>
          </p:cNvPr>
          <p:cNvSpPr/>
          <p:nvPr/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0000" lnSpcReduction="19999"/>
          </a:bodyPr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Voraussetzungen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GitHub Projekt muss öffentlich sein oder ein Enterprise Konto (payed) um GitHub Pages zu nutzen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GitHub Pages ist nur für statische Websites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Getting Started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Für Astro gibt es auf GitHub eine </a:t>
            </a: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  <a:hlinkClick r:id="rId2"/>
              </a:rPr>
              <a:t>Vorlage</a:t>
            </a: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(GitHub Action)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Pages Feature muss aktiviert werden (Settings → Code and Automation → Pages)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Workflow (</a:t>
            </a:r>
            <a:r>
              <a:rPr b="0" lang="de-DE" sz="2200" strike="noStrike" u="sng">
                <a:solidFill>
                  <a:srgbClr val="6b5e9b"/>
                </a:solidFill>
                <a:effectLst/>
                <a:uFillTx/>
                <a:latin typeface="Avenir Next LT Pro Light"/>
                <a:hlinkClick r:id="rId3"/>
              </a:rPr>
              <a:t>Pipeline</a:t>
            </a:r>
            <a:r>
              <a:rPr b="0" lang="de-DE" sz="2200" strike="noStrike" u="sng">
                <a:solidFill>
                  <a:srgbClr val="6b5e9b"/>
                </a:solidFill>
                <a:effectLst/>
                <a:uFillTx/>
                <a:latin typeface="Avenir Next LT Pro Light"/>
              </a:rPr>
              <a:t>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Jobs (Build &amp; Deploy)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Trigger: Push auf main branch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Num" idx="24"/>
          </p:nvPr>
        </p:nvSpPr>
        <p:spPr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128403A-75E3-46C9-8B66-F2985B074674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8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Extra Features – Devcontainer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53" name="Textplatzhalter 2">
            <a:hlinkClick r:id="rId1"/>
          </p:cNvPr>
          <p:cNvSpPr/>
          <p:nvPr/>
        </p:nvSpPr>
        <p:spPr>
          <a:xfrm>
            <a:off x="865800" y="2072520"/>
            <a:ext cx="10474200" cy="34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5000" lnSpcReduction="9999"/>
          </a:bodyPr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Why?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Konsistente verwendung von Entwicklungstools zwischen Entwicklern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Voraussetzungen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Docker &amp; Visual Studio Code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Windows User benötigen das Windows Subsystem for Linux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1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Vorteile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de-DE" sz="22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Der persönliche Rechner bleibt sauber (es muss ausser Docker und VS Code nichts installiert werden)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  <p:pic>
        <p:nvPicPr>
          <p:cNvPr id="454" name="" descr=""/>
          <p:cNvPicPr/>
          <p:nvPr/>
        </p:nvPicPr>
        <p:blipFill>
          <a:blip r:embed="rId2"/>
          <a:stretch/>
        </p:blipFill>
        <p:spPr>
          <a:xfrm>
            <a:off x="9160920" y="108000"/>
            <a:ext cx="2899080" cy="24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"/>
          <p:cNvSpPr txBox="1"/>
          <p:nvPr/>
        </p:nvSpPr>
        <p:spPr>
          <a:xfrm>
            <a:off x="900000" y="1440000"/>
            <a:ext cx="9360000" cy="45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GB" sz="15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3"/>
              </a:rPr>
              <a:t>https://github.com/patricjenni/kochrezepte/blob/main/.devcontainer/devcontainer.json</a:t>
            </a:r>
            <a:endParaRPr b="0" lang="en-GB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893160" y="72360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CH" sz="28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Kontrollfragen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/>
          </p:nvPr>
        </p:nvSpPr>
        <p:spPr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Wie haben wir Responsives Design umgesetzt?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highlight>
                  <a:srgbClr val="ff0000"/>
                </a:highlight>
                <a:uFillTx/>
                <a:latin typeface="Avenir Next LT Pro Light"/>
              </a:rPr>
              <a:t>…..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de-CH" sz="2000" strike="noStrike" u="none">
                <a:solidFill>
                  <a:schemeClr val="dk1"/>
                </a:solidFill>
                <a:effectLst/>
                <a:highlight>
                  <a:srgbClr val="ff0000"/>
                </a:highlight>
                <a:uFillTx/>
                <a:latin typeface="Avenir Next LT Pro Light"/>
              </a:rPr>
              <a:t>…..</a:t>
            </a:r>
            <a:br>
              <a:rPr sz="2000"/>
            </a:br>
            <a:r>
              <a:rPr b="0" lang="de-CH" sz="20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 </a:t>
            </a: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</a:pPr>
            <a:endParaRPr b="0" lang="de-DE" sz="2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5"/>
          </p:nvPr>
        </p:nvSpPr>
        <p:spPr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1BC2C03-7867-4BC8-8CB4-99E5FE88536B}" type="slidenum">
              <a:rPr b="1" lang="de-DE" sz="1400" strike="noStrike" u="none">
                <a:solidFill>
                  <a:schemeClr val="dk1"/>
                </a:solidFill>
                <a:effectLst/>
                <a:uFillTx/>
                <a:latin typeface="Posterama"/>
              </a:rPr>
              <a:t>10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6095880" y="442080"/>
            <a:ext cx="4615200" cy="331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Auswählen visueller Hilfen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/>
          </p:nvPr>
        </p:nvSpPr>
        <p:spPr>
          <a:xfrm>
            <a:off x="6109560" y="4068360"/>
            <a:ext cx="5580360" cy="219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ts val="2401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chemeClr val="dk1"/>
                </a:solidFill>
                <a:effectLst/>
                <a:uFillTx/>
                <a:latin typeface="Avenir Next LT Pro Light"/>
              </a:rPr>
              <a:t>Verbessern Ihrer Präsentation</a:t>
            </a:r>
            <a:endParaRPr b="0" lang="de-DE" sz="28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de-DE" sz="4000" strike="noStrike" u="none" cap="all">
                <a:solidFill>
                  <a:schemeClr val="dk1"/>
                </a:solidFill>
                <a:effectLst/>
                <a:uFillTx/>
                <a:latin typeface="Posterama"/>
              </a:rPr>
              <a:t>Vielen Dank </a:t>
            </a:r>
            <a:endParaRPr b="0" lang="de-DE" sz="4000" strike="noStrike" u="none">
              <a:solidFill>
                <a:schemeClr val="dk1"/>
              </a:solidFill>
              <a:effectLst/>
              <a:uFillTx/>
              <a:latin typeface="Avenir Next LT Pro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enutzerdefiniert">
  <a:themeElements>
    <a:clrScheme name="Custom 82">
      <a:dk1>
        <a:srgbClr val="000000"/>
      </a:dk1>
      <a:lt1>
        <a:srgbClr val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 pitchFamily="0" charset="1"/>
        <a:ea typeface=""/>
        <a:cs typeface=""/>
      </a:majorFont>
      <a:minorFont>
        <a:latin typeface="Avenir Next LT Pro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{1D438B67-4936-4622-A4CD-218A36744BEE}tf16411248_win32</Template>
  <TotalTime>20</TotalTime>
  <Application>LibreOffice/25.8.3.2$Linux_X86_64 LibreOffice_project/580$Build-2</Application>
  <AppVersion>15.0000</AppVersion>
  <Words>392</Words>
  <Paragraphs>81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2026-01-14T19:29:37Z</dcterms:created>
  <dc:creator>Pascal Schmidiger</dc:creator>
  <dc:description/>
  <dc:language>en-GB</dc:language>
  <cp:lastModifiedBy/>
  <dcterms:modified xsi:type="dcterms:W3CDTF">2026-01-17T19:51:27Z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11</vt:i4>
  </property>
  <property fmtid="{D5CDD505-2E9C-101B-9397-08002B2CF9AE}" pid="4" name="PresentationFormat">
    <vt:lpwstr>Breitbild</vt:lpwstr>
  </property>
  <property fmtid="{D5CDD505-2E9C-101B-9397-08002B2CF9AE}" pid="5" name="Slides">
    <vt:i4>11</vt:i4>
  </property>
</Properties>
</file>