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50" y="144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891940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Click to move the slide</a:t>
            </a:r>
          </a:p>
        </p:txBody>
      </p:sp>
      <p:sp>
        <p:nvSpPr>
          <p:cNvPr id="1965683813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  <a:defRPr/>
            </a:pPr>
            <a:r>
              <a:rPr lang="en-GB" sz="2000" b="0" u="none" strike="noStrike">
                <a:solidFill>
                  <a:srgbClr val="000000"/>
                </a:solidFill>
                <a:latin typeface="Arial"/>
              </a:rPr>
              <a:t>Click to edit the notes format</a:t>
            </a:r>
          </a:p>
        </p:txBody>
      </p:sp>
      <p:sp>
        <p:nvSpPr>
          <p:cNvPr id="553469566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  <a:defRPr/>
            </a:pPr>
            <a:r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&lt;header&gt;</a:t>
            </a:r>
          </a:p>
        </p:txBody>
      </p:sp>
      <p:sp>
        <p:nvSpPr>
          <p:cNvPr id="1047813012" name="PlaceHolder 4"/>
          <p:cNvSpPr>
            <a:spLocks noGrp="1"/>
          </p:cNvSpPr>
          <p:nvPr>
            <p:ph type="dt" idx="1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&lt;date/time&gt;</a:t>
            </a:r>
          </a:p>
        </p:txBody>
      </p:sp>
      <p:sp>
        <p:nvSpPr>
          <p:cNvPr id="234696957" name="PlaceHolder 5"/>
          <p:cNvSpPr>
            <a:spLocks noGrp="1"/>
          </p:cNvSpPr>
          <p:nvPr>
            <p:ph type="ftr" idx="1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GB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&lt;footer&gt;</a:t>
            </a:r>
          </a:p>
        </p:txBody>
      </p:sp>
      <p:sp>
        <p:nvSpPr>
          <p:cNvPr id="679792332" name="PlaceHolder 6"/>
          <p:cNvSpPr>
            <a:spLocks noGrp="1"/>
          </p:cNvSpPr>
          <p:nvPr>
            <p:ph type="sldNum" idx="1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GB" sz="14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DD57C37A-B2DB-4923-8639-9BC3E9DAE9C2}" type="slidenum">
              <a:rPr lang="en-GB" sz="1400" b="0" u="none" strike="noStrike">
                <a:solidFill>
                  <a:srgbClr val="000000"/>
                </a:solidFill>
                <a:latin typeface="Times New Roman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5791914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4478411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821780" name="PlaceHolder 3"/>
          <p:cNvSpPr>
            <a:spLocks noGrp="1"/>
          </p:cNvSpPr>
          <p:nvPr>
            <p:ph type="sldNum" idx="2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3BA380BC-3DC3-469A-B491-E6CA0FA463C2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1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5394327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90109768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672744" name="PlaceHolder 3"/>
          <p:cNvSpPr>
            <a:spLocks noGrp="1"/>
          </p:cNvSpPr>
          <p:nvPr>
            <p:ph type="sldNum" idx="2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44EF4C8C-AFA0-47D4-8353-2289096DA0FF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2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4995786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14234955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188727" name="PlaceHolder 3"/>
          <p:cNvSpPr>
            <a:spLocks noGrp="1"/>
          </p:cNvSpPr>
          <p:nvPr>
            <p:ph type="sldNum" idx="2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AAEC6F42-2F12-4A79-92CF-94D1A8E82A99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3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3013068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29742368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216849" name="PlaceHolder 3"/>
          <p:cNvSpPr>
            <a:spLocks noGrp="1"/>
          </p:cNvSpPr>
          <p:nvPr>
            <p:ph type="sldNum" idx="2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F0D7AD0-8254-406D-81D1-3609FB6B479F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4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326155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90976139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015462" name="PlaceHolder 3"/>
          <p:cNvSpPr>
            <a:spLocks noGrp="1"/>
          </p:cNvSpPr>
          <p:nvPr>
            <p:ph type="sldNum" idx="3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C4D6322C-C356-42D1-B4BE-63ECF1070721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5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7614964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89813310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1807480" name="PlaceHolder 3"/>
          <p:cNvSpPr>
            <a:spLocks noGrp="1"/>
          </p:cNvSpPr>
          <p:nvPr>
            <p:ph type="sldNum" idx="3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0D07399-5B0D-4DEA-8DA2-67C206787ED3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6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602622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2645856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0445019" name="PlaceHolder 3"/>
          <p:cNvSpPr>
            <a:spLocks noGrp="1"/>
          </p:cNvSpPr>
          <p:nvPr>
            <p:ph type="sldNum" idx="3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EE9C48B8-FA75-4BA4-B2FF-B1C664AC161C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7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680923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14736292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734436" name="PlaceHolder 3"/>
          <p:cNvSpPr>
            <a:spLocks noGrp="1"/>
          </p:cNvSpPr>
          <p:nvPr>
            <p:ph type="sldNum" idx="3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6CA1E2AB-280E-434A-8F1B-B2C7570ABE50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8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5068411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501826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lnSpc>
                <a:spcPct val="100000"/>
              </a:lnSpc>
              <a:buNone/>
              <a:defRPr/>
            </a:pPr>
            <a:r>
              <a:rPr lang="de-DE" sz="1800" b="0" u="none" strike="noStrike">
                <a:solidFill>
                  <a:srgbClr val="000000"/>
                </a:solidFill>
                <a:latin typeface="Arial"/>
              </a:rPr>
              <a:t>Why: Identische Version von Javascript &amp; Node sowie Extensions</a:t>
            </a:r>
          </a:p>
        </p:txBody>
      </p:sp>
      <p:sp>
        <p:nvSpPr>
          <p:cNvPr id="1638487102" name="PlaceHolder 3"/>
          <p:cNvSpPr>
            <a:spLocks noGrp="1"/>
          </p:cNvSpPr>
          <p:nvPr>
            <p:ph type="sldNum" idx="3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D8663E0E-BDF7-440B-B3FC-7078E5DDCA68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9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737528" name="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8777931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  <a:defRPr/>
            </a:pPr>
            <a:endParaRPr lang="de-DE" sz="1800" b="0" u="none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508116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lang="de-DE" sz="1200" b="0" u="none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defRPr/>
            </a:pPr>
            <a:fld id="{1076D1D3-5FAD-44C6-B732-EBB6C9DED502}" type="slidenum">
              <a:rPr lang="de-DE" sz="1200" b="0" u="none" strike="noStrike">
                <a:solidFill>
                  <a:srgbClr val="000000"/>
                </a:solidFill>
                <a:latin typeface="Times New Roman"/>
              </a:rPr>
              <a:t>10</a:t>
            </a:fld>
            <a:endParaRPr lang="en-GB" sz="12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itelfolie">
    <p:bg>
      <p:bgPr>
        <a:solidFill>
          <a:schemeClr val="dk2">
            <a:lumMod val="25000"/>
            <a:lumOff val="75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0324688" name="PlaceHolder 1"/>
          <p:cNvSpPr>
            <a:spLocks noGrp="1"/>
          </p:cNvSpPr>
          <p:nvPr>
            <p:ph type="title"/>
          </p:nvPr>
        </p:nvSpPr>
        <p:spPr bwMode="auto">
          <a:xfrm>
            <a:off x="6071760" y="960120"/>
            <a:ext cx="5220720" cy="305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pic>
        <p:nvPicPr>
          <p:cNvPr id="427420486" name="Grafik 3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0618"/>
          <a:stretch/>
        </p:blipFill>
        <p:spPr bwMode="auto">
          <a:xfrm>
            <a:off x="0" y="0"/>
            <a:ext cx="61527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8804332" name="PlaceHolder 2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/>
              <a:buChar char=""/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Zusammenfassung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7599124" name="Grafik 6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9256" t="-148" r="58720" b="30269"/>
          <a:stretch/>
        </p:blipFill>
        <p:spPr bwMode="auto">
          <a:xfrm>
            <a:off x="8972640" y="5081400"/>
            <a:ext cx="3219120" cy="177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3946831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493083475" name="PlaceHolder 2"/>
          <p:cNvSpPr>
            <a:spLocks noGrp="1"/>
          </p:cNvSpPr>
          <p:nvPr>
            <p:ph type="body"/>
          </p:nvPr>
        </p:nvSpPr>
        <p:spPr bwMode="auto">
          <a:xfrm>
            <a:off x="911520" y="2058840"/>
            <a:ext cx="6192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685800" lvl="1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1143000" lvl="2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600200" lvl="3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2057400" lvl="4" indent="-228600" defTabSz="914400">
              <a:lnSpc>
                <a:spcPct val="10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1061968839" name="PlaceHolder 3"/>
          <p:cNvSpPr>
            <a:spLocks noGrp="1"/>
          </p:cNvSpPr>
          <p:nvPr>
            <p:ph type="body"/>
          </p:nvPr>
        </p:nvSpPr>
        <p:spPr bwMode="auto">
          <a:xfrm>
            <a:off x="8295480" y="2058840"/>
            <a:ext cx="300240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228600" indent="-22860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indent="0"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1216668578" name="PlaceHolder 4"/>
          <p:cNvSpPr>
            <a:spLocks noGrp="1"/>
          </p:cNvSpPr>
          <p:nvPr>
            <p:ph type="sldNum" idx="1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93A22222-393B-49A3-8CC3-66A1C4488197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5932907" name="PlaceHolder 5"/>
          <p:cNvSpPr>
            <a:spLocks noGrp="1"/>
          </p:cNvSpPr>
          <p:nvPr>
            <p:ph type="ftr" idx="2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abell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066139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51775128" name="PlaceHolder 2"/>
          <p:cNvSpPr>
            <a:spLocks noGrp="1"/>
          </p:cNvSpPr>
          <p:nvPr>
            <p:ph type="body"/>
          </p:nvPr>
        </p:nvSpPr>
        <p:spPr bwMode="auto">
          <a:xfrm>
            <a:off x="911520" y="2043360"/>
            <a:ext cx="10404720" cy="3925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685800" lvl="1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1143000" lvl="2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600200" lvl="3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2057400" lvl="4" indent="-228600" defTabSz="914400">
              <a:lnSpc>
                <a:spcPct val="100000"/>
              </a:lnSpc>
              <a:spcBef>
                <a:spcPts val="499"/>
              </a:spcBef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345922385" name="PlaceHolder 3"/>
          <p:cNvSpPr>
            <a:spLocks noGrp="1"/>
          </p:cNvSpPr>
          <p:nvPr>
            <p:ph type="sldNum" idx="3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9806B653-BCA3-4B05-AC01-13C6BDBF2D47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2312932" name="PlaceHolder 4"/>
          <p:cNvSpPr>
            <a:spLocks noGrp="1"/>
          </p:cNvSpPr>
          <p:nvPr>
            <p:ph type="ftr" idx="4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Vielen Dank">
    <p:bg>
      <p:bgPr>
        <a:solidFill>
          <a:schemeClr val="accent4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1001678" name="Grafik 6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433" t="-5524" r="24021" b="11733"/>
          <a:stretch/>
        </p:blipFill>
        <p:spPr bwMode="auto">
          <a:xfrm>
            <a:off x="4478040" y="0"/>
            <a:ext cx="7713360" cy="685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6744424" name="PlaceHolder 1"/>
          <p:cNvSpPr>
            <a:spLocks noGrp="1"/>
          </p:cNvSpPr>
          <p:nvPr>
            <p:ph type="title"/>
          </p:nvPr>
        </p:nvSpPr>
        <p:spPr bwMode="auto">
          <a:xfrm>
            <a:off x="911520" y="505080"/>
            <a:ext cx="5775120" cy="328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498805477" name="PlaceHolder 2"/>
          <p:cNvSpPr>
            <a:spLocks noGrp="1"/>
          </p:cNvSpPr>
          <p:nvPr>
            <p:ph type="body"/>
          </p:nvPr>
        </p:nvSpPr>
        <p:spPr bwMode="auto">
          <a:xfrm>
            <a:off x="911520" y="4006080"/>
            <a:ext cx="5793840" cy="2346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1257480" lvl="2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 </a:t>
            </a:r>
          </a:p>
          <a:p>
            <a:pPr marL="1714680" lvl="3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 </a:t>
            </a:r>
          </a:p>
          <a:p>
            <a:pPr marL="2171880" lvl="4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 </a:t>
            </a: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Abschnitts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3884524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4672440"/>
            <a:ext cx="10515240" cy="1298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grpSp>
        <p:nvGrpSpPr>
          <p:cNvPr id="1984365143" name="Gruppieren 814"/>
          <p:cNvGrpSpPr/>
          <p:nvPr/>
        </p:nvGrpSpPr>
        <p:grpSpPr bwMode="auto">
          <a:xfrm>
            <a:off x="5760" y="-50040"/>
            <a:ext cx="12185640" cy="3025440"/>
            <a:chOff x="5760" y="-50040"/>
            <a:chExt cx="12185640" cy="3025440"/>
          </a:xfrm>
        </p:grpSpPr>
        <p:sp>
          <p:nvSpPr>
            <p:cNvPr id="20" name="Freeform: Shape 11"/>
            <p:cNvSpPr/>
            <p:nvPr/>
          </p:nvSpPr>
          <p:spPr bwMode="auto">
            <a:xfrm>
              <a:off x="9865440" y="2327400"/>
              <a:ext cx="951840" cy="268200"/>
            </a:xfrm>
            <a:custGeom>
              <a:avLst/>
              <a:gdLst>
                <a:gd name="textAreaLeft" fmla="*/ 0 w 951840"/>
                <a:gd name="textAreaRight" fmla="*/ 952200 w 951840"/>
                <a:gd name="textAreaTop" fmla="*/ 0 h 268200"/>
                <a:gd name="textAreaBottom" fmla="*/ 268560 h 268200"/>
                <a:gd name="GluePoint1X" fmla="*/ 952262 w 952261"/>
                <a:gd name="GluePoint1Y" fmla="*/ 268535 h 268535"/>
                <a:gd name="GluePoint2X" fmla="*/ 475750 w 952261"/>
                <a:gd name="GluePoint2Y" fmla="*/ 116175 h 268535"/>
                <a:gd name="GluePoint3X" fmla="*/ 162900 w 952261"/>
                <a:gd name="GluePoint3Y" fmla="*/ 21711 h 268535"/>
                <a:gd name="GluePoint4X" fmla="*/ 159345 w 952261"/>
                <a:gd name="GluePoint4Y" fmla="*/ 16506 h 268535"/>
                <a:gd name="GluePoint5X" fmla="*/ 0 w 952261"/>
                <a:gd name="GluePoint5Y" fmla="*/ 0 h 268535"/>
                <a:gd name="GluePoint6X" fmla="*/ 133698 w 952261"/>
                <a:gd name="GluePoint6Y" fmla="*/ 38090 h 268535"/>
                <a:gd name="GluePoint7X" fmla="*/ 133698 w 952261"/>
                <a:gd name="GluePoint7Y" fmla="*/ 38090 h 268535"/>
                <a:gd name="GluePoint8X" fmla="*/ 134587 w 952261"/>
                <a:gd name="GluePoint8Y" fmla="*/ 38090 h 268535"/>
                <a:gd name="GluePoint9X" fmla="*/ 135475 w 952261"/>
                <a:gd name="GluePoint9Y" fmla="*/ 38725 h 268535"/>
                <a:gd name="GluePoint10X" fmla="*/ 135475 w 952261"/>
                <a:gd name="GluePoint10Y" fmla="*/ 38725 h 268535"/>
                <a:gd name="GluePoint11X" fmla="*/ 135475 w 952261"/>
                <a:gd name="GluePoint11Y" fmla="*/ 38725 h 268535"/>
                <a:gd name="GluePoint12X" fmla="*/ 135475 w 952261"/>
                <a:gd name="GluePoint12Y" fmla="*/ 39614 h 268535"/>
                <a:gd name="GluePoint13X" fmla="*/ 135475 w 952261"/>
                <a:gd name="GluePoint13Y" fmla="*/ 40503 h 268535"/>
                <a:gd name="GluePoint14X" fmla="*/ 135475 w 952261"/>
                <a:gd name="GluePoint14Y" fmla="*/ 41391 h 268535"/>
                <a:gd name="GluePoint15X" fmla="*/ 135475 w 952261"/>
                <a:gd name="GluePoint15Y" fmla="*/ 42407 h 268535"/>
                <a:gd name="GluePoint16X" fmla="*/ 135475 w 952261"/>
                <a:gd name="GluePoint16Y" fmla="*/ 42407 h 2685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952261" h="268535" extrusionOk="0">
                  <a:moveTo>
                    <a:pt x="952262" y="268535"/>
                  </a:moveTo>
                  <a:lnTo>
                    <a:pt x="475750" y="116175"/>
                  </a:lnTo>
                  <a:lnTo>
                    <a:pt x="162900" y="21711"/>
                  </a:lnTo>
                  <a:cubicBezTo>
                    <a:pt x="160628" y="21051"/>
                    <a:pt x="159130" y="18867"/>
                    <a:pt x="159345" y="16506"/>
                  </a:cubicBezTo>
                  <a:lnTo>
                    <a:pt x="0" y="0"/>
                  </a:lnTo>
                  <a:lnTo>
                    <a:pt x="133698" y="38090"/>
                  </a:lnTo>
                  <a:lnTo>
                    <a:pt x="133698" y="38090"/>
                  </a:lnTo>
                  <a:lnTo>
                    <a:pt x="134587" y="38090"/>
                  </a:lnTo>
                  <a:lnTo>
                    <a:pt x="135475" y="38725"/>
                  </a:lnTo>
                  <a:lnTo>
                    <a:pt x="135475" y="38725"/>
                  </a:lnTo>
                  <a:lnTo>
                    <a:pt x="135475" y="38725"/>
                  </a:lnTo>
                  <a:cubicBezTo>
                    <a:pt x="135500" y="39017"/>
                    <a:pt x="135500" y="39322"/>
                    <a:pt x="135475" y="39614"/>
                  </a:cubicBezTo>
                  <a:cubicBezTo>
                    <a:pt x="135526" y="39906"/>
                    <a:pt x="135526" y="40210"/>
                    <a:pt x="135475" y="40503"/>
                  </a:cubicBezTo>
                  <a:cubicBezTo>
                    <a:pt x="135538" y="40795"/>
                    <a:pt x="135538" y="41099"/>
                    <a:pt x="135475" y="41391"/>
                  </a:cubicBezTo>
                  <a:cubicBezTo>
                    <a:pt x="135538" y="41722"/>
                    <a:pt x="135538" y="42077"/>
                    <a:pt x="135475" y="42407"/>
                  </a:cubicBezTo>
                  <a:lnTo>
                    <a:pt x="135475" y="42407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" name="Freeform: Shape 12"/>
            <p:cNvSpPr/>
            <p:nvPr/>
          </p:nvSpPr>
          <p:spPr bwMode="auto">
            <a:xfrm>
              <a:off x="8614080" y="1807920"/>
              <a:ext cx="51120" cy="49679"/>
            </a:xfrm>
            <a:custGeom>
              <a:avLst/>
              <a:gdLst>
                <a:gd name="textAreaLeft" fmla="*/ 0 w 51120"/>
                <a:gd name="textAreaRight" fmla="*/ 51480 w 51120"/>
                <a:gd name="textAreaTop" fmla="*/ 0 h 49680"/>
                <a:gd name="textAreaBottom" fmla="*/ 50040 h 49680"/>
                <a:gd name="GluePoint1X" fmla="*/ 48502 w 51549"/>
                <a:gd name="GluePoint1Y" fmla="*/ 9142 h 49897"/>
                <a:gd name="GluePoint2X" fmla="*/ 48502 w 51549"/>
                <a:gd name="GluePoint2Y" fmla="*/ 9142 h 49897"/>
                <a:gd name="GluePoint3X" fmla="*/ 49518 w 51549"/>
                <a:gd name="GluePoint3Y" fmla="*/ 9142 h 49897"/>
                <a:gd name="GluePoint4X" fmla="*/ 50660 w 51549"/>
                <a:gd name="GluePoint4Y" fmla="*/ 9142 h 49897"/>
                <a:gd name="GluePoint5X" fmla="*/ 51549 w 51549"/>
                <a:gd name="GluePoint5Y" fmla="*/ 9142 h 49897"/>
                <a:gd name="GluePoint6X" fmla="*/ 51549 w 51549"/>
                <a:gd name="GluePoint6Y" fmla="*/ 635 h 49897"/>
                <a:gd name="GluePoint7X" fmla="*/ 51549 w 51549"/>
                <a:gd name="GluePoint7Y" fmla="*/ 635 h 49897"/>
                <a:gd name="GluePoint8X" fmla="*/ 49771 w 51549"/>
                <a:gd name="GluePoint8Y" fmla="*/ 635 h 49897"/>
                <a:gd name="GluePoint9X" fmla="*/ 47613 w 51549"/>
                <a:gd name="GluePoint9Y" fmla="*/ 0 h 49897"/>
                <a:gd name="GluePoint10X" fmla="*/ 0 w 51549"/>
                <a:gd name="GluePoint10Y" fmla="*/ 49898 h 498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51549" h="49897" extrusionOk="0">
                  <a:moveTo>
                    <a:pt x="48502" y="9142"/>
                  </a:moveTo>
                  <a:lnTo>
                    <a:pt x="48502" y="9142"/>
                  </a:lnTo>
                  <a:lnTo>
                    <a:pt x="49518" y="9142"/>
                  </a:lnTo>
                  <a:lnTo>
                    <a:pt x="50660" y="9142"/>
                  </a:lnTo>
                  <a:lnTo>
                    <a:pt x="51549" y="9142"/>
                  </a:lnTo>
                  <a:lnTo>
                    <a:pt x="51549" y="635"/>
                  </a:lnTo>
                  <a:lnTo>
                    <a:pt x="51549" y="635"/>
                  </a:lnTo>
                  <a:cubicBezTo>
                    <a:pt x="50965" y="762"/>
                    <a:pt x="50356" y="762"/>
                    <a:pt x="49771" y="635"/>
                  </a:cubicBezTo>
                  <a:lnTo>
                    <a:pt x="47613" y="0"/>
                  </a:lnTo>
                  <a:lnTo>
                    <a:pt x="0" y="49898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5040" rIns="9000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" name="Freeform: Shape 13"/>
            <p:cNvSpPr/>
            <p:nvPr/>
          </p:nvSpPr>
          <p:spPr bwMode="auto">
            <a:xfrm>
              <a:off x="6092280" y="292320"/>
              <a:ext cx="3458160" cy="1058400"/>
            </a:xfrm>
            <a:custGeom>
              <a:avLst/>
              <a:gdLst>
                <a:gd name="textAreaLeft" fmla="*/ 0 w 3458160"/>
                <a:gd name="textAreaRight" fmla="*/ 3458520 w 3458160"/>
                <a:gd name="textAreaTop" fmla="*/ 0 h 1058400"/>
                <a:gd name="textAreaBottom" fmla="*/ 1058760 h 1058400"/>
                <a:gd name="GluePoint1X" fmla="*/ 3121388 w 3458361"/>
                <a:gd name="GluePoint1Y" fmla="*/ 956951 h 1058651"/>
                <a:gd name="GluePoint2X" fmla="*/ 3121388 w 3458361"/>
                <a:gd name="GluePoint2Y" fmla="*/ 956951 h 1058651"/>
                <a:gd name="GluePoint3X" fmla="*/ 3120245 w 3458361"/>
                <a:gd name="GluePoint3Y" fmla="*/ 956316 h 1058651"/>
                <a:gd name="GluePoint4X" fmla="*/ 3119483 w 3458361"/>
                <a:gd name="GluePoint4Y" fmla="*/ 956316 h 1058651"/>
                <a:gd name="GluePoint5X" fmla="*/ 3119483 w 3458361"/>
                <a:gd name="GluePoint5Y" fmla="*/ 955554 h 1058651"/>
                <a:gd name="GluePoint6X" fmla="*/ 3119483 w 3458361"/>
                <a:gd name="GluePoint6Y" fmla="*/ 954792 h 1058651"/>
                <a:gd name="GluePoint7X" fmla="*/ 3119483 w 3458361"/>
                <a:gd name="GluePoint7Y" fmla="*/ 953903 h 1058651"/>
                <a:gd name="GluePoint8X" fmla="*/ 3119483 w 3458361"/>
                <a:gd name="GluePoint8Y" fmla="*/ 952888 h 1058651"/>
                <a:gd name="GluePoint9X" fmla="*/ 3119483 w 3458361"/>
                <a:gd name="GluePoint9Y" fmla="*/ 952888 h 1058651"/>
                <a:gd name="GluePoint10X" fmla="*/ 3119483 w 3458361"/>
                <a:gd name="GluePoint10Y" fmla="*/ 331384 h 1058651"/>
                <a:gd name="GluePoint11X" fmla="*/ 3119483 w 3458361"/>
                <a:gd name="GluePoint11Y" fmla="*/ 331384 h 1058651"/>
                <a:gd name="GluePoint12X" fmla="*/ 3119483 w 3458361"/>
                <a:gd name="GluePoint12Y" fmla="*/ 330495 h 1058651"/>
                <a:gd name="GluePoint13X" fmla="*/ 3119483 w 3458361"/>
                <a:gd name="GluePoint13Y" fmla="*/ 330495 h 1058651"/>
                <a:gd name="GluePoint14X" fmla="*/ 3119483 w 3458361"/>
                <a:gd name="GluePoint14Y" fmla="*/ 330495 h 1058651"/>
                <a:gd name="GluePoint15X" fmla="*/ 3119483 w 3458361"/>
                <a:gd name="GluePoint15Y" fmla="*/ 330495 h 1058651"/>
                <a:gd name="GluePoint16X" fmla="*/ 3119483 w 3458361"/>
                <a:gd name="GluePoint16Y" fmla="*/ 329733 h 1058651"/>
                <a:gd name="GluePoint17X" fmla="*/ 3119483 w 3458361"/>
                <a:gd name="GluePoint17Y" fmla="*/ 329733 h 1058651"/>
                <a:gd name="GluePoint18X" fmla="*/ 3238579 w 3458361"/>
                <a:gd name="GluePoint18Y" fmla="*/ 232604 h 1058651"/>
                <a:gd name="GluePoint19X" fmla="*/ 2857675 w 3458361"/>
                <a:gd name="GluePoint19Y" fmla="*/ 117699 h 1058651"/>
                <a:gd name="GluePoint20X" fmla="*/ 2857675 w 3458361"/>
                <a:gd name="GluePoint20Y" fmla="*/ 565638 h 1058651"/>
                <a:gd name="GluePoint21X" fmla="*/ 2857675 w 3458361"/>
                <a:gd name="GluePoint21Y" fmla="*/ 565638 h 1058651"/>
                <a:gd name="GluePoint22X" fmla="*/ 2857675 w 3458361"/>
                <a:gd name="GluePoint22Y" fmla="*/ 566781 h 1058651"/>
                <a:gd name="GluePoint23X" fmla="*/ 2857675 w 3458361"/>
                <a:gd name="GluePoint23Y" fmla="*/ 567543 h 1058651"/>
                <a:gd name="GluePoint24X" fmla="*/ 2857675 w 3458361"/>
                <a:gd name="GluePoint24Y" fmla="*/ 567543 h 1058651"/>
                <a:gd name="GluePoint25X" fmla="*/ 2856913 w 3458361"/>
                <a:gd name="GluePoint25Y" fmla="*/ 568432 h 1058651"/>
                <a:gd name="GluePoint26X" fmla="*/ 2856913 w 3458361"/>
                <a:gd name="GluePoint26Y" fmla="*/ 568432 h 1058651"/>
                <a:gd name="GluePoint27X" fmla="*/ 2602976 w 3458361"/>
                <a:gd name="GluePoint27Y" fmla="*/ 774753 h 1058651"/>
                <a:gd name="GluePoint28X" fmla="*/ 2602976 w 3458361"/>
                <a:gd name="GluePoint28Y" fmla="*/ 774753 h 1058651"/>
                <a:gd name="GluePoint29X" fmla="*/ 2602976 w 3458361"/>
                <a:gd name="GluePoint29Y" fmla="*/ 774753 h 1058651"/>
                <a:gd name="GluePoint30X" fmla="*/ 2600056 w 3458361"/>
                <a:gd name="GluePoint30Y" fmla="*/ 775642 h 1058651"/>
                <a:gd name="GluePoint31X" fmla="*/ 2598406 w 3458361"/>
                <a:gd name="GluePoint31Y" fmla="*/ 775642 h 1058651"/>
                <a:gd name="GluePoint32X" fmla="*/ 28060 w 3458361"/>
                <a:gd name="GluePoint32Y" fmla="*/ 0 h 1058651"/>
                <a:gd name="GluePoint33X" fmla="*/ 28060 w 3458361"/>
                <a:gd name="GluePoint33Y" fmla="*/ 0 h 1058651"/>
                <a:gd name="GluePoint34X" fmla="*/ 28949 w 3458361"/>
                <a:gd name="GluePoint34Y" fmla="*/ 0 h 1058651"/>
                <a:gd name="GluePoint35X" fmla="*/ 28949 w 3458361"/>
                <a:gd name="GluePoint35Y" fmla="*/ 0 h 1058651"/>
                <a:gd name="GluePoint36X" fmla="*/ 28949 w 3458361"/>
                <a:gd name="GluePoint36Y" fmla="*/ 0 h 1058651"/>
                <a:gd name="GluePoint37X" fmla="*/ 28949 w 3458361"/>
                <a:gd name="GluePoint37Y" fmla="*/ 0 h 1058651"/>
                <a:gd name="GluePoint38X" fmla="*/ 28949 w 3458361"/>
                <a:gd name="GluePoint38Y" fmla="*/ 762 h 1058651"/>
                <a:gd name="GluePoint39X" fmla="*/ 28949 w 3458361"/>
                <a:gd name="GluePoint39Y" fmla="*/ 762 h 1058651"/>
                <a:gd name="GluePoint40X" fmla="*/ 28949 w 3458361"/>
                <a:gd name="GluePoint40Y" fmla="*/ 1524 h 1058651"/>
                <a:gd name="GluePoint41X" fmla="*/ 28949 w 3458361"/>
                <a:gd name="GluePoint41Y" fmla="*/ 2412 h 1058651"/>
                <a:gd name="GluePoint42X" fmla="*/ 28949 w 3458361"/>
                <a:gd name="GluePoint42Y" fmla="*/ 2412 h 1058651"/>
                <a:gd name="GluePoint43X" fmla="*/ 28949 w 3458361"/>
                <a:gd name="GluePoint43Y" fmla="*/ 623408 h 1058651"/>
                <a:gd name="GluePoint44X" fmla="*/ 28949 w 3458361"/>
                <a:gd name="GluePoint44Y" fmla="*/ 623408 h 1058651"/>
                <a:gd name="GluePoint45X" fmla="*/ 28949 w 3458361"/>
                <a:gd name="GluePoint45Y" fmla="*/ 624424 h 1058651"/>
                <a:gd name="GluePoint46X" fmla="*/ 28949 w 3458361"/>
                <a:gd name="GluePoint46Y" fmla="*/ 625186 h 1058651"/>
                <a:gd name="GluePoint47X" fmla="*/ 28314 w 3458361"/>
                <a:gd name="GluePoint47Y" fmla="*/ 625948 h 1058651"/>
                <a:gd name="GluePoint48X" fmla="*/ 27679 w 3458361"/>
                <a:gd name="GluePoint48Y" fmla="*/ 626836 h 1058651"/>
                <a:gd name="GluePoint49X" fmla="*/ 27679 w 3458361"/>
                <a:gd name="GluePoint49Y" fmla="*/ 626836 h 1058651"/>
                <a:gd name="GluePoint50X" fmla="*/ 0 w 3458361"/>
                <a:gd name="GluePoint50Y" fmla="*/ 649563 h 1058651"/>
                <a:gd name="GluePoint51X" fmla="*/ 955309 w 3458361"/>
                <a:gd name="GluePoint51Y" fmla="*/ 747582 h 1058651"/>
                <a:gd name="GluePoint52X" fmla="*/ 955309 w 3458361"/>
                <a:gd name="GluePoint52Y" fmla="*/ 634073 h 1058651"/>
                <a:gd name="GluePoint53X" fmla="*/ 955309 w 3458361"/>
                <a:gd name="GluePoint53Y" fmla="*/ 633439 h 1058651"/>
                <a:gd name="GluePoint54X" fmla="*/ 955309 w 3458361"/>
                <a:gd name="GluePoint54Y" fmla="*/ 632677 h 1058651"/>
                <a:gd name="GluePoint55X" fmla="*/ 955309 w 3458361"/>
                <a:gd name="GluePoint55Y" fmla="*/ 632677 h 1058651"/>
                <a:gd name="GluePoint56X" fmla="*/ 955309 w 3458361"/>
                <a:gd name="GluePoint56Y" fmla="*/ 632677 h 1058651"/>
                <a:gd name="GluePoint57X" fmla="*/ 955309 w 3458361"/>
                <a:gd name="GluePoint57Y" fmla="*/ 631788 h 1058651"/>
                <a:gd name="GluePoint58X" fmla="*/ 955309 w 3458361"/>
                <a:gd name="GluePoint58Y" fmla="*/ 631153 h 1058651"/>
                <a:gd name="GluePoint59X" fmla="*/ 955309 w 3458361"/>
                <a:gd name="GluePoint59Y" fmla="*/ 631153 h 1058651"/>
                <a:gd name="GluePoint60X" fmla="*/ 1167473 w 3458361"/>
                <a:gd name="GluePoint60Y" fmla="*/ 412389 h 1058651"/>
                <a:gd name="GluePoint61X" fmla="*/ 1167473 w 3458361"/>
                <a:gd name="GluePoint61Y" fmla="*/ 412389 h 1058651"/>
                <a:gd name="GluePoint62X" fmla="*/ 1167473 w 3458361"/>
                <a:gd name="GluePoint62Y" fmla="*/ 412389 h 1058651"/>
                <a:gd name="GluePoint63X" fmla="*/ 1168362 w 3458361"/>
                <a:gd name="GluePoint63Y" fmla="*/ 412389 h 1058651"/>
                <a:gd name="GluePoint64X" fmla="*/ 1169251 w 3458361"/>
                <a:gd name="GluePoint64Y" fmla="*/ 412389 h 1058651"/>
                <a:gd name="GluePoint65X" fmla="*/ 1170266 w 3458361"/>
                <a:gd name="GluePoint65Y" fmla="*/ 412389 h 1058651"/>
                <a:gd name="GluePoint66X" fmla="*/ 1176107 w 3458361"/>
                <a:gd name="GluePoint66Y" fmla="*/ 412389 h 1058651"/>
                <a:gd name="GluePoint67X" fmla="*/ 1758637 w 3458361"/>
                <a:gd name="GluePoint67Y" fmla="*/ 545070 h 1058651"/>
                <a:gd name="GluePoint68X" fmla="*/ 1758637 w 3458361"/>
                <a:gd name="GluePoint68Y" fmla="*/ 545070 h 1058651"/>
                <a:gd name="GluePoint69X" fmla="*/ 1758637 w 3458361"/>
                <a:gd name="GluePoint69Y" fmla="*/ 545070 h 1058651"/>
                <a:gd name="GluePoint70X" fmla="*/ 1758637 w 3458361"/>
                <a:gd name="GluePoint70Y" fmla="*/ 545070 h 1058651"/>
                <a:gd name="GluePoint71X" fmla="*/ 1759399 w 3458361"/>
                <a:gd name="GluePoint71Y" fmla="*/ 545070 h 1058651"/>
                <a:gd name="GluePoint72X" fmla="*/ 1759399 w 3458361"/>
                <a:gd name="GluePoint72Y" fmla="*/ 545070 h 1058651"/>
                <a:gd name="GluePoint73X" fmla="*/ 1759399 w 3458361"/>
                <a:gd name="GluePoint73Y" fmla="*/ 545070 h 1058651"/>
                <a:gd name="GluePoint74X" fmla="*/ 1759399 w 3458361"/>
                <a:gd name="GluePoint74Y" fmla="*/ 545070 h 1058651"/>
                <a:gd name="GluePoint75X" fmla="*/ 1759399 w 3458361"/>
                <a:gd name="GluePoint75Y" fmla="*/ 545070 h 1058651"/>
                <a:gd name="GluePoint76X" fmla="*/ 1759399 w 3458361"/>
                <a:gd name="GluePoint76Y" fmla="*/ 545704 h 1058651"/>
                <a:gd name="GluePoint77X" fmla="*/ 1759399 w 3458361"/>
                <a:gd name="GluePoint77Y" fmla="*/ 546466 h 1058651"/>
                <a:gd name="GluePoint78X" fmla="*/ 1759399 w 3458361"/>
                <a:gd name="GluePoint78Y" fmla="*/ 753550 h 1058651"/>
                <a:gd name="GluePoint79X" fmla="*/ 1759399 w 3458361"/>
                <a:gd name="GluePoint79Y" fmla="*/ 753550 h 1058651"/>
                <a:gd name="GluePoint80X" fmla="*/ 1759399 w 3458361"/>
                <a:gd name="GluePoint80Y" fmla="*/ 754692 h 1058651"/>
                <a:gd name="GluePoint81X" fmla="*/ 1759399 w 3458361"/>
                <a:gd name="GluePoint81Y" fmla="*/ 755454 h 1058651"/>
                <a:gd name="GluePoint82X" fmla="*/ 1759399 w 3458361"/>
                <a:gd name="GluePoint82Y" fmla="*/ 756089 h 1058651"/>
                <a:gd name="GluePoint83X" fmla="*/ 1758765 w 3458361"/>
                <a:gd name="GluePoint83Y" fmla="*/ 756978 h 1058651"/>
                <a:gd name="GluePoint84X" fmla="*/ 1758765 w 3458361"/>
                <a:gd name="GluePoint84Y" fmla="*/ 756978 h 1058651"/>
                <a:gd name="GluePoint85X" fmla="*/ 1722070 w 3458361"/>
                <a:gd name="GluePoint85Y" fmla="*/ 792528 h 1058651"/>
                <a:gd name="GluePoint86X" fmla="*/ 1722070 w 3458361"/>
                <a:gd name="GluePoint86Y" fmla="*/ 792528 h 1058651"/>
                <a:gd name="GluePoint87X" fmla="*/ 1683345 w 3458361"/>
                <a:gd name="GluePoint87Y" fmla="*/ 823889 h 1058651"/>
                <a:gd name="GluePoint88X" fmla="*/ 2973724 w 3458361"/>
                <a:gd name="GluePoint88Y" fmla="*/ 956189 h 1058651"/>
                <a:gd name="GluePoint89X" fmla="*/ 2974866 w 3458361"/>
                <a:gd name="GluePoint89Y" fmla="*/ 956189 h 1058651"/>
                <a:gd name="GluePoint90X" fmla="*/ 3057904 w 3458361"/>
                <a:gd name="GluePoint90Y" fmla="*/ 981582 h 1058651"/>
                <a:gd name="GluePoint91X" fmla="*/ 3458361 w 3458361"/>
                <a:gd name="GluePoint91Y" fmla="*/ 1058651 h 105865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  <a:cxn ang="0">
                  <a:pos x="GluePoint35X" y="GluePoint35Y"/>
                </a:cxn>
                <a:cxn ang="0">
                  <a:pos x="GluePoint36X" y="GluePoint36Y"/>
                </a:cxn>
                <a:cxn ang="0">
                  <a:pos x="GluePoint37X" y="GluePoint37Y"/>
                </a:cxn>
                <a:cxn ang="0">
                  <a:pos x="GluePoint38X" y="GluePoint38Y"/>
                </a:cxn>
                <a:cxn ang="0">
                  <a:pos x="GluePoint39X" y="GluePoint39Y"/>
                </a:cxn>
                <a:cxn ang="0">
                  <a:pos x="GluePoint40X" y="GluePoint40Y"/>
                </a:cxn>
                <a:cxn ang="0">
                  <a:pos x="GluePoint41X" y="GluePoint41Y"/>
                </a:cxn>
                <a:cxn ang="0">
                  <a:pos x="GluePoint42X" y="GluePoint42Y"/>
                </a:cxn>
                <a:cxn ang="0">
                  <a:pos x="GluePoint43X" y="GluePoint43Y"/>
                </a:cxn>
                <a:cxn ang="0">
                  <a:pos x="GluePoint44X" y="GluePoint44Y"/>
                </a:cxn>
                <a:cxn ang="0">
                  <a:pos x="GluePoint45X" y="GluePoint45Y"/>
                </a:cxn>
                <a:cxn ang="0">
                  <a:pos x="GluePoint46X" y="GluePoint46Y"/>
                </a:cxn>
                <a:cxn ang="0">
                  <a:pos x="GluePoint47X" y="GluePoint47Y"/>
                </a:cxn>
                <a:cxn ang="0">
                  <a:pos x="GluePoint48X" y="GluePoint48Y"/>
                </a:cxn>
                <a:cxn ang="0">
                  <a:pos x="GluePoint49X" y="GluePoint49Y"/>
                </a:cxn>
                <a:cxn ang="0">
                  <a:pos x="GluePoint50X" y="GluePoint50Y"/>
                </a:cxn>
                <a:cxn ang="0">
                  <a:pos x="GluePoint51X" y="GluePoint51Y"/>
                </a:cxn>
                <a:cxn ang="0">
                  <a:pos x="GluePoint52X" y="GluePoint52Y"/>
                </a:cxn>
                <a:cxn ang="0">
                  <a:pos x="GluePoint53X" y="GluePoint53Y"/>
                </a:cxn>
                <a:cxn ang="0">
                  <a:pos x="GluePoint54X" y="GluePoint54Y"/>
                </a:cxn>
                <a:cxn ang="0">
                  <a:pos x="GluePoint55X" y="GluePoint55Y"/>
                </a:cxn>
                <a:cxn ang="0">
                  <a:pos x="GluePoint56X" y="GluePoint56Y"/>
                </a:cxn>
                <a:cxn ang="0">
                  <a:pos x="GluePoint57X" y="GluePoint57Y"/>
                </a:cxn>
                <a:cxn ang="0">
                  <a:pos x="GluePoint58X" y="GluePoint58Y"/>
                </a:cxn>
                <a:cxn ang="0">
                  <a:pos x="GluePoint59X" y="GluePoint59Y"/>
                </a:cxn>
                <a:cxn ang="0">
                  <a:pos x="GluePoint60X" y="GluePoint60Y"/>
                </a:cxn>
                <a:cxn ang="0">
                  <a:pos x="GluePoint61X" y="GluePoint61Y"/>
                </a:cxn>
                <a:cxn ang="0">
                  <a:pos x="GluePoint62X" y="GluePoint62Y"/>
                </a:cxn>
                <a:cxn ang="0">
                  <a:pos x="GluePoint63X" y="GluePoint63Y"/>
                </a:cxn>
                <a:cxn ang="0">
                  <a:pos x="GluePoint64X" y="GluePoint64Y"/>
                </a:cxn>
                <a:cxn ang="0">
                  <a:pos x="GluePoint65X" y="GluePoint65Y"/>
                </a:cxn>
                <a:cxn ang="0">
                  <a:pos x="GluePoint66X" y="GluePoint66Y"/>
                </a:cxn>
                <a:cxn ang="0">
                  <a:pos x="GluePoint67X" y="GluePoint67Y"/>
                </a:cxn>
                <a:cxn ang="0">
                  <a:pos x="GluePoint68X" y="GluePoint68Y"/>
                </a:cxn>
                <a:cxn ang="0">
                  <a:pos x="GluePoint69X" y="GluePoint69Y"/>
                </a:cxn>
                <a:cxn ang="0">
                  <a:pos x="GluePoint70X" y="GluePoint70Y"/>
                </a:cxn>
                <a:cxn ang="0">
                  <a:pos x="GluePoint71X" y="GluePoint71Y"/>
                </a:cxn>
                <a:cxn ang="0">
                  <a:pos x="GluePoint72X" y="GluePoint72Y"/>
                </a:cxn>
                <a:cxn ang="0">
                  <a:pos x="GluePoint73X" y="GluePoint73Y"/>
                </a:cxn>
                <a:cxn ang="0">
                  <a:pos x="GluePoint74X" y="GluePoint74Y"/>
                </a:cxn>
                <a:cxn ang="0">
                  <a:pos x="GluePoint75X" y="GluePoint75Y"/>
                </a:cxn>
                <a:cxn ang="0">
                  <a:pos x="GluePoint76X" y="GluePoint76Y"/>
                </a:cxn>
                <a:cxn ang="0">
                  <a:pos x="GluePoint77X" y="GluePoint77Y"/>
                </a:cxn>
                <a:cxn ang="0">
                  <a:pos x="GluePoint78X" y="GluePoint78Y"/>
                </a:cxn>
                <a:cxn ang="0">
                  <a:pos x="GluePoint79X" y="GluePoint79Y"/>
                </a:cxn>
                <a:cxn ang="0">
                  <a:pos x="GluePoint80X" y="GluePoint80Y"/>
                </a:cxn>
                <a:cxn ang="0">
                  <a:pos x="GluePoint81X" y="GluePoint81Y"/>
                </a:cxn>
                <a:cxn ang="0">
                  <a:pos x="GluePoint82X" y="GluePoint82Y"/>
                </a:cxn>
                <a:cxn ang="0">
                  <a:pos x="GluePoint83X" y="GluePoint83Y"/>
                </a:cxn>
                <a:cxn ang="0">
                  <a:pos x="GluePoint84X" y="GluePoint84Y"/>
                </a:cxn>
                <a:cxn ang="0">
                  <a:pos x="GluePoint85X" y="GluePoint85Y"/>
                </a:cxn>
                <a:cxn ang="0">
                  <a:pos x="GluePoint86X" y="GluePoint86Y"/>
                </a:cxn>
                <a:cxn ang="0">
                  <a:pos x="GluePoint87X" y="GluePoint87Y"/>
                </a:cxn>
                <a:cxn ang="0">
                  <a:pos x="GluePoint88X" y="GluePoint88Y"/>
                </a:cxn>
                <a:cxn ang="0">
                  <a:pos x="GluePoint89X" y="GluePoint89Y"/>
                </a:cxn>
                <a:cxn ang="0">
                  <a:pos x="GluePoint90X" y="GluePoint90Y"/>
                </a:cxn>
                <a:cxn ang="0">
                  <a:pos x="GluePoint91X" y="GluePoint91Y"/>
                </a:cxn>
              </a:cxnLst>
              <a:rect l="textAreaLeft" t="textAreaTop" r="textAreaRight" b="textAreaBottom"/>
              <a:pathLst>
                <a:path w="3458361" h="1058651" extrusionOk="0">
                  <a:moveTo>
                    <a:pt x="3121388" y="956951"/>
                  </a:moveTo>
                  <a:lnTo>
                    <a:pt x="3121388" y="956951"/>
                  </a:lnTo>
                  <a:lnTo>
                    <a:pt x="3120245" y="956316"/>
                  </a:lnTo>
                  <a:lnTo>
                    <a:pt x="3119483" y="956316"/>
                  </a:lnTo>
                  <a:lnTo>
                    <a:pt x="3119483" y="955554"/>
                  </a:lnTo>
                  <a:lnTo>
                    <a:pt x="3119483" y="954792"/>
                  </a:lnTo>
                  <a:cubicBezTo>
                    <a:pt x="3119483" y="954792"/>
                    <a:pt x="3119483" y="954158"/>
                    <a:pt x="3119483" y="953903"/>
                  </a:cubicBezTo>
                  <a:cubicBezTo>
                    <a:pt x="3119433" y="953561"/>
                    <a:pt x="3119433" y="953218"/>
                    <a:pt x="3119483" y="952888"/>
                  </a:cubicBezTo>
                  <a:lnTo>
                    <a:pt x="3119483" y="952888"/>
                  </a:lnTo>
                  <a:lnTo>
                    <a:pt x="3119483" y="331384"/>
                  </a:lnTo>
                  <a:lnTo>
                    <a:pt x="3119483" y="331384"/>
                  </a:lnTo>
                  <a:cubicBezTo>
                    <a:pt x="3119483" y="331384"/>
                    <a:pt x="3119483" y="331384"/>
                    <a:pt x="3119483" y="330495"/>
                  </a:cubicBezTo>
                  <a:cubicBezTo>
                    <a:pt x="3119483" y="329607"/>
                    <a:pt x="3119483" y="330495"/>
                    <a:pt x="3119483" y="330495"/>
                  </a:cubicBezTo>
                  <a:lnTo>
                    <a:pt x="3119483" y="330495"/>
                  </a:lnTo>
                  <a:lnTo>
                    <a:pt x="3119483" y="330495"/>
                  </a:lnTo>
                  <a:lnTo>
                    <a:pt x="3119483" y="329733"/>
                  </a:lnTo>
                  <a:lnTo>
                    <a:pt x="3119483" y="329733"/>
                  </a:lnTo>
                  <a:lnTo>
                    <a:pt x="3238579" y="232604"/>
                  </a:lnTo>
                  <a:lnTo>
                    <a:pt x="2857675" y="117699"/>
                  </a:lnTo>
                  <a:lnTo>
                    <a:pt x="2857675" y="565638"/>
                  </a:lnTo>
                  <a:lnTo>
                    <a:pt x="2857675" y="565638"/>
                  </a:lnTo>
                  <a:cubicBezTo>
                    <a:pt x="2857738" y="566019"/>
                    <a:pt x="2857738" y="566400"/>
                    <a:pt x="2857675" y="566781"/>
                  </a:cubicBezTo>
                  <a:cubicBezTo>
                    <a:pt x="2857738" y="567035"/>
                    <a:pt x="2857738" y="567289"/>
                    <a:pt x="2857675" y="567543"/>
                  </a:cubicBezTo>
                  <a:lnTo>
                    <a:pt x="2857675" y="567543"/>
                  </a:lnTo>
                  <a:lnTo>
                    <a:pt x="2856913" y="568432"/>
                  </a:lnTo>
                  <a:lnTo>
                    <a:pt x="2856913" y="568432"/>
                  </a:lnTo>
                  <a:lnTo>
                    <a:pt x="2602976" y="774753"/>
                  </a:lnTo>
                  <a:lnTo>
                    <a:pt x="2602976" y="774753"/>
                  </a:lnTo>
                  <a:lnTo>
                    <a:pt x="2602976" y="774753"/>
                  </a:lnTo>
                  <a:cubicBezTo>
                    <a:pt x="2602100" y="775312"/>
                    <a:pt x="2601097" y="775616"/>
                    <a:pt x="2600056" y="775642"/>
                  </a:cubicBezTo>
                  <a:lnTo>
                    <a:pt x="2598406" y="775642"/>
                  </a:lnTo>
                  <a:lnTo>
                    <a:pt x="28060" y="0"/>
                  </a:lnTo>
                  <a:lnTo>
                    <a:pt x="28060" y="0"/>
                  </a:lnTo>
                  <a:lnTo>
                    <a:pt x="28949" y="0"/>
                  </a:lnTo>
                  <a:lnTo>
                    <a:pt x="28949" y="0"/>
                  </a:lnTo>
                  <a:lnTo>
                    <a:pt x="28949" y="0"/>
                  </a:lnTo>
                  <a:cubicBezTo>
                    <a:pt x="28949" y="0"/>
                    <a:pt x="28949" y="0"/>
                    <a:pt x="28949" y="0"/>
                  </a:cubicBezTo>
                  <a:cubicBezTo>
                    <a:pt x="28987" y="254"/>
                    <a:pt x="28987" y="508"/>
                    <a:pt x="28949" y="762"/>
                  </a:cubicBezTo>
                  <a:lnTo>
                    <a:pt x="28949" y="762"/>
                  </a:lnTo>
                  <a:lnTo>
                    <a:pt x="28949" y="1524"/>
                  </a:lnTo>
                  <a:cubicBezTo>
                    <a:pt x="28949" y="1524"/>
                    <a:pt x="28949" y="1524"/>
                    <a:pt x="28949" y="2412"/>
                  </a:cubicBezTo>
                  <a:lnTo>
                    <a:pt x="28949" y="2412"/>
                  </a:lnTo>
                  <a:lnTo>
                    <a:pt x="28949" y="623408"/>
                  </a:lnTo>
                  <a:lnTo>
                    <a:pt x="28949" y="623408"/>
                  </a:lnTo>
                  <a:cubicBezTo>
                    <a:pt x="29025" y="623738"/>
                    <a:pt x="29025" y="624094"/>
                    <a:pt x="28949" y="624424"/>
                  </a:cubicBezTo>
                  <a:cubicBezTo>
                    <a:pt x="28949" y="624424"/>
                    <a:pt x="28949" y="624424"/>
                    <a:pt x="28949" y="625186"/>
                  </a:cubicBezTo>
                  <a:lnTo>
                    <a:pt x="28314" y="625948"/>
                  </a:lnTo>
                  <a:lnTo>
                    <a:pt x="27679" y="626836"/>
                  </a:lnTo>
                  <a:lnTo>
                    <a:pt x="27679" y="626836"/>
                  </a:lnTo>
                  <a:lnTo>
                    <a:pt x="0" y="649563"/>
                  </a:lnTo>
                  <a:lnTo>
                    <a:pt x="955309" y="747582"/>
                  </a:lnTo>
                  <a:lnTo>
                    <a:pt x="955309" y="634073"/>
                  </a:lnTo>
                  <a:cubicBezTo>
                    <a:pt x="955245" y="633870"/>
                    <a:pt x="955245" y="633642"/>
                    <a:pt x="955309" y="633439"/>
                  </a:cubicBezTo>
                  <a:lnTo>
                    <a:pt x="955309" y="632677"/>
                  </a:lnTo>
                  <a:lnTo>
                    <a:pt x="955309" y="632677"/>
                  </a:lnTo>
                  <a:lnTo>
                    <a:pt x="955309" y="632677"/>
                  </a:lnTo>
                  <a:cubicBezTo>
                    <a:pt x="955283" y="632385"/>
                    <a:pt x="955283" y="632080"/>
                    <a:pt x="955309" y="631788"/>
                  </a:cubicBezTo>
                  <a:lnTo>
                    <a:pt x="955309" y="631153"/>
                  </a:lnTo>
                  <a:lnTo>
                    <a:pt x="955309" y="631153"/>
                  </a:lnTo>
                  <a:lnTo>
                    <a:pt x="1167473" y="412389"/>
                  </a:lnTo>
                  <a:lnTo>
                    <a:pt x="1167473" y="412389"/>
                  </a:lnTo>
                  <a:lnTo>
                    <a:pt x="1167473" y="412389"/>
                  </a:lnTo>
                  <a:cubicBezTo>
                    <a:pt x="1167765" y="412326"/>
                    <a:pt x="1168070" y="412326"/>
                    <a:pt x="1168362" y="412389"/>
                  </a:cubicBezTo>
                  <a:lnTo>
                    <a:pt x="1169251" y="412389"/>
                  </a:lnTo>
                  <a:lnTo>
                    <a:pt x="1170266" y="412389"/>
                  </a:lnTo>
                  <a:lnTo>
                    <a:pt x="1176107" y="412389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8637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lnTo>
                    <a:pt x="1759399" y="545070"/>
                  </a:lnTo>
                  <a:cubicBezTo>
                    <a:pt x="1759399" y="545070"/>
                    <a:pt x="1759399" y="545070"/>
                    <a:pt x="1759399" y="545704"/>
                  </a:cubicBezTo>
                  <a:cubicBezTo>
                    <a:pt x="1759463" y="545958"/>
                    <a:pt x="1759463" y="546212"/>
                    <a:pt x="1759399" y="546466"/>
                  </a:cubicBezTo>
                  <a:lnTo>
                    <a:pt x="1759399" y="753550"/>
                  </a:lnTo>
                  <a:lnTo>
                    <a:pt x="1759399" y="753550"/>
                  </a:lnTo>
                  <a:cubicBezTo>
                    <a:pt x="1759463" y="753930"/>
                    <a:pt x="1759463" y="754311"/>
                    <a:pt x="1759399" y="754692"/>
                  </a:cubicBezTo>
                  <a:lnTo>
                    <a:pt x="1759399" y="755454"/>
                  </a:lnTo>
                  <a:lnTo>
                    <a:pt x="1759399" y="756089"/>
                  </a:lnTo>
                  <a:lnTo>
                    <a:pt x="1758765" y="756978"/>
                  </a:lnTo>
                  <a:lnTo>
                    <a:pt x="1758765" y="756978"/>
                  </a:lnTo>
                  <a:lnTo>
                    <a:pt x="1722070" y="792528"/>
                  </a:lnTo>
                  <a:lnTo>
                    <a:pt x="1722070" y="792528"/>
                  </a:lnTo>
                  <a:lnTo>
                    <a:pt x="1683345" y="823889"/>
                  </a:lnTo>
                  <a:lnTo>
                    <a:pt x="2973724" y="956189"/>
                  </a:lnTo>
                  <a:lnTo>
                    <a:pt x="2974866" y="956189"/>
                  </a:lnTo>
                  <a:lnTo>
                    <a:pt x="3057904" y="981582"/>
                  </a:lnTo>
                  <a:lnTo>
                    <a:pt x="3458361" y="1058651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" name="Freeform: Shape 15"/>
            <p:cNvSpPr/>
            <p:nvPr/>
          </p:nvSpPr>
          <p:spPr bwMode="auto">
            <a:xfrm>
              <a:off x="4278240" y="29160"/>
              <a:ext cx="1022040" cy="307800"/>
            </a:xfrm>
            <a:custGeom>
              <a:avLst/>
              <a:gdLst>
                <a:gd name="textAreaLeft" fmla="*/ 0 w 1022040"/>
                <a:gd name="textAreaRight" fmla="*/ 1022400 w 1022040"/>
                <a:gd name="textAreaTop" fmla="*/ 0 h 307800"/>
                <a:gd name="textAreaBottom" fmla="*/ 308160 h 307800"/>
                <a:gd name="GluePoint1X" fmla="*/ 2540 w 1022221"/>
                <a:gd name="GluePoint1Y" fmla="*/ 0 h 308021"/>
                <a:gd name="GluePoint2X" fmla="*/ 0 w 1022221"/>
                <a:gd name="GluePoint2Y" fmla="*/ 3682 h 308021"/>
                <a:gd name="GluePoint3X" fmla="*/ 0 w 1022221"/>
                <a:gd name="GluePoint3Y" fmla="*/ 3682 h 308021"/>
                <a:gd name="GluePoint4X" fmla="*/ 889 w 1022221"/>
                <a:gd name="GluePoint4Y" fmla="*/ 3682 h 308021"/>
                <a:gd name="GluePoint5X" fmla="*/ 889 w 1022221"/>
                <a:gd name="GluePoint5Y" fmla="*/ 3682 h 308021"/>
                <a:gd name="GluePoint6X" fmla="*/ 889 w 1022221"/>
                <a:gd name="GluePoint6Y" fmla="*/ 4317 h 308021"/>
                <a:gd name="GluePoint7X" fmla="*/ 1524 w 1022221"/>
                <a:gd name="GluePoint7Y" fmla="*/ 5206 h 308021"/>
                <a:gd name="GluePoint8X" fmla="*/ 1524 w 1022221"/>
                <a:gd name="GluePoint8Y" fmla="*/ 6221 h 308021"/>
                <a:gd name="GluePoint9X" fmla="*/ 1524 w 1022221"/>
                <a:gd name="GluePoint9Y" fmla="*/ 6983 h 308021"/>
                <a:gd name="GluePoint10X" fmla="*/ 1524 w 1022221"/>
                <a:gd name="GluePoint10Y" fmla="*/ 8507 h 308021"/>
                <a:gd name="GluePoint11X" fmla="*/ 1022222 w 1022221"/>
                <a:gd name="GluePoint11Y" fmla="*/ 308022 h 30802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22221" h="308021" extrusionOk="0">
                  <a:moveTo>
                    <a:pt x="2540" y="0"/>
                  </a:moveTo>
                  <a:lnTo>
                    <a:pt x="0" y="3682"/>
                  </a:lnTo>
                  <a:lnTo>
                    <a:pt x="0" y="3682"/>
                  </a:lnTo>
                  <a:lnTo>
                    <a:pt x="889" y="3682"/>
                  </a:lnTo>
                  <a:lnTo>
                    <a:pt x="889" y="3682"/>
                  </a:lnTo>
                  <a:cubicBezTo>
                    <a:pt x="927" y="3898"/>
                    <a:pt x="927" y="4101"/>
                    <a:pt x="889" y="4317"/>
                  </a:cubicBezTo>
                  <a:cubicBezTo>
                    <a:pt x="1168" y="4558"/>
                    <a:pt x="1384" y="4863"/>
                    <a:pt x="1524" y="5206"/>
                  </a:cubicBezTo>
                  <a:cubicBezTo>
                    <a:pt x="1524" y="5206"/>
                    <a:pt x="1524" y="5840"/>
                    <a:pt x="1524" y="6221"/>
                  </a:cubicBezTo>
                  <a:cubicBezTo>
                    <a:pt x="1524" y="6602"/>
                    <a:pt x="1524" y="6221"/>
                    <a:pt x="1524" y="6983"/>
                  </a:cubicBezTo>
                  <a:lnTo>
                    <a:pt x="1524" y="8507"/>
                  </a:lnTo>
                  <a:lnTo>
                    <a:pt x="1022222" y="308022"/>
                  </a:lnTo>
                  <a:close/>
                </a:path>
              </a:pathLst>
            </a:custGeom>
            <a:noFill/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" name="Freeform 775"/>
            <p:cNvSpPr/>
            <p:nvPr/>
          </p:nvSpPr>
          <p:spPr bwMode="auto">
            <a:xfrm>
              <a:off x="10809360" y="-12600"/>
              <a:ext cx="1265400" cy="505439"/>
            </a:xfrm>
            <a:custGeom>
              <a:avLst/>
              <a:gdLst>
                <a:gd name="textAreaLeft" fmla="*/ 0 w 1265400"/>
                <a:gd name="textAreaRight" fmla="*/ 1265760 w 1265400"/>
                <a:gd name="textAreaTop" fmla="*/ 0 h 505440"/>
                <a:gd name="textAreaBottom" fmla="*/ 505800 h 505440"/>
                <a:gd name="GluePoint1X" fmla="*/ 0 w 1265873"/>
                <a:gd name="GluePoint1Y" fmla="*/ 0 h 505824"/>
                <a:gd name="GluePoint2X" fmla="*/ 945372 w 1265873"/>
                <a:gd name="GluePoint2Y" fmla="*/ 0 h 505824"/>
                <a:gd name="GluePoint3X" fmla="*/ 1265873 w 1265873"/>
                <a:gd name="GluePoint3Y" fmla="*/ 102450 h 505824"/>
                <a:gd name="GluePoint4X" fmla="*/ 1265873 w 1265873"/>
                <a:gd name="GluePoint4Y" fmla="*/ 505824 h 505824"/>
                <a:gd name="GluePoint5X" fmla="*/ 0 w 1265873"/>
                <a:gd name="GluePoint5Y" fmla="*/ 101688 h 5058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5873" h="505824" extrusionOk="0">
                  <a:moveTo>
                    <a:pt x="0" y="0"/>
                  </a:moveTo>
                  <a:lnTo>
                    <a:pt x="945372" y="0"/>
                  </a:lnTo>
                  <a:lnTo>
                    <a:pt x="1265873" y="102450"/>
                  </a:lnTo>
                  <a:lnTo>
                    <a:pt x="1265873" y="505824"/>
                  </a:lnTo>
                  <a:lnTo>
                    <a:pt x="0" y="101688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" name="Freeform: Shape 39"/>
            <p:cNvSpPr/>
            <p:nvPr/>
          </p:nvSpPr>
          <p:spPr bwMode="auto">
            <a:xfrm>
              <a:off x="12086280" y="92880"/>
              <a:ext cx="105120" cy="4348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434880"/>
                <a:gd name="textAreaBottom" fmla="*/ 435240 h 434880"/>
                <a:gd name="GluePoint1X" fmla="*/ 0 w 105510"/>
                <a:gd name="GluePoint1Y" fmla="*/ 403501 h 435370"/>
                <a:gd name="GluePoint2X" fmla="*/ 105511 w 105510"/>
                <a:gd name="GluePoint2Y" fmla="*/ 435370 h 435370"/>
                <a:gd name="GluePoint3X" fmla="*/ 105511 w 105510"/>
                <a:gd name="GluePoint3Y" fmla="*/ 31869 h 435370"/>
                <a:gd name="GluePoint4X" fmla="*/ 0 w 105510"/>
                <a:gd name="GluePoint4Y" fmla="*/ 0 h 435370"/>
                <a:gd name="GluePoint5X" fmla="*/ 0 w 105510"/>
                <a:gd name="GluePoint5Y" fmla="*/ 403501 h 4353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5510" h="435370" extrusionOk="0">
                  <a:moveTo>
                    <a:pt x="0" y="403501"/>
                  </a:moveTo>
                  <a:lnTo>
                    <a:pt x="105511" y="435370"/>
                  </a:lnTo>
                  <a:lnTo>
                    <a:pt x="105511" y="31869"/>
                  </a:lnTo>
                  <a:lnTo>
                    <a:pt x="0" y="0"/>
                  </a:lnTo>
                  <a:lnTo>
                    <a:pt x="0" y="403501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" name="Freeform: Shape 41"/>
            <p:cNvSpPr/>
            <p:nvPr/>
          </p:nvSpPr>
          <p:spPr bwMode="auto">
            <a:xfrm>
              <a:off x="12091320" y="2520"/>
              <a:ext cx="100080" cy="11160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11600"/>
                <a:gd name="textAreaBottom" fmla="*/ 111960 h 111600"/>
                <a:gd name="GluePoint1X" fmla="*/ 100305 w 100305"/>
                <a:gd name="GluePoint1Y" fmla="*/ 111985 h 111985"/>
                <a:gd name="GluePoint2X" fmla="*/ 100305 w 100305"/>
                <a:gd name="GluePoint2Y" fmla="*/ 0 h 111985"/>
                <a:gd name="GluePoint3X" fmla="*/ 0 w 100305"/>
                <a:gd name="GluePoint3Y" fmla="*/ 81640 h 111985"/>
                <a:gd name="GluePoint4X" fmla="*/ 100305 w 100305"/>
                <a:gd name="GluePoint4Y" fmla="*/ 111985 h 11198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00305" h="111985" extrusionOk="0">
                  <a:moveTo>
                    <a:pt x="100305" y="111985"/>
                  </a:moveTo>
                  <a:lnTo>
                    <a:pt x="100305" y="0"/>
                  </a:lnTo>
                  <a:lnTo>
                    <a:pt x="0" y="81640"/>
                  </a:lnTo>
                  <a:lnTo>
                    <a:pt x="100305" y="111985"/>
                  </a:lnTo>
                  <a:close/>
                </a:path>
              </a:pathLst>
            </a:custGeom>
            <a:solidFill>
              <a:srgbClr val="F9AA19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" name="Freeform: Shape 53"/>
            <p:cNvSpPr/>
            <p:nvPr/>
          </p:nvSpPr>
          <p:spPr bwMode="auto">
            <a:xfrm>
              <a:off x="9860040" y="327960"/>
              <a:ext cx="1739880" cy="683640"/>
            </a:xfrm>
            <a:custGeom>
              <a:avLst/>
              <a:gdLst>
                <a:gd name="textAreaLeft" fmla="*/ 0 w 1739880"/>
                <a:gd name="textAreaRight" fmla="*/ 1740240 w 1739880"/>
                <a:gd name="textAreaTop" fmla="*/ 0 h 683640"/>
                <a:gd name="textAreaBottom" fmla="*/ 684000 h 683640"/>
                <a:gd name="GluePoint1X" fmla="*/ 1032886 w 1740226"/>
                <a:gd name="GluePoint1Y" fmla="*/ 514217 h 683844"/>
                <a:gd name="GluePoint2X" fmla="*/ 1450739 w 1740226"/>
                <a:gd name="GluePoint2Y" fmla="*/ 641184 h 683844"/>
                <a:gd name="GluePoint3X" fmla="*/ 1450739 w 1740226"/>
                <a:gd name="GluePoint3Y" fmla="*/ 641184 h 683844"/>
                <a:gd name="GluePoint4X" fmla="*/ 1451501 w 1740226"/>
                <a:gd name="GluePoint4Y" fmla="*/ 641184 h 683844"/>
                <a:gd name="GluePoint5X" fmla="*/ 1452263 w 1740226"/>
                <a:gd name="GluePoint5Y" fmla="*/ 641184 h 683844"/>
                <a:gd name="GluePoint6X" fmla="*/ 1452263 w 1740226"/>
                <a:gd name="GluePoint6Y" fmla="*/ 641184 h 683844"/>
                <a:gd name="GluePoint7X" fmla="*/ 1452263 w 1740226"/>
                <a:gd name="GluePoint7Y" fmla="*/ 641184 h 683844"/>
                <a:gd name="GluePoint8X" fmla="*/ 1452263 w 1740226"/>
                <a:gd name="GluePoint8Y" fmla="*/ 641945 h 683844"/>
                <a:gd name="GluePoint9X" fmla="*/ 1452263 w 1740226"/>
                <a:gd name="GluePoint9Y" fmla="*/ 641945 h 683844"/>
                <a:gd name="GluePoint10X" fmla="*/ 1452263 w 1740226"/>
                <a:gd name="GluePoint10Y" fmla="*/ 642707 h 683844"/>
                <a:gd name="GluePoint11X" fmla="*/ 1452263 w 1740226"/>
                <a:gd name="GluePoint11Y" fmla="*/ 643469 h 683844"/>
                <a:gd name="GluePoint12X" fmla="*/ 1452263 w 1740226"/>
                <a:gd name="GluePoint12Y" fmla="*/ 683845 h 683844"/>
                <a:gd name="GluePoint13X" fmla="*/ 1740227 w 1740226"/>
                <a:gd name="GluePoint13Y" fmla="*/ 449717 h 683844"/>
                <a:gd name="GluePoint14X" fmla="*/ 248350 w 1740226"/>
                <a:gd name="GluePoint14Y" fmla="*/ 0 h 683844"/>
                <a:gd name="GluePoint15X" fmla="*/ 206196 w 1740226"/>
                <a:gd name="GluePoint15Y" fmla="*/ 34281 h 683844"/>
                <a:gd name="GluePoint16X" fmla="*/ 0 w 1740226"/>
                <a:gd name="GluePoint16Y" fmla="*/ 202004 h 6838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740226" h="683844" extrusionOk="0">
                  <a:moveTo>
                    <a:pt x="1032886" y="514217"/>
                  </a:moveTo>
                  <a:lnTo>
                    <a:pt x="1450739" y="641184"/>
                  </a:lnTo>
                  <a:lnTo>
                    <a:pt x="1450739" y="641184"/>
                  </a:lnTo>
                  <a:cubicBezTo>
                    <a:pt x="1450739" y="641184"/>
                    <a:pt x="1450739" y="641184"/>
                    <a:pt x="1451501" y="641184"/>
                  </a:cubicBezTo>
                  <a:lnTo>
                    <a:pt x="1452263" y="641184"/>
                  </a:lnTo>
                  <a:lnTo>
                    <a:pt x="1452263" y="641184"/>
                  </a:lnTo>
                  <a:cubicBezTo>
                    <a:pt x="1452263" y="641184"/>
                    <a:pt x="1452263" y="641184"/>
                    <a:pt x="1452263" y="641184"/>
                  </a:cubicBezTo>
                  <a:lnTo>
                    <a:pt x="1452263" y="641945"/>
                  </a:lnTo>
                  <a:lnTo>
                    <a:pt x="1452263" y="641945"/>
                  </a:lnTo>
                  <a:cubicBezTo>
                    <a:pt x="1452263" y="641945"/>
                    <a:pt x="1452263" y="641945"/>
                    <a:pt x="1452263" y="642707"/>
                  </a:cubicBezTo>
                  <a:cubicBezTo>
                    <a:pt x="1452263" y="643469"/>
                    <a:pt x="1452263" y="642707"/>
                    <a:pt x="1452263" y="643469"/>
                  </a:cubicBezTo>
                  <a:lnTo>
                    <a:pt x="1452263" y="683845"/>
                  </a:lnTo>
                  <a:lnTo>
                    <a:pt x="1740227" y="449717"/>
                  </a:lnTo>
                  <a:lnTo>
                    <a:pt x="248350" y="0"/>
                  </a:lnTo>
                  <a:lnTo>
                    <a:pt x="206196" y="34281"/>
                  </a:lnTo>
                  <a:lnTo>
                    <a:pt x="0" y="20200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" name="Freeform: Shape 54"/>
            <p:cNvSpPr/>
            <p:nvPr/>
          </p:nvSpPr>
          <p:spPr bwMode="auto">
            <a:xfrm>
              <a:off x="11314440" y="783000"/>
              <a:ext cx="496439" cy="353520"/>
            </a:xfrm>
            <a:custGeom>
              <a:avLst/>
              <a:gdLst>
                <a:gd name="textAreaLeft" fmla="*/ 0 w 496440"/>
                <a:gd name="textAreaRight" fmla="*/ 496800 w 496440"/>
                <a:gd name="textAreaTop" fmla="*/ 0 h 353520"/>
                <a:gd name="textAreaBottom" fmla="*/ 353880 h 353520"/>
                <a:gd name="GluePoint1X" fmla="*/ 0 w 496826"/>
                <a:gd name="GluePoint1Y" fmla="*/ 312466 h 353730"/>
                <a:gd name="GluePoint2X" fmla="*/ 135476 w 496826"/>
                <a:gd name="GluePoint2Y" fmla="*/ 353730 h 353730"/>
                <a:gd name="GluePoint3X" fmla="*/ 496827 w 496826"/>
                <a:gd name="GluePoint3Y" fmla="*/ 59674 h 353730"/>
                <a:gd name="GluePoint4X" fmla="*/ 299773 w 496826"/>
                <a:gd name="GluePoint4Y" fmla="*/ 0 h 353730"/>
                <a:gd name="GluePoint5X" fmla="*/ 0 w 496826"/>
                <a:gd name="GluePoint5Y" fmla="*/ 243777 h 353730"/>
                <a:gd name="GluePoint6X" fmla="*/ 0 w 496826"/>
                <a:gd name="GluePoint6Y" fmla="*/ 312466 h 3537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496826" h="353730" extrusionOk="0">
                  <a:moveTo>
                    <a:pt x="0" y="312466"/>
                  </a:moveTo>
                  <a:lnTo>
                    <a:pt x="135476" y="353730"/>
                  </a:lnTo>
                  <a:lnTo>
                    <a:pt x="496827" y="59674"/>
                  </a:lnTo>
                  <a:lnTo>
                    <a:pt x="299773" y="0"/>
                  </a:lnTo>
                  <a:lnTo>
                    <a:pt x="0" y="243777"/>
                  </a:lnTo>
                  <a:lnTo>
                    <a:pt x="0" y="312466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" name="Freeform: Shape 55"/>
            <p:cNvSpPr/>
            <p:nvPr/>
          </p:nvSpPr>
          <p:spPr bwMode="auto">
            <a:xfrm>
              <a:off x="9220680" y="630360"/>
              <a:ext cx="1410840" cy="929879"/>
            </a:xfrm>
            <a:custGeom>
              <a:avLst/>
              <a:gdLst>
                <a:gd name="textAreaLeft" fmla="*/ 0 w 1410840"/>
                <a:gd name="textAreaRight" fmla="*/ 1411200 w 1410840"/>
                <a:gd name="textAreaTop" fmla="*/ 0 h 929880"/>
                <a:gd name="textAreaBottom" fmla="*/ 930240 h 929880"/>
                <a:gd name="GluePoint1X" fmla="*/ 0 w 1411124"/>
                <a:gd name="GluePoint1Y" fmla="*/ 0 h 930414"/>
                <a:gd name="GluePoint2X" fmla="*/ 0 w 1411124"/>
                <a:gd name="GluePoint2Y" fmla="*/ 610711 h 930414"/>
                <a:gd name="GluePoint3X" fmla="*/ 423439 w 1411124"/>
                <a:gd name="GluePoint3Y" fmla="*/ 738821 h 930414"/>
                <a:gd name="GluePoint4X" fmla="*/ 1320089 w 1411124"/>
                <a:gd name="GluePoint4Y" fmla="*/ 911369 h 930414"/>
                <a:gd name="GluePoint5X" fmla="*/ 1320089 w 1411124"/>
                <a:gd name="GluePoint5Y" fmla="*/ 911369 h 930414"/>
                <a:gd name="GluePoint6X" fmla="*/ 1320216 w 1411124"/>
                <a:gd name="GluePoint6Y" fmla="*/ 911369 h 930414"/>
                <a:gd name="GluePoint7X" fmla="*/ 1411125 w 1411124"/>
                <a:gd name="GluePoint7Y" fmla="*/ 930414 h 930414"/>
                <a:gd name="GluePoint8X" fmla="*/ 1411125 w 1411124"/>
                <a:gd name="GluePoint8Y" fmla="*/ 426482 h 930414"/>
                <a:gd name="GluePoint9X" fmla="*/ 0 w 1411124"/>
                <a:gd name="GluePoint9Y" fmla="*/ 0 h 93041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411124" h="930414" extrusionOk="0">
                  <a:moveTo>
                    <a:pt x="0" y="0"/>
                  </a:moveTo>
                  <a:lnTo>
                    <a:pt x="0" y="610711"/>
                  </a:lnTo>
                  <a:lnTo>
                    <a:pt x="423439" y="738821"/>
                  </a:lnTo>
                  <a:lnTo>
                    <a:pt x="1320089" y="911369"/>
                  </a:lnTo>
                  <a:lnTo>
                    <a:pt x="1320089" y="911369"/>
                  </a:lnTo>
                  <a:lnTo>
                    <a:pt x="1320216" y="911369"/>
                  </a:lnTo>
                  <a:lnTo>
                    <a:pt x="1411125" y="930414"/>
                  </a:lnTo>
                  <a:lnTo>
                    <a:pt x="1411125" y="42648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" name="Freeform: Shape 56"/>
            <p:cNvSpPr/>
            <p:nvPr/>
          </p:nvSpPr>
          <p:spPr bwMode="auto">
            <a:xfrm>
              <a:off x="10642680" y="1060200"/>
              <a:ext cx="407160" cy="588240"/>
            </a:xfrm>
            <a:custGeom>
              <a:avLst/>
              <a:gdLst>
                <a:gd name="textAreaLeft" fmla="*/ 0 w 407160"/>
                <a:gd name="textAreaRight" fmla="*/ 407520 w 407160"/>
                <a:gd name="textAreaTop" fmla="*/ 0 h 588240"/>
                <a:gd name="textAreaBottom" fmla="*/ 588600 h 588240"/>
                <a:gd name="GluePoint1X" fmla="*/ 0 w 407567"/>
                <a:gd name="GluePoint1Y" fmla="*/ 503044 h 588492"/>
                <a:gd name="GluePoint2X" fmla="*/ 407568 w 407567"/>
                <a:gd name="GluePoint2Y" fmla="*/ 588492 h 588492"/>
                <a:gd name="GluePoint3X" fmla="*/ 407568 w 407567"/>
                <a:gd name="GluePoint3Y" fmla="*/ 123158 h 588492"/>
                <a:gd name="GluePoint4X" fmla="*/ 0 w 407567"/>
                <a:gd name="GluePoint4Y" fmla="*/ 0 h 588492"/>
                <a:gd name="GluePoint5X" fmla="*/ 0 w 407567"/>
                <a:gd name="GluePoint5Y" fmla="*/ 503044 h 5884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07567" h="588492" extrusionOk="0">
                  <a:moveTo>
                    <a:pt x="0" y="503044"/>
                  </a:moveTo>
                  <a:lnTo>
                    <a:pt x="407568" y="588492"/>
                  </a:lnTo>
                  <a:lnTo>
                    <a:pt x="407568" y="123158"/>
                  </a:lnTo>
                  <a:lnTo>
                    <a:pt x="0" y="0"/>
                  </a:lnTo>
                  <a:lnTo>
                    <a:pt x="0" y="503044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" name="Freeform: Shape 57"/>
            <p:cNvSpPr/>
            <p:nvPr/>
          </p:nvSpPr>
          <p:spPr bwMode="auto">
            <a:xfrm>
              <a:off x="9225720" y="423000"/>
              <a:ext cx="1654560" cy="624600"/>
            </a:xfrm>
            <a:custGeom>
              <a:avLst/>
              <a:gdLst>
                <a:gd name="textAreaLeft" fmla="*/ 0 w 1654560"/>
                <a:gd name="textAreaRight" fmla="*/ 1654920 w 1654560"/>
                <a:gd name="textAreaTop" fmla="*/ 0 h 624600"/>
                <a:gd name="textAreaBottom" fmla="*/ 624960 h 624600"/>
                <a:gd name="GluePoint1X" fmla="*/ 1410237 w 1654777"/>
                <a:gd name="GluePoint1Y" fmla="*/ 624805 h 624804"/>
                <a:gd name="GluePoint2X" fmla="*/ 1654777 w 1654777"/>
                <a:gd name="GluePoint2Y" fmla="*/ 425974 h 624804"/>
                <a:gd name="GluePoint3X" fmla="*/ 622017 w 1654777"/>
                <a:gd name="GluePoint3Y" fmla="*/ 113889 h 624804"/>
                <a:gd name="GluePoint4X" fmla="*/ 503302 w 1654777"/>
                <a:gd name="GluePoint4Y" fmla="*/ 78085 h 624804"/>
                <a:gd name="GluePoint5X" fmla="*/ 244668 w 1654777"/>
                <a:gd name="GluePoint5Y" fmla="*/ 0 h 624804"/>
                <a:gd name="GluePoint6X" fmla="*/ 119096 w 1654777"/>
                <a:gd name="GluePoint6Y" fmla="*/ 101701 h 624804"/>
                <a:gd name="GluePoint7X" fmla="*/ 119096 w 1654777"/>
                <a:gd name="GluePoint7Y" fmla="*/ 101701 h 624804"/>
                <a:gd name="GluePoint8X" fmla="*/ 0 w 1654777"/>
                <a:gd name="GluePoint8Y" fmla="*/ 198703 h 624804"/>
                <a:gd name="GluePoint9X" fmla="*/ 1410237 w 1654777"/>
                <a:gd name="GluePoint9Y" fmla="*/ 624805 h 6248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654777" h="624804" extrusionOk="0">
                  <a:moveTo>
                    <a:pt x="1410237" y="624805"/>
                  </a:moveTo>
                  <a:lnTo>
                    <a:pt x="1654777" y="425974"/>
                  </a:lnTo>
                  <a:lnTo>
                    <a:pt x="622017" y="113889"/>
                  </a:lnTo>
                  <a:lnTo>
                    <a:pt x="503302" y="78085"/>
                  </a:lnTo>
                  <a:lnTo>
                    <a:pt x="244668" y="0"/>
                  </a:lnTo>
                  <a:lnTo>
                    <a:pt x="119096" y="101701"/>
                  </a:lnTo>
                  <a:lnTo>
                    <a:pt x="119096" y="101701"/>
                  </a:lnTo>
                  <a:lnTo>
                    <a:pt x="0" y="198703"/>
                  </a:lnTo>
                  <a:lnTo>
                    <a:pt x="1410237" y="624805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" name="Freeform: Shape 58"/>
            <p:cNvSpPr/>
            <p:nvPr/>
          </p:nvSpPr>
          <p:spPr bwMode="auto">
            <a:xfrm>
              <a:off x="10647720" y="852480"/>
              <a:ext cx="650520" cy="321120"/>
            </a:xfrm>
            <a:custGeom>
              <a:avLst/>
              <a:gdLst>
                <a:gd name="textAreaLeft" fmla="*/ 0 w 650520"/>
                <a:gd name="textAreaRight" fmla="*/ 650880 w 650520"/>
                <a:gd name="textAreaTop" fmla="*/ 0 h 321120"/>
                <a:gd name="textAreaBottom" fmla="*/ 321480 h 321120"/>
                <a:gd name="GluePoint1X" fmla="*/ 0 w 650712"/>
                <a:gd name="GluePoint1Y" fmla="*/ 198703 h 321607"/>
                <a:gd name="GluePoint2X" fmla="*/ 406553 w 650712"/>
                <a:gd name="GluePoint2Y" fmla="*/ 321608 h 321607"/>
                <a:gd name="GluePoint3X" fmla="*/ 650712 w 650712"/>
                <a:gd name="GluePoint3Y" fmla="*/ 122777 h 321607"/>
                <a:gd name="GluePoint4X" fmla="*/ 244541 w 650712"/>
                <a:gd name="GluePoint4Y" fmla="*/ 0 h 321607"/>
                <a:gd name="GluePoint5X" fmla="*/ 0 w 650712"/>
                <a:gd name="GluePoint5Y" fmla="*/ 198703 h 3216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650712" h="321607" extrusionOk="0">
                  <a:moveTo>
                    <a:pt x="0" y="198703"/>
                  </a:moveTo>
                  <a:lnTo>
                    <a:pt x="406553" y="321608"/>
                  </a:lnTo>
                  <a:lnTo>
                    <a:pt x="650712" y="122777"/>
                  </a:lnTo>
                  <a:lnTo>
                    <a:pt x="244541" y="0"/>
                  </a:lnTo>
                  <a:lnTo>
                    <a:pt x="0" y="198703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" name="Freeform: Shape 59"/>
            <p:cNvSpPr/>
            <p:nvPr/>
          </p:nvSpPr>
          <p:spPr bwMode="auto">
            <a:xfrm>
              <a:off x="8696520" y="247680"/>
              <a:ext cx="242640" cy="805320"/>
            </a:xfrm>
            <a:custGeom>
              <a:avLst/>
              <a:gdLst>
                <a:gd name="textAreaLeft" fmla="*/ 0 w 242640"/>
                <a:gd name="textAreaRight" fmla="*/ 243000 w 242640"/>
                <a:gd name="textAreaTop" fmla="*/ 0 h 805320"/>
                <a:gd name="textAreaBottom" fmla="*/ 805680 h 805320"/>
                <a:gd name="GluePoint1X" fmla="*/ 243017 w 243017"/>
                <a:gd name="GluePoint1Y" fmla="*/ 608172 h 805732"/>
                <a:gd name="GluePoint2X" fmla="*/ 243017 w 243017"/>
                <a:gd name="GluePoint2Y" fmla="*/ 153249 h 805732"/>
                <a:gd name="GluePoint3X" fmla="*/ 243017 w 243017"/>
                <a:gd name="GluePoint3Y" fmla="*/ 0 h 805732"/>
                <a:gd name="GluePoint4X" fmla="*/ 0 w 243017"/>
                <a:gd name="GluePoint4Y" fmla="*/ 197434 h 805732"/>
                <a:gd name="GluePoint5X" fmla="*/ 0 w 243017"/>
                <a:gd name="GluePoint5Y" fmla="*/ 805733 h 805732"/>
                <a:gd name="GluePoint6X" fmla="*/ 243017 w 243017"/>
                <a:gd name="GluePoint6Y" fmla="*/ 608172 h 8057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43017" h="805732" extrusionOk="0">
                  <a:moveTo>
                    <a:pt x="243017" y="608172"/>
                  </a:moveTo>
                  <a:lnTo>
                    <a:pt x="243017" y="153249"/>
                  </a:lnTo>
                  <a:lnTo>
                    <a:pt x="243017" y="0"/>
                  </a:lnTo>
                  <a:lnTo>
                    <a:pt x="0" y="197434"/>
                  </a:lnTo>
                  <a:lnTo>
                    <a:pt x="0" y="805733"/>
                  </a:lnTo>
                  <a:lnTo>
                    <a:pt x="243017" y="608172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" name="Freeform 788"/>
            <p:cNvSpPr/>
            <p:nvPr/>
          </p:nvSpPr>
          <p:spPr bwMode="auto">
            <a:xfrm>
              <a:off x="5145840" y="-12600"/>
              <a:ext cx="3539519" cy="1069920"/>
            </a:xfrm>
            <a:custGeom>
              <a:avLst/>
              <a:gdLst>
                <a:gd name="textAreaLeft" fmla="*/ 0 w 3539520"/>
                <a:gd name="textAreaRight" fmla="*/ 3539880 w 3539520"/>
                <a:gd name="textAreaTop" fmla="*/ 0 h 1069920"/>
                <a:gd name="textAreaBottom" fmla="*/ 1070280 h 1069920"/>
                <a:gd name="GluePoint1X" fmla="*/ 0 w 3539857"/>
                <a:gd name="GluePoint1Y" fmla="*/ 0 h 1070447"/>
                <a:gd name="GluePoint2X" fmla="*/ 2020293 w 3539857"/>
                <a:gd name="GluePoint2Y" fmla="*/ 0 h 1070447"/>
                <a:gd name="GluePoint3X" fmla="*/ 3539857 w 3539857"/>
                <a:gd name="GluePoint3Y" fmla="*/ 459354 h 1070447"/>
                <a:gd name="GluePoint4X" fmla="*/ 3539857 w 3539857"/>
                <a:gd name="GluePoint4Y" fmla="*/ 1070447 h 10704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539857" h="1070447" extrusionOk="0">
                  <a:moveTo>
                    <a:pt x="0" y="0"/>
                  </a:moveTo>
                  <a:lnTo>
                    <a:pt x="2020293" y="0"/>
                  </a:lnTo>
                  <a:lnTo>
                    <a:pt x="3539857" y="459354"/>
                  </a:lnTo>
                  <a:lnTo>
                    <a:pt x="3539857" y="1070447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" name="Freeform 784"/>
            <p:cNvSpPr/>
            <p:nvPr/>
          </p:nvSpPr>
          <p:spPr bwMode="auto">
            <a:xfrm>
              <a:off x="7200360" y="-12600"/>
              <a:ext cx="1733759" cy="450000"/>
            </a:xfrm>
            <a:custGeom>
              <a:avLst/>
              <a:gdLst>
                <a:gd name="textAreaLeft" fmla="*/ 0 w 1733760"/>
                <a:gd name="textAreaRight" fmla="*/ 1734120 w 1733760"/>
                <a:gd name="textAreaTop" fmla="*/ 0 h 450000"/>
                <a:gd name="textAreaBottom" fmla="*/ 450360 h 450000"/>
                <a:gd name="GluePoint1X" fmla="*/ 0 w 1734016"/>
                <a:gd name="GluePoint1Y" fmla="*/ 0 h 450213"/>
                <a:gd name="GluePoint2X" fmla="*/ 901572 w 1734016"/>
                <a:gd name="GluePoint2Y" fmla="*/ 0 h 450213"/>
                <a:gd name="GluePoint3X" fmla="*/ 1734016 w 1734016"/>
                <a:gd name="GluePoint3Y" fmla="*/ 251510 h 450213"/>
                <a:gd name="GluePoint4X" fmla="*/ 1489476 w 1734016"/>
                <a:gd name="GluePoint4Y" fmla="*/ 450213 h 4502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734016" h="450213" extrusionOk="0">
                  <a:moveTo>
                    <a:pt x="0" y="0"/>
                  </a:moveTo>
                  <a:lnTo>
                    <a:pt x="901572" y="0"/>
                  </a:lnTo>
                  <a:lnTo>
                    <a:pt x="1734016" y="251510"/>
                  </a:lnTo>
                  <a:lnTo>
                    <a:pt x="1489476" y="45021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" name="Freeform 779"/>
            <p:cNvSpPr/>
            <p:nvPr/>
          </p:nvSpPr>
          <p:spPr bwMode="auto">
            <a:xfrm>
              <a:off x="8136000" y="-12600"/>
              <a:ext cx="1587600" cy="527400"/>
            </a:xfrm>
            <a:custGeom>
              <a:avLst/>
              <a:gdLst>
                <a:gd name="textAreaLeft" fmla="*/ 0 w 1587600"/>
                <a:gd name="textAreaRight" fmla="*/ 1587960 w 1587600"/>
                <a:gd name="textAreaTop" fmla="*/ 0 h 527400"/>
                <a:gd name="textAreaBottom" fmla="*/ 527760 h 527400"/>
                <a:gd name="GluePoint1X" fmla="*/ 0 w 1588137"/>
                <a:gd name="GluePoint1Y" fmla="*/ 0 h 527789"/>
                <a:gd name="GluePoint2X" fmla="*/ 792404 w 1588137"/>
                <a:gd name="GluePoint2Y" fmla="*/ 0 h 527789"/>
                <a:gd name="GluePoint3X" fmla="*/ 1588137 w 1588137"/>
                <a:gd name="GluePoint3Y" fmla="*/ 240590 h 527789"/>
                <a:gd name="GluePoint4X" fmla="*/ 1588137 w 1588137"/>
                <a:gd name="GluePoint4Y" fmla="*/ 503158 h 527789"/>
                <a:gd name="GluePoint5X" fmla="*/ 1334201 w 1588137"/>
                <a:gd name="GluePoint5Y" fmla="*/ 426216 h 527789"/>
                <a:gd name="GluePoint6X" fmla="*/ 1331408 w 1588137"/>
                <a:gd name="GluePoint6Y" fmla="*/ 426216 h 527789"/>
                <a:gd name="GluePoint7X" fmla="*/ 1330519 w 1588137"/>
                <a:gd name="GluePoint7Y" fmla="*/ 426216 h 527789"/>
                <a:gd name="GluePoint8X" fmla="*/ 1329503 w 1588137"/>
                <a:gd name="GluePoint8Y" fmla="*/ 426216 h 527789"/>
                <a:gd name="GluePoint9X" fmla="*/ 1203931 w 1588137"/>
                <a:gd name="GluePoint9Y" fmla="*/ 527789 h 527789"/>
                <a:gd name="GluePoint10X" fmla="*/ 812235 w 1588137"/>
                <a:gd name="GluePoint10Y" fmla="*/ 408059 h 527789"/>
                <a:gd name="GluePoint11X" fmla="*/ 812235 w 1588137"/>
                <a:gd name="GluePoint11Y" fmla="*/ 247319 h 527789"/>
                <a:gd name="GluePoint12X" fmla="*/ 812235 w 1588137"/>
                <a:gd name="GluePoint12Y" fmla="*/ 246557 h 527789"/>
                <a:gd name="GluePoint13X" fmla="*/ 812235 w 1588137"/>
                <a:gd name="GluePoint13Y" fmla="*/ 245668 h 527789"/>
                <a:gd name="GluePoint14X" fmla="*/ 812235 w 1588137"/>
                <a:gd name="GluePoint14Y" fmla="*/ 244907 h 527789"/>
                <a:gd name="GluePoint15X" fmla="*/ 811473 w 1588137"/>
                <a:gd name="GluePoint15Y" fmla="*/ 244907 h 527789"/>
                <a:gd name="GluePoint16X" fmla="*/ 810711 w 1588137"/>
                <a:gd name="GluePoint16Y" fmla="*/ 244907 h 527789"/>
                <a:gd name="GluePoint17X" fmla="*/ 810457 w 1588137"/>
                <a:gd name="GluePoint17Y" fmla="*/ 245034 h 5277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1588137" h="527789" extrusionOk="0">
                  <a:moveTo>
                    <a:pt x="0" y="0"/>
                  </a:moveTo>
                  <a:lnTo>
                    <a:pt x="792404" y="0"/>
                  </a:lnTo>
                  <a:lnTo>
                    <a:pt x="1588137" y="240590"/>
                  </a:lnTo>
                  <a:lnTo>
                    <a:pt x="1588137" y="503158"/>
                  </a:lnTo>
                  <a:lnTo>
                    <a:pt x="1334201" y="426216"/>
                  </a:lnTo>
                  <a:lnTo>
                    <a:pt x="1331408" y="426216"/>
                  </a:lnTo>
                  <a:lnTo>
                    <a:pt x="1330519" y="426216"/>
                  </a:lnTo>
                  <a:lnTo>
                    <a:pt x="1329503" y="426216"/>
                  </a:lnTo>
                  <a:lnTo>
                    <a:pt x="1203931" y="527789"/>
                  </a:lnTo>
                  <a:lnTo>
                    <a:pt x="812235" y="408059"/>
                  </a:lnTo>
                  <a:lnTo>
                    <a:pt x="812235" y="247319"/>
                  </a:lnTo>
                  <a:cubicBezTo>
                    <a:pt x="812235" y="246557"/>
                    <a:pt x="812235" y="246811"/>
                    <a:pt x="812235" y="246557"/>
                  </a:cubicBezTo>
                  <a:cubicBezTo>
                    <a:pt x="812235" y="246303"/>
                    <a:pt x="812235" y="245668"/>
                    <a:pt x="812235" y="245668"/>
                  </a:cubicBezTo>
                  <a:lnTo>
                    <a:pt x="812235" y="244907"/>
                  </a:lnTo>
                  <a:lnTo>
                    <a:pt x="811473" y="244907"/>
                  </a:lnTo>
                  <a:lnTo>
                    <a:pt x="810711" y="244907"/>
                  </a:lnTo>
                  <a:lnTo>
                    <a:pt x="810457" y="245034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" name="Freeform: Shape 66"/>
            <p:cNvSpPr/>
            <p:nvPr/>
          </p:nvSpPr>
          <p:spPr bwMode="auto">
            <a:xfrm>
              <a:off x="9736200" y="-34200"/>
              <a:ext cx="320760" cy="560160"/>
            </a:xfrm>
            <a:custGeom>
              <a:avLst/>
              <a:gdLst>
                <a:gd name="textAreaLeft" fmla="*/ 0 w 320760"/>
                <a:gd name="textAreaRight" fmla="*/ 321120 w 320760"/>
                <a:gd name="textAreaTop" fmla="*/ 0 h 560160"/>
                <a:gd name="textAreaBottom" fmla="*/ 560520 h 560160"/>
                <a:gd name="GluePoint1X" fmla="*/ 111986 w 320976"/>
                <a:gd name="GluePoint1Y" fmla="*/ 560686 h 560686"/>
                <a:gd name="GluePoint2X" fmla="*/ 320976 w 320976"/>
                <a:gd name="GluePoint2Y" fmla="*/ 390677 h 560686"/>
                <a:gd name="GluePoint3X" fmla="*/ 320976 w 320976"/>
                <a:gd name="GluePoint3Y" fmla="*/ 0 h 560686"/>
                <a:gd name="GluePoint4X" fmla="*/ 0 w 320976"/>
                <a:gd name="GluePoint4Y" fmla="*/ 260663 h 560686"/>
                <a:gd name="GluePoint5X" fmla="*/ 0 w 320976"/>
                <a:gd name="GluePoint5Y" fmla="*/ 526913 h 560686"/>
                <a:gd name="GluePoint6X" fmla="*/ 111986 w 320976"/>
                <a:gd name="GluePoint6Y" fmla="*/ 560686 h 5606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20976" h="560686" extrusionOk="0">
                  <a:moveTo>
                    <a:pt x="111986" y="560686"/>
                  </a:moveTo>
                  <a:lnTo>
                    <a:pt x="320976" y="390677"/>
                  </a:lnTo>
                  <a:lnTo>
                    <a:pt x="320976" y="0"/>
                  </a:lnTo>
                  <a:lnTo>
                    <a:pt x="0" y="260663"/>
                  </a:lnTo>
                  <a:lnTo>
                    <a:pt x="0" y="526913"/>
                  </a:lnTo>
                  <a:lnTo>
                    <a:pt x="111986" y="560686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8" name="Freeform 777"/>
            <p:cNvSpPr/>
            <p:nvPr/>
          </p:nvSpPr>
          <p:spPr bwMode="auto">
            <a:xfrm>
              <a:off x="8963640" y="-12600"/>
              <a:ext cx="1050480" cy="231120"/>
            </a:xfrm>
            <a:custGeom>
              <a:avLst/>
              <a:gdLst>
                <a:gd name="textAreaLeft" fmla="*/ 0 w 1050480"/>
                <a:gd name="textAreaRight" fmla="*/ 1050840 w 1050480"/>
                <a:gd name="textAreaTop" fmla="*/ 0 h 231120"/>
                <a:gd name="textAreaBottom" fmla="*/ 231480 h 231120"/>
                <a:gd name="GluePoint1X" fmla="*/ 0 w 1050864"/>
                <a:gd name="GluePoint1Y" fmla="*/ 0 h 231449"/>
                <a:gd name="GluePoint2X" fmla="*/ 1050864 w 1050864"/>
                <a:gd name="GluePoint2Y" fmla="*/ 0 h 231449"/>
                <a:gd name="GluePoint3X" fmla="*/ 765898 w 1050864"/>
                <a:gd name="GluePoint3Y" fmla="*/ 231449 h 2314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50864" h="231449" extrusionOk="0">
                  <a:moveTo>
                    <a:pt x="0" y="0"/>
                  </a:moveTo>
                  <a:lnTo>
                    <a:pt x="1050864" y="0"/>
                  </a:lnTo>
                  <a:lnTo>
                    <a:pt x="765898" y="231449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9" name="Freeform: Shape 68"/>
            <p:cNvSpPr/>
            <p:nvPr/>
          </p:nvSpPr>
          <p:spPr bwMode="auto">
            <a:xfrm>
              <a:off x="7815600" y="853200"/>
              <a:ext cx="27720" cy="216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216360"/>
                <a:gd name="textAreaBottom" fmla="*/ 216720 h 216360"/>
                <a:gd name="GluePoint1X" fmla="*/ 28187 w 28187"/>
                <a:gd name="GluePoint1Y" fmla="*/ 193625 h 216732"/>
                <a:gd name="GluePoint2X" fmla="*/ 28187 w 28187"/>
                <a:gd name="GluePoint2Y" fmla="*/ 0 h 216732"/>
                <a:gd name="GluePoint3X" fmla="*/ 0 w 28187"/>
                <a:gd name="GluePoint3Y" fmla="*/ 22854 h 216732"/>
                <a:gd name="GluePoint4X" fmla="*/ 0 w 28187"/>
                <a:gd name="GluePoint4Y" fmla="*/ 216733 h 216732"/>
                <a:gd name="GluePoint5X" fmla="*/ 28187 w 28187"/>
                <a:gd name="GluePoint5Y" fmla="*/ 193625 h 2167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8187" h="216732" extrusionOk="0">
                  <a:moveTo>
                    <a:pt x="28187" y="193625"/>
                  </a:moveTo>
                  <a:lnTo>
                    <a:pt x="28187" y="0"/>
                  </a:lnTo>
                  <a:lnTo>
                    <a:pt x="0" y="22854"/>
                  </a:lnTo>
                  <a:lnTo>
                    <a:pt x="0" y="216733"/>
                  </a:lnTo>
                  <a:lnTo>
                    <a:pt x="28187" y="193625"/>
                  </a:lnTo>
                  <a:close/>
                </a:path>
              </a:pathLst>
            </a:custGeom>
            <a:solidFill>
              <a:srgbClr val="F49838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0" name="Freeform: Shape 69"/>
            <p:cNvSpPr/>
            <p:nvPr/>
          </p:nvSpPr>
          <p:spPr bwMode="auto">
            <a:xfrm>
              <a:off x="7581600" y="884879"/>
              <a:ext cx="222840" cy="229320"/>
            </a:xfrm>
            <a:custGeom>
              <a:avLst/>
              <a:gdLst>
                <a:gd name="textAreaLeft" fmla="*/ 0 w 222840"/>
                <a:gd name="textAreaRight" fmla="*/ 223200 w 222840"/>
                <a:gd name="textAreaTop" fmla="*/ 0 h 229320"/>
                <a:gd name="textAreaBottom" fmla="*/ 229680 h 229320"/>
                <a:gd name="GluePoint1X" fmla="*/ 223338 w 223337"/>
                <a:gd name="GluePoint1Y" fmla="*/ 0 h 229683"/>
                <a:gd name="GluePoint2X" fmla="*/ 0 w 223337"/>
                <a:gd name="GluePoint2Y" fmla="*/ 181690 h 229683"/>
                <a:gd name="GluePoint3X" fmla="*/ 0 w 223337"/>
                <a:gd name="GluePoint3Y" fmla="*/ 211400 h 229683"/>
                <a:gd name="GluePoint4X" fmla="*/ 179279 w 223337"/>
                <a:gd name="GluePoint4Y" fmla="*/ 229683 h 229683"/>
                <a:gd name="GluePoint5X" fmla="*/ 223338 w 223337"/>
                <a:gd name="GluePoint5Y" fmla="*/ 194006 h 229683"/>
                <a:gd name="GluePoint6X" fmla="*/ 223338 w 223337"/>
                <a:gd name="GluePoint6Y" fmla="*/ 0 h 22968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23337" h="229683" extrusionOk="0">
                  <a:moveTo>
                    <a:pt x="223338" y="0"/>
                  </a:moveTo>
                  <a:lnTo>
                    <a:pt x="0" y="181690"/>
                  </a:lnTo>
                  <a:lnTo>
                    <a:pt x="0" y="211400"/>
                  </a:lnTo>
                  <a:lnTo>
                    <a:pt x="179279" y="229683"/>
                  </a:lnTo>
                  <a:lnTo>
                    <a:pt x="223338" y="194006"/>
                  </a:lnTo>
                  <a:lnTo>
                    <a:pt x="223338" y="0"/>
                  </a:lnTo>
                  <a:close/>
                </a:path>
              </a:pathLst>
            </a:custGeom>
            <a:solidFill>
              <a:schemeClr val="accent2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1" name="Freeform: Shape 70"/>
            <p:cNvSpPr/>
            <p:nvPr/>
          </p:nvSpPr>
          <p:spPr bwMode="auto">
            <a:xfrm>
              <a:off x="7404120" y="745920"/>
              <a:ext cx="433439" cy="122040"/>
            </a:xfrm>
            <a:custGeom>
              <a:avLst/>
              <a:gdLst>
                <a:gd name="textAreaLeft" fmla="*/ 0 w 433440"/>
                <a:gd name="textAreaRight" fmla="*/ 433800 w 433440"/>
                <a:gd name="textAreaTop" fmla="*/ 0 h 122040"/>
                <a:gd name="textAreaBottom" fmla="*/ 122400 h 122040"/>
                <a:gd name="GluePoint1X" fmla="*/ 433850 w 433850"/>
                <a:gd name="GluePoint1Y" fmla="*/ 98907 h 122396"/>
                <a:gd name="GluePoint2X" fmla="*/ 0 w 433850"/>
                <a:gd name="GluePoint2Y" fmla="*/ 0 h 122396"/>
                <a:gd name="GluePoint3X" fmla="*/ 404902 w 433850"/>
                <a:gd name="GluePoint3Y" fmla="*/ 122396 h 122396"/>
                <a:gd name="GluePoint4X" fmla="*/ 433850 w 433850"/>
                <a:gd name="GluePoint4Y" fmla="*/ 98907 h 1223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33850" h="122396" extrusionOk="0">
                  <a:moveTo>
                    <a:pt x="433850" y="98907"/>
                  </a:moveTo>
                  <a:lnTo>
                    <a:pt x="0" y="0"/>
                  </a:lnTo>
                  <a:lnTo>
                    <a:pt x="404902" y="122396"/>
                  </a:lnTo>
                  <a:lnTo>
                    <a:pt x="433850" y="98907"/>
                  </a:lnTo>
                  <a:close/>
                </a:path>
              </a:pathLst>
            </a:custGeom>
            <a:solidFill>
              <a:srgbClr val="C5E3E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2" name="Freeform: Shape 71"/>
            <p:cNvSpPr/>
            <p:nvPr/>
          </p:nvSpPr>
          <p:spPr bwMode="auto">
            <a:xfrm>
              <a:off x="7064280" y="715320"/>
              <a:ext cx="735120" cy="343080"/>
            </a:xfrm>
            <a:custGeom>
              <a:avLst/>
              <a:gdLst>
                <a:gd name="textAreaLeft" fmla="*/ 0 w 735120"/>
                <a:gd name="textAreaRight" fmla="*/ 735480 w 735120"/>
                <a:gd name="textAreaTop" fmla="*/ 0 h 343080"/>
                <a:gd name="textAreaBottom" fmla="*/ 343440 h 343080"/>
                <a:gd name="GluePoint1X" fmla="*/ 735527 w 735526"/>
                <a:gd name="GluePoint1Y" fmla="*/ 160486 h 343572"/>
                <a:gd name="GluePoint2X" fmla="*/ 204165 w 735526"/>
                <a:gd name="GluePoint2Y" fmla="*/ 0 h 343572"/>
                <a:gd name="GluePoint3X" fmla="*/ 0 w 735526"/>
                <a:gd name="GluePoint3Y" fmla="*/ 210511 h 343572"/>
                <a:gd name="GluePoint4X" fmla="*/ 510413 w 735526"/>
                <a:gd name="GluePoint4Y" fmla="*/ 343573 h 343572"/>
                <a:gd name="GluePoint5X" fmla="*/ 735527 w 735526"/>
                <a:gd name="GluePoint5Y" fmla="*/ 160486 h 3435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735526" h="343572" extrusionOk="0">
                  <a:moveTo>
                    <a:pt x="735527" y="160486"/>
                  </a:moveTo>
                  <a:lnTo>
                    <a:pt x="204165" y="0"/>
                  </a:lnTo>
                  <a:lnTo>
                    <a:pt x="0" y="210511"/>
                  </a:lnTo>
                  <a:lnTo>
                    <a:pt x="510413" y="343573"/>
                  </a:lnTo>
                  <a:lnTo>
                    <a:pt x="735527" y="160486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3" name="Freeform: Shape 81"/>
            <p:cNvSpPr/>
            <p:nvPr/>
          </p:nvSpPr>
          <p:spPr bwMode="auto">
            <a:xfrm>
              <a:off x="8660880" y="1948320"/>
              <a:ext cx="86400" cy="160560"/>
            </a:xfrm>
            <a:custGeom>
              <a:avLst/>
              <a:gdLst>
                <a:gd name="textAreaLeft" fmla="*/ 0 w 86400"/>
                <a:gd name="textAreaRight" fmla="*/ 86760 w 86400"/>
                <a:gd name="textAreaTop" fmla="*/ 0 h 160560"/>
                <a:gd name="textAreaBottom" fmla="*/ 160920 h 160560"/>
                <a:gd name="GluePoint1X" fmla="*/ 0 w 86719"/>
                <a:gd name="GluePoint1Y" fmla="*/ 70594 h 160994"/>
                <a:gd name="GluePoint2X" fmla="*/ 0 w 86719"/>
                <a:gd name="GluePoint2Y" fmla="*/ 160994 h 160994"/>
                <a:gd name="GluePoint3X" fmla="*/ 86720 w 86719"/>
                <a:gd name="GluePoint3Y" fmla="*/ 90274 h 160994"/>
                <a:gd name="GluePoint4X" fmla="*/ 86720 w 86719"/>
                <a:gd name="GluePoint4Y" fmla="*/ 48882 h 160994"/>
                <a:gd name="GluePoint5X" fmla="*/ 86720 w 86719"/>
                <a:gd name="GluePoint5Y" fmla="*/ 0 h 160994"/>
                <a:gd name="GluePoint6X" fmla="*/ 0 w 86719"/>
                <a:gd name="GluePoint6Y" fmla="*/ 70594 h 1609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86719" h="160994" extrusionOk="0">
                  <a:moveTo>
                    <a:pt x="0" y="70594"/>
                  </a:moveTo>
                  <a:lnTo>
                    <a:pt x="0" y="160994"/>
                  </a:lnTo>
                  <a:lnTo>
                    <a:pt x="86720" y="90274"/>
                  </a:lnTo>
                  <a:lnTo>
                    <a:pt x="86720" y="48882"/>
                  </a:lnTo>
                  <a:lnTo>
                    <a:pt x="86720" y="0"/>
                  </a:lnTo>
                  <a:lnTo>
                    <a:pt x="0" y="70594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4" name="Freeform: Shape 82"/>
            <p:cNvSpPr/>
            <p:nvPr/>
          </p:nvSpPr>
          <p:spPr bwMode="auto">
            <a:xfrm>
              <a:off x="8264880" y="1925280"/>
              <a:ext cx="384840" cy="188280"/>
            </a:xfrm>
            <a:custGeom>
              <a:avLst/>
              <a:gdLst>
                <a:gd name="textAreaLeft" fmla="*/ 0 w 384840"/>
                <a:gd name="textAreaRight" fmla="*/ 385200 w 384840"/>
                <a:gd name="textAreaTop" fmla="*/ 0 h 188280"/>
                <a:gd name="textAreaBottom" fmla="*/ 188640 h 188280"/>
                <a:gd name="GluePoint1X" fmla="*/ 0 w 385094"/>
                <a:gd name="GluePoint1Y" fmla="*/ 93067 h 188546"/>
                <a:gd name="GluePoint2X" fmla="*/ 385095 w 385094"/>
                <a:gd name="GluePoint2Y" fmla="*/ 188546 h 188546"/>
                <a:gd name="GluePoint3X" fmla="*/ 385095 w 385094"/>
                <a:gd name="GluePoint3Y" fmla="*/ 95098 h 188546"/>
                <a:gd name="GluePoint4X" fmla="*/ 0 w 385094"/>
                <a:gd name="GluePoint4Y" fmla="*/ 0 h 188546"/>
                <a:gd name="GluePoint5X" fmla="*/ 0 w 385094"/>
                <a:gd name="GluePoint5Y" fmla="*/ 93067 h 18854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85094" h="188546" extrusionOk="0">
                  <a:moveTo>
                    <a:pt x="0" y="93067"/>
                  </a:moveTo>
                  <a:lnTo>
                    <a:pt x="385095" y="188546"/>
                  </a:lnTo>
                  <a:lnTo>
                    <a:pt x="385095" y="95098"/>
                  </a:lnTo>
                  <a:lnTo>
                    <a:pt x="0" y="0"/>
                  </a:lnTo>
                  <a:lnTo>
                    <a:pt x="0" y="93067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5" name="Freeform: Shape 83"/>
            <p:cNvSpPr/>
            <p:nvPr/>
          </p:nvSpPr>
          <p:spPr bwMode="auto">
            <a:xfrm>
              <a:off x="8271360" y="1752120"/>
              <a:ext cx="470520" cy="261000"/>
            </a:xfrm>
            <a:custGeom>
              <a:avLst/>
              <a:gdLst>
                <a:gd name="textAreaLeft" fmla="*/ 0 w 470520"/>
                <a:gd name="textAreaRight" fmla="*/ 470880 w 470520"/>
                <a:gd name="textAreaTop" fmla="*/ 0 h 261000"/>
                <a:gd name="textAreaBottom" fmla="*/ 261360 h 261000"/>
                <a:gd name="GluePoint1X" fmla="*/ 470925 w 470924"/>
                <a:gd name="GluePoint1Y" fmla="*/ 187023 h 261425"/>
                <a:gd name="GluePoint2X" fmla="*/ 393474 w 470924"/>
                <a:gd name="GluePoint2Y" fmla="*/ 163407 h 261425"/>
                <a:gd name="GluePoint3X" fmla="*/ 393474 w 470924"/>
                <a:gd name="GluePoint3Y" fmla="*/ 163407 h 261425"/>
                <a:gd name="GluePoint4X" fmla="*/ 312850 w 470924"/>
                <a:gd name="GluePoint4Y" fmla="*/ 139283 h 261425"/>
                <a:gd name="GluePoint5X" fmla="*/ 312850 w 470924"/>
                <a:gd name="GluePoint5Y" fmla="*/ 139283 h 261425"/>
                <a:gd name="GluePoint6X" fmla="*/ 312088 w 470924"/>
                <a:gd name="GluePoint6Y" fmla="*/ 139283 h 261425"/>
                <a:gd name="GluePoint7X" fmla="*/ 311072 w 470924"/>
                <a:gd name="GluePoint7Y" fmla="*/ 138648 h 261425"/>
                <a:gd name="GluePoint8X" fmla="*/ 311072 w 470924"/>
                <a:gd name="GluePoint8Y" fmla="*/ 138648 h 261425"/>
                <a:gd name="GluePoint9X" fmla="*/ 311072 w 470924"/>
                <a:gd name="GluePoint9Y" fmla="*/ 138648 h 261425"/>
                <a:gd name="GluePoint10X" fmla="*/ 311072 w 470924"/>
                <a:gd name="GluePoint10Y" fmla="*/ 137759 h 261425"/>
                <a:gd name="GluePoint11X" fmla="*/ 311072 w 470924"/>
                <a:gd name="GluePoint11Y" fmla="*/ 136870 h 261425"/>
                <a:gd name="GluePoint12X" fmla="*/ 311072 w 470924"/>
                <a:gd name="GluePoint12Y" fmla="*/ 135982 h 261425"/>
                <a:gd name="GluePoint13X" fmla="*/ 311072 w 470924"/>
                <a:gd name="GluePoint13Y" fmla="*/ 134966 h 261425"/>
                <a:gd name="GluePoint14X" fmla="*/ 311072 w 470924"/>
                <a:gd name="GluePoint14Y" fmla="*/ 134966 h 261425"/>
                <a:gd name="GluePoint15X" fmla="*/ 311072 w 470924"/>
                <a:gd name="GluePoint15Y" fmla="*/ 134966 h 261425"/>
                <a:gd name="GluePoint16X" fmla="*/ 311072 w 470924"/>
                <a:gd name="GluePoint16Y" fmla="*/ 134204 h 261425"/>
                <a:gd name="GluePoint17X" fmla="*/ 311707 w 470924"/>
                <a:gd name="GluePoint17Y" fmla="*/ 133442 h 261425"/>
                <a:gd name="GluePoint18X" fmla="*/ 311707 w 470924"/>
                <a:gd name="GluePoint18Y" fmla="*/ 133442 h 261425"/>
                <a:gd name="GluePoint19X" fmla="*/ 344465 w 470924"/>
                <a:gd name="GluePoint19Y" fmla="*/ 106526 h 261425"/>
                <a:gd name="GluePoint20X" fmla="*/ 392078 w 470924"/>
                <a:gd name="GluePoint20Y" fmla="*/ 56628 h 261425"/>
                <a:gd name="GluePoint21X" fmla="*/ 204800 w 470924"/>
                <a:gd name="GluePoint21Y" fmla="*/ 0 h 261425"/>
                <a:gd name="GluePoint22X" fmla="*/ 0 w 470924"/>
                <a:gd name="GluePoint22Y" fmla="*/ 166708 h 261425"/>
                <a:gd name="GluePoint23X" fmla="*/ 383571 w 470924"/>
                <a:gd name="GluePoint23Y" fmla="*/ 261425 h 2614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470924" h="261425" extrusionOk="0">
                  <a:moveTo>
                    <a:pt x="470925" y="187023"/>
                  </a:moveTo>
                  <a:lnTo>
                    <a:pt x="393474" y="163407"/>
                  </a:lnTo>
                  <a:lnTo>
                    <a:pt x="393474" y="163407"/>
                  </a:lnTo>
                  <a:lnTo>
                    <a:pt x="312850" y="139283"/>
                  </a:lnTo>
                  <a:lnTo>
                    <a:pt x="312850" y="139283"/>
                  </a:lnTo>
                  <a:lnTo>
                    <a:pt x="312088" y="139283"/>
                  </a:lnTo>
                  <a:lnTo>
                    <a:pt x="311072" y="138648"/>
                  </a:lnTo>
                  <a:lnTo>
                    <a:pt x="311072" y="138648"/>
                  </a:lnTo>
                  <a:lnTo>
                    <a:pt x="311072" y="138648"/>
                  </a:lnTo>
                  <a:cubicBezTo>
                    <a:pt x="311009" y="138356"/>
                    <a:pt x="311009" y="138051"/>
                    <a:pt x="311072" y="137759"/>
                  </a:cubicBezTo>
                  <a:cubicBezTo>
                    <a:pt x="311072" y="137759"/>
                    <a:pt x="311072" y="137759"/>
                    <a:pt x="311072" y="136870"/>
                  </a:cubicBezTo>
                  <a:cubicBezTo>
                    <a:pt x="311072" y="135982"/>
                    <a:pt x="311072" y="136870"/>
                    <a:pt x="311072" y="135982"/>
                  </a:cubicBezTo>
                  <a:cubicBezTo>
                    <a:pt x="311072" y="135093"/>
                    <a:pt x="311072" y="135347"/>
                    <a:pt x="311072" y="134966"/>
                  </a:cubicBezTo>
                  <a:cubicBezTo>
                    <a:pt x="311072" y="134585"/>
                    <a:pt x="311072" y="134966"/>
                    <a:pt x="311072" y="134966"/>
                  </a:cubicBezTo>
                  <a:lnTo>
                    <a:pt x="311072" y="134966"/>
                  </a:lnTo>
                  <a:lnTo>
                    <a:pt x="311072" y="134204"/>
                  </a:lnTo>
                  <a:cubicBezTo>
                    <a:pt x="311072" y="134204"/>
                    <a:pt x="311072" y="133570"/>
                    <a:pt x="311707" y="133442"/>
                  </a:cubicBezTo>
                  <a:lnTo>
                    <a:pt x="311707" y="133442"/>
                  </a:lnTo>
                  <a:lnTo>
                    <a:pt x="344465" y="106526"/>
                  </a:lnTo>
                  <a:lnTo>
                    <a:pt x="392078" y="56628"/>
                  </a:lnTo>
                  <a:lnTo>
                    <a:pt x="204800" y="0"/>
                  </a:lnTo>
                  <a:lnTo>
                    <a:pt x="0" y="166708"/>
                  </a:lnTo>
                  <a:lnTo>
                    <a:pt x="383571" y="26142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6" name="Freeform: Shape 84"/>
            <p:cNvSpPr/>
            <p:nvPr/>
          </p:nvSpPr>
          <p:spPr bwMode="auto">
            <a:xfrm>
              <a:off x="8596080" y="1831680"/>
              <a:ext cx="64440" cy="72000"/>
            </a:xfrm>
            <a:custGeom>
              <a:avLst/>
              <a:gdLst>
                <a:gd name="textAreaLeft" fmla="*/ 0 w 64440"/>
                <a:gd name="textAreaRight" fmla="*/ 64800 w 64440"/>
                <a:gd name="textAreaTop" fmla="*/ 0 h 72000"/>
                <a:gd name="textAreaBottom" fmla="*/ 72360 h 72000"/>
                <a:gd name="GluePoint1X" fmla="*/ 64753 w 64753"/>
                <a:gd name="GluePoint1Y" fmla="*/ 72371 h 72370"/>
                <a:gd name="GluePoint2X" fmla="*/ 64753 w 64753"/>
                <a:gd name="GluePoint2Y" fmla="*/ 0 h 72370"/>
                <a:gd name="GluePoint3X" fmla="*/ 0 w 64753"/>
                <a:gd name="GluePoint3Y" fmla="*/ 53072 h 72370"/>
                <a:gd name="GluePoint4X" fmla="*/ 64753 w 64753"/>
                <a:gd name="GluePoint4Y" fmla="*/ 72371 h 723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64753" h="72370" extrusionOk="0">
                  <a:moveTo>
                    <a:pt x="64753" y="72371"/>
                  </a:moveTo>
                  <a:lnTo>
                    <a:pt x="64753" y="0"/>
                  </a:lnTo>
                  <a:lnTo>
                    <a:pt x="0" y="53072"/>
                  </a:lnTo>
                  <a:lnTo>
                    <a:pt x="64753" y="72371"/>
                  </a:lnTo>
                  <a:close/>
                </a:path>
              </a:pathLst>
            </a:custGeom>
            <a:solidFill>
              <a:srgbClr val="F39891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7360" rIns="90000" bIns="273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7" name="Freeform: Shape 87"/>
            <p:cNvSpPr/>
            <p:nvPr/>
          </p:nvSpPr>
          <p:spPr bwMode="auto">
            <a:xfrm>
              <a:off x="5870160" y="307800"/>
              <a:ext cx="242280" cy="68580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685800"/>
                <a:gd name="textAreaBottom" fmla="*/ 686160 h 685800"/>
                <a:gd name="GluePoint1X" fmla="*/ 242636 w 242636"/>
                <a:gd name="GluePoint1Y" fmla="*/ 0 h 686002"/>
                <a:gd name="GluePoint2X" fmla="*/ 0 w 242636"/>
                <a:gd name="GluePoint2Y" fmla="*/ 197434 h 686002"/>
                <a:gd name="GluePoint3X" fmla="*/ 0 w 242636"/>
                <a:gd name="GluePoint3Y" fmla="*/ 686003 h 686002"/>
                <a:gd name="GluePoint4X" fmla="*/ 31361 w 242636"/>
                <a:gd name="GluePoint4Y" fmla="*/ 619980 h 686002"/>
                <a:gd name="GluePoint5X" fmla="*/ 31361 w 242636"/>
                <a:gd name="GluePoint5Y" fmla="*/ 619980 h 686002"/>
                <a:gd name="GluePoint6X" fmla="*/ 31361 w 242636"/>
                <a:gd name="GluePoint6Y" fmla="*/ 619218 h 686002"/>
                <a:gd name="GluePoint7X" fmla="*/ 32123 w 242636"/>
                <a:gd name="GluePoint7Y" fmla="*/ 618457 h 686002"/>
                <a:gd name="GluePoint8X" fmla="*/ 32123 w 242636"/>
                <a:gd name="GluePoint8Y" fmla="*/ 618457 h 686002"/>
                <a:gd name="GluePoint9X" fmla="*/ 33392 w 242636"/>
                <a:gd name="GluePoint9Y" fmla="*/ 617822 h 686002"/>
                <a:gd name="GluePoint10X" fmla="*/ 35678 w 242636"/>
                <a:gd name="GluePoint10Y" fmla="*/ 617822 h 686002"/>
                <a:gd name="GluePoint11X" fmla="*/ 208355 w 242636"/>
                <a:gd name="GluePoint11Y" fmla="*/ 635470 h 686002"/>
                <a:gd name="GluePoint12X" fmla="*/ 241366 w 242636"/>
                <a:gd name="GluePoint12Y" fmla="*/ 608553 h 6860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242636" h="686002" extrusionOk="0">
                  <a:moveTo>
                    <a:pt x="242636" y="0"/>
                  </a:moveTo>
                  <a:lnTo>
                    <a:pt x="0" y="197434"/>
                  </a:lnTo>
                  <a:lnTo>
                    <a:pt x="0" y="686003"/>
                  </a:lnTo>
                  <a:lnTo>
                    <a:pt x="31361" y="619980"/>
                  </a:lnTo>
                  <a:lnTo>
                    <a:pt x="31361" y="619980"/>
                  </a:lnTo>
                  <a:cubicBezTo>
                    <a:pt x="31323" y="619726"/>
                    <a:pt x="31323" y="619472"/>
                    <a:pt x="31361" y="619218"/>
                  </a:cubicBezTo>
                  <a:lnTo>
                    <a:pt x="32123" y="618457"/>
                  </a:lnTo>
                  <a:cubicBezTo>
                    <a:pt x="32123" y="618457"/>
                    <a:pt x="32123" y="618457"/>
                    <a:pt x="32123" y="618457"/>
                  </a:cubicBezTo>
                  <a:lnTo>
                    <a:pt x="33392" y="617822"/>
                  </a:lnTo>
                  <a:lnTo>
                    <a:pt x="35678" y="617822"/>
                  </a:lnTo>
                  <a:lnTo>
                    <a:pt x="208355" y="635470"/>
                  </a:lnTo>
                  <a:lnTo>
                    <a:pt x="241366" y="608553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8" name="Freeform: Shape 88"/>
            <p:cNvSpPr/>
            <p:nvPr/>
          </p:nvSpPr>
          <p:spPr bwMode="auto">
            <a:xfrm>
              <a:off x="4280760" y="38880"/>
              <a:ext cx="1577520" cy="1068840"/>
            </a:xfrm>
            <a:custGeom>
              <a:avLst/>
              <a:gdLst>
                <a:gd name="textAreaLeft" fmla="*/ 0 w 1577520"/>
                <a:gd name="textAreaRight" fmla="*/ 1577880 w 1577520"/>
                <a:gd name="textAreaTop" fmla="*/ 0 h 1068840"/>
                <a:gd name="textAreaBottom" fmla="*/ 1069200 h 1068840"/>
                <a:gd name="GluePoint1X" fmla="*/ 1547743 w 1577961"/>
                <a:gd name="GluePoint1Y" fmla="*/ 1043288 h 1069316"/>
                <a:gd name="GluePoint2X" fmla="*/ 1547743 w 1577961"/>
                <a:gd name="GluePoint2Y" fmla="*/ 1042400 h 1069316"/>
                <a:gd name="GluePoint3X" fmla="*/ 1547743 w 1577961"/>
                <a:gd name="GluePoint3Y" fmla="*/ 1042400 h 1069316"/>
                <a:gd name="GluePoint4X" fmla="*/ 1547743 w 1577961"/>
                <a:gd name="GluePoint4Y" fmla="*/ 1042400 h 1069316"/>
                <a:gd name="GluePoint5X" fmla="*/ 1577961 w 1577961"/>
                <a:gd name="GluePoint5Y" fmla="*/ 978916 h 1069316"/>
                <a:gd name="GluePoint6X" fmla="*/ 1577961 w 1577961"/>
                <a:gd name="GluePoint6Y" fmla="*/ 467874 h 1069316"/>
                <a:gd name="GluePoint7X" fmla="*/ 1019555 w 1577961"/>
                <a:gd name="GluePoint7Y" fmla="*/ 298627 h 1069316"/>
                <a:gd name="GluePoint8X" fmla="*/ 0 w 1577961"/>
                <a:gd name="GluePoint8Y" fmla="*/ 0 h 1069316"/>
                <a:gd name="GluePoint9X" fmla="*/ 0 w 1577961"/>
                <a:gd name="GluePoint9Y" fmla="*/ 601316 h 1069316"/>
                <a:gd name="GluePoint10X" fmla="*/ 1547743 w 1577961"/>
                <a:gd name="GluePoint10Y" fmla="*/ 1069317 h 1069316"/>
                <a:gd name="GluePoint11X" fmla="*/ 1547743 w 1577961"/>
                <a:gd name="GluePoint11Y" fmla="*/ 1043923 h 10693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577961" h="1069316" extrusionOk="0">
                  <a:moveTo>
                    <a:pt x="1547743" y="1043288"/>
                  </a:moveTo>
                  <a:lnTo>
                    <a:pt x="1547743" y="1042400"/>
                  </a:lnTo>
                  <a:cubicBezTo>
                    <a:pt x="1547743" y="1042400"/>
                    <a:pt x="1547743" y="1042400"/>
                    <a:pt x="1547743" y="1042400"/>
                  </a:cubicBezTo>
                  <a:lnTo>
                    <a:pt x="1547743" y="1042400"/>
                  </a:lnTo>
                  <a:lnTo>
                    <a:pt x="1577961" y="978916"/>
                  </a:lnTo>
                  <a:lnTo>
                    <a:pt x="1577961" y="467874"/>
                  </a:lnTo>
                  <a:lnTo>
                    <a:pt x="1019555" y="298627"/>
                  </a:lnTo>
                  <a:lnTo>
                    <a:pt x="0" y="0"/>
                  </a:lnTo>
                  <a:lnTo>
                    <a:pt x="0" y="601316"/>
                  </a:lnTo>
                  <a:lnTo>
                    <a:pt x="1547743" y="1069317"/>
                  </a:lnTo>
                  <a:lnTo>
                    <a:pt x="1547743" y="104392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49" name="Freeform 796"/>
            <p:cNvSpPr/>
            <p:nvPr/>
          </p:nvSpPr>
          <p:spPr bwMode="auto">
            <a:xfrm>
              <a:off x="4281120" y="-12600"/>
              <a:ext cx="1825920" cy="510120"/>
            </a:xfrm>
            <a:custGeom>
              <a:avLst/>
              <a:gdLst>
                <a:gd name="textAreaLeft" fmla="*/ 0 w 1825920"/>
                <a:gd name="textAreaRight" fmla="*/ 1826280 w 1825920"/>
                <a:gd name="textAreaTop" fmla="*/ 0 h 510120"/>
                <a:gd name="textAreaBottom" fmla="*/ 510480 h 510120"/>
                <a:gd name="GluePoint1X" fmla="*/ 45999 w 1826185"/>
                <a:gd name="GluePoint1Y" fmla="*/ 0 h 510522"/>
                <a:gd name="GluePoint2X" fmla="*/ 795429 w 1826185"/>
                <a:gd name="GluePoint2Y" fmla="*/ 0 h 510522"/>
                <a:gd name="GluePoint3X" fmla="*/ 1826185 w 1826185"/>
                <a:gd name="GluePoint3Y" fmla="*/ 311945 h 510522"/>
                <a:gd name="GluePoint4X" fmla="*/ 1583294 w 1826185"/>
                <a:gd name="GluePoint4Y" fmla="*/ 510522 h 510522"/>
                <a:gd name="GluePoint5X" fmla="*/ 0 w 1826185"/>
                <a:gd name="GluePoint5Y" fmla="*/ 31856 h 510522"/>
                <a:gd name="GluePoint6X" fmla="*/ 13332 w 1826185"/>
                <a:gd name="GluePoint6Y" fmla="*/ 21064 h 510522"/>
                <a:gd name="GluePoint7X" fmla="*/ 14728 w 1826185"/>
                <a:gd name="GluePoint7Y" fmla="*/ 21952 h 510522"/>
                <a:gd name="GluePoint8X" fmla="*/ 16887 w 1826185"/>
                <a:gd name="GluePoint8Y" fmla="*/ 21952 h 510522"/>
                <a:gd name="GluePoint9X" fmla="*/ 18664 w 1826185"/>
                <a:gd name="GluePoint9Y" fmla="*/ 21952 h 510522"/>
                <a:gd name="GluePoint10X" fmla="*/ 20188 w 1826185"/>
                <a:gd name="GluePoint10Y" fmla="*/ 21064 h 5105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826185" h="510522" extrusionOk="0">
                  <a:moveTo>
                    <a:pt x="45999" y="0"/>
                  </a:moveTo>
                  <a:lnTo>
                    <a:pt x="795429" y="0"/>
                  </a:lnTo>
                  <a:lnTo>
                    <a:pt x="1826185" y="311945"/>
                  </a:lnTo>
                  <a:lnTo>
                    <a:pt x="1583294" y="510522"/>
                  </a:lnTo>
                  <a:lnTo>
                    <a:pt x="0" y="31856"/>
                  </a:lnTo>
                  <a:lnTo>
                    <a:pt x="13332" y="21064"/>
                  </a:lnTo>
                  <a:cubicBezTo>
                    <a:pt x="13751" y="21432"/>
                    <a:pt x="14220" y="21737"/>
                    <a:pt x="14728" y="21952"/>
                  </a:cubicBezTo>
                  <a:cubicBezTo>
                    <a:pt x="15439" y="22079"/>
                    <a:pt x="16176" y="22079"/>
                    <a:pt x="16887" y="21952"/>
                  </a:cubicBezTo>
                  <a:lnTo>
                    <a:pt x="18664" y="21952"/>
                  </a:lnTo>
                  <a:cubicBezTo>
                    <a:pt x="19210" y="21737"/>
                    <a:pt x="19731" y="21432"/>
                    <a:pt x="20188" y="21064"/>
                  </a:cubicBez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0" name="Freeform 802"/>
            <p:cNvSpPr/>
            <p:nvPr/>
          </p:nvSpPr>
          <p:spPr bwMode="auto">
            <a:xfrm>
              <a:off x="3884760" y="-12600"/>
              <a:ext cx="242280" cy="54720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547200"/>
                <a:gd name="textAreaBottom" fmla="*/ 547560 h 547200"/>
                <a:gd name="GluePoint1X" fmla="*/ 0 w 242636"/>
                <a:gd name="GluePoint1Y" fmla="*/ 0 h 547597"/>
                <a:gd name="GluePoint2X" fmla="*/ 242636 w 242636"/>
                <a:gd name="GluePoint2Y" fmla="*/ 0 h 547597"/>
                <a:gd name="GluePoint3X" fmla="*/ 242636 w 242636"/>
                <a:gd name="GluePoint3Y" fmla="*/ 61948 h 547597"/>
                <a:gd name="GluePoint4X" fmla="*/ 242636 w 242636"/>
                <a:gd name="GluePoint4Y" fmla="*/ 165553 h 547597"/>
                <a:gd name="GluePoint5X" fmla="*/ 242636 w 242636"/>
                <a:gd name="GluePoint5Y" fmla="*/ 350036 h 547597"/>
                <a:gd name="GluePoint6X" fmla="*/ 0 w 242636"/>
                <a:gd name="GluePoint6Y" fmla="*/ 547597 h 5475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242636" h="547597" extrusionOk="0">
                  <a:moveTo>
                    <a:pt x="0" y="0"/>
                  </a:moveTo>
                  <a:lnTo>
                    <a:pt x="242636" y="0"/>
                  </a:lnTo>
                  <a:lnTo>
                    <a:pt x="242636" y="61948"/>
                  </a:lnTo>
                  <a:lnTo>
                    <a:pt x="242636" y="165553"/>
                  </a:lnTo>
                  <a:lnTo>
                    <a:pt x="242636" y="350036"/>
                  </a:lnTo>
                  <a:lnTo>
                    <a:pt x="0" y="547597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1" name="Freeform 800"/>
            <p:cNvSpPr/>
            <p:nvPr/>
          </p:nvSpPr>
          <p:spPr bwMode="auto">
            <a:xfrm>
              <a:off x="2049120" y="-12600"/>
              <a:ext cx="1824480" cy="551520"/>
            </a:xfrm>
            <a:custGeom>
              <a:avLst/>
              <a:gdLst>
                <a:gd name="textAreaLeft" fmla="*/ 0 w 1824480"/>
                <a:gd name="textAreaRight" fmla="*/ 1824840 w 1824480"/>
                <a:gd name="textAreaTop" fmla="*/ 0 h 551520"/>
                <a:gd name="textAreaBottom" fmla="*/ 551880 h 551520"/>
                <a:gd name="GluePoint1X" fmla="*/ 0 w 1824932"/>
                <a:gd name="GluePoint1Y" fmla="*/ 0 h 551786"/>
                <a:gd name="GluePoint2X" fmla="*/ 1824932 w 1824932"/>
                <a:gd name="GluePoint2Y" fmla="*/ 0 h 551786"/>
                <a:gd name="GluePoint3X" fmla="*/ 1824932 w 1824932"/>
                <a:gd name="GluePoint3Y" fmla="*/ 551786 h 5517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824932" h="551786" extrusionOk="0">
                  <a:moveTo>
                    <a:pt x="0" y="0"/>
                  </a:moveTo>
                  <a:lnTo>
                    <a:pt x="1824932" y="0"/>
                  </a:lnTo>
                  <a:lnTo>
                    <a:pt x="1824932" y="551786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2" name="Freeform: Shape 93"/>
            <p:cNvSpPr/>
            <p:nvPr/>
          </p:nvSpPr>
          <p:spPr bwMode="auto">
            <a:xfrm>
              <a:off x="7059960" y="934920"/>
              <a:ext cx="510480" cy="159840"/>
            </a:xfrm>
            <a:custGeom>
              <a:avLst/>
              <a:gdLst>
                <a:gd name="textAreaLeft" fmla="*/ 0 w 510480"/>
                <a:gd name="textAreaRight" fmla="*/ 510840 w 510480"/>
                <a:gd name="textAreaTop" fmla="*/ 0 h 159840"/>
                <a:gd name="textAreaBottom" fmla="*/ 160200 h 159840"/>
                <a:gd name="GluePoint1X" fmla="*/ 0 w 510666"/>
                <a:gd name="GluePoint1Y" fmla="*/ 0 h 160232"/>
                <a:gd name="GluePoint2X" fmla="*/ 0 w 510666"/>
                <a:gd name="GluePoint2Y" fmla="*/ 108049 h 160232"/>
                <a:gd name="GluePoint3X" fmla="*/ 510667 w 510666"/>
                <a:gd name="GluePoint3Y" fmla="*/ 160232 h 160232"/>
                <a:gd name="GluePoint4X" fmla="*/ 510667 w 510666"/>
                <a:gd name="GluePoint4Y" fmla="*/ 133188 h 160232"/>
                <a:gd name="GluePoint5X" fmla="*/ 0 w 510666"/>
                <a:gd name="GluePoint5Y" fmla="*/ 0 h 1602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510666" h="160232" extrusionOk="0">
                  <a:moveTo>
                    <a:pt x="0" y="0"/>
                  </a:moveTo>
                  <a:lnTo>
                    <a:pt x="0" y="108049"/>
                  </a:lnTo>
                  <a:lnTo>
                    <a:pt x="510667" y="160232"/>
                  </a:lnTo>
                  <a:lnTo>
                    <a:pt x="510667" y="13318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3" name="Freeform: Shape 94"/>
            <p:cNvSpPr/>
            <p:nvPr/>
          </p:nvSpPr>
          <p:spPr bwMode="auto">
            <a:xfrm>
              <a:off x="8667360" y="1770840"/>
              <a:ext cx="1164600" cy="546840"/>
            </a:xfrm>
            <a:custGeom>
              <a:avLst/>
              <a:gdLst>
                <a:gd name="textAreaLeft" fmla="*/ 0 w 1164600"/>
                <a:gd name="textAreaRight" fmla="*/ 1164960 w 1164600"/>
                <a:gd name="textAreaTop" fmla="*/ 0 h 546840"/>
                <a:gd name="textAreaBottom" fmla="*/ 547200 h 546840"/>
                <a:gd name="GluePoint1X" fmla="*/ 4444 w 1164933"/>
                <a:gd name="GluePoint1Y" fmla="*/ 0 h 547100"/>
                <a:gd name="GluePoint2X" fmla="*/ 4444 w 1164933"/>
                <a:gd name="GluePoint2Y" fmla="*/ 31361 h 547100"/>
                <a:gd name="GluePoint3X" fmla="*/ 4444 w 1164933"/>
                <a:gd name="GluePoint3Y" fmla="*/ 32250 h 547100"/>
                <a:gd name="GluePoint4X" fmla="*/ 4444 w 1164933"/>
                <a:gd name="GluePoint4Y" fmla="*/ 33012 h 547100"/>
                <a:gd name="GluePoint5X" fmla="*/ 4444 w 1164933"/>
                <a:gd name="GluePoint5Y" fmla="*/ 33012 h 547100"/>
                <a:gd name="GluePoint6X" fmla="*/ 2794 w 1164933"/>
                <a:gd name="GluePoint6Y" fmla="*/ 35170 h 547100"/>
                <a:gd name="GluePoint7X" fmla="*/ 2794 w 1164933"/>
                <a:gd name="GluePoint7Y" fmla="*/ 35170 h 547100"/>
                <a:gd name="GluePoint8X" fmla="*/ 0 w 1164933"/>
                <a:gd name="GluePoint8Y" fmla="*/ 35932 h 547100"/>
                <a:gd name="GluePoint9X" fmla="*/ 0 w 1164933"/>
                <a:gd name="GluePoint9Y" fmla="*/ 44438 h 547100"/>
                <a:gd name="GluePoint10X" fmla="*/ 0 w 1164933"/>
                <a:gd name="GluePoint10Y" fmla="*/ 44438 h 547100"/>
                <a:gd name="GluePoint11X" fmla="*/ 1143 w 1164933"/>
                <a:gd name="GluePoint11Y" fmla="*/ 44438 h 547100"/>
                <a:gd name="GluePoint12X" fmla="*/ 2032 w 1164933"/>
                <a:gd name="GluePoint12Y" fmla="*/ 44438 h 547100"/>
                <a:gd name="GluePoint13X" fmla="*/ 2667 w 1164933"/>
                <a:gd name="GluePoint13Y" fmla="*/ 44438 h 547100"/>
                <a:gd name="GluePoint14X" fmla="*/ 3682 w 1164933"/>
                <a:gd name="GluePoint14Y" fmla="*/ 45073 h 547100"/>
                <a:gd name="GluePoint15X" fmla="*/ 3682 w 1164933"/>
                <a:gd name="GluePoint15Y" fmla="*/ 45073 h 547100"/>
                <a:gd name="GluePoint16X" fmla="*/ 3682 w 1164933"/>
                <a:gd name="GluePoint16Y" fmla="*/ 45073 h 547100"/>
                <a:gd name="GluePoint17X" fmla="*/ 3682 w 1164933"/>
                <a:gd name="GluePoint17Y" fmla="*/ 46089 h 547100"/>
                <a:gd name="GluePoint18X" fmla="*/ 3682 w 1164933"/>
                <a:gd name="GluePoint18Y" fmla="*/ 47105 h 547100"/>
                <a:gd name="GluePoint19X" fmla="*/ 3682 w 1164933"/>
                <a:gd name="GluePoint19Y" fmla="*/ 47866 h 547100"/>
                <a:gd name="GluePoint20X" fmla="*/ 3682 w 1164933"/>
                <a:gd name="GluePoint20Y" fmla="*/ 134585 h 547100"/>
                <a:gd name="GluePoint21X" fmla="*/ 86592 w 1164933"/>
                <a:gd name="GluePoint21Y" fmla="*/ 159979 h 547100"/>
                <a:gd name="GluePoint22X" fmla="*/ 86592 w 1164933"/>
                <a:gd name="GluePoint22Y" fmla="*/ 159979 h 547100"/>
                <a:gd name="GluePoint23X" fmla="*/ 87354 w 1164933"/>
                <a:gd name="GluePoint23Y" fmla="*/ 159979 h 547100"/>
                <a:gd name="GluePoint24X" fmla="*/ 88116 w 1164933"/>
                <a:gd name="GluePoint24Y" fmla="*/ 159979 h 547100"/>
                <a:gd name="GluePoint25X" fmla="*/ 88116 w 1164933"/>
                <a:gd name="GluePoint25Y" fmla="*/ 159979 h 547100"/>
                <a:gd name="GluePoint26X" fmla="*/ 88116 w 1164933"/>
                <a:gd name="GluePoint26Y" fmla="*/ 159979 h 547100"/>
                <a:gd name="GluePoint27X" fmla="*/ 88116 w 1164933"/>
                <a:gd name="GluePoint27Y" fmla="*/ 159979 h 547100"/>
                <a:gd name="GluePoint28X" fmla="*/ 88116 w 1164933"/>
                <a:gd name="GluePoint28Y" fmla="*/ 160740 h 547100"/>
                <a:gd name="GluePoint29X" fmla="*/ 88116 w 1164933"/>
                <a:gd name="GluePoint29Y" fmla="*/ 160740 h 547100"/>
                <a:gd name="GluePoint30X" fmla="*/ 88116 w 1164933"/>
                <a:gd name="GluePoint30Y" fmla="*/ 161502 h 547100"/>
                <a:gd name="GluePoint31X" fmla="*/ 88116 w 1164933"/>
                <a:gd name="GluePoint31Y" fmla="*/ 162264 h 547100"/>
                <a:gd name="GluePoint32X" fmla="*/ 88116 w 1164933"/>
                <a:gd name="GluePoint32Y" fmla="*/ 218891 h 547100"/>
                <a:gd name="GluePoint33X" fmla="*/ 1164934 w 1164933"/>
                <a:gd name="GluePoint33Y" fmla="*/ 547101 h 547100"/>
                <a:gd name="GluePoint34X" fmla="*/ 1164934 w 1164933"/>
                <a:gd name="GluePoint34Y" fmla="*/ 350302 h 5471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  <a:cxn ang="0">
                  <a:pos x="GluePoint34X" y="GluePoint34Y"/>
                </a:cxn>
              </a:cxnLst>
              <a:rect l="textAreaLeft" t="textAreaTop" r="textAreaRight" b="textAreaBottom"/>
              <a:pathLst>
                <a:path w="1164933" h="547100" extrusionOk="0">
                  <a:moveTo>
                    <a:pt x="4444" y="0"/>
                  </a:moveTo>
                  <a:lnTo>
                    <a:pt x="4444" y="31361"/>
                  </a:lnTo>
                  <a:cubicBezTo>
                    <a:pt x="4444" y="31361"/>
                    <a:pt x="4444" y="31996"/>
                    <a:pt x="4444" y="32250"/>
                  </a:cubicBezTo>
                  <a:cubicBezTo>
                    <a:pt x="4444" y="32504"/>
                    <a:pt x="4444" y="32250"/>
                    <a:pt x="4444" y="33012"/>
                  </a:cubicBezTo>
                  <a:lnTo>
                    <a:pt x="4444" y="33012"/>
                  </a:lnTo>
                  <a:cubicBezTo>
                    <a:pt x="4114" y="33875"/>
                    <a:pt x="3542" y="34624"/>
                    <a:pt x="2794" y="35170"/>
                  </a:cubicBezTo>
                  <a:lnTo>
                    <a:pt x="2794" y="35170"/>
                  </a:lnTo>
                  <a:cubicBezTo>
                    <a:pt x="1930" y="35614"/>
                    <a:pt x="978" y="35881"/>
                    <a:pt x="0" y="35932"/>
                  </a:cubicBezTo>
                  <a:lnTo>
                    <a:pt x="0" y="44438"/>
                  </a:lnTo>
                  <a:lnTo>
                    <a:pt x="0" y="44438"/>
                  </a:lnTo>
                  <a:lnTo>
                    <a:pt x="1143" y="44438"/>
                  </a:lnTo>
                  <a:lnTo>
                    <a:pt x="2032" y="44438"/>
                  </a:lnTo>
                  <a:cubicBezTo>
                    <a:pt x="2032" y="44438"/>
                    <a:pt x="2032" y="44438"/>
                    <a:pt x="2667" y="44438"/>
                  </a:cubicBezTo>
                  <a:lnTo>
                    <a:pt x="3682" y="45073"/>
                  </a:lnTo>
                  <a:lnTo>
                    <a:pt x="3682" y="45073"/>
                  </a:lnTo>
                  <a:lnTo>
                    <a:pt x="3682" y="45073"/>
                  </a:lnTo>
                  <a:cubicBezTo>
                    <a:pt x="3721" y="45416"/>
                    <a:pt x="3721" y="45746"/>
                    <a:pt x="3682" y="46089"/>
                  </a:cubicBezTo>
                  <a:lnTo>
                    <a:pt x="3682" y="47105"/>
                  </a:lnTo>
                  <a:cubicBezTo>
                    <a:pt x="3682" y="47105"/>
                    <a:pt x="3682" y="47105"/>
                    <a:pt x="3682" y="47866"/>
                  </a:cubicBezTo>
                  <a:lnTo>
                    <a:pt x="3682" y="134585"/>
                  </a:lnTo>
                  <a:lnTo>
                    <a:pt x="86592" y="159979"/>
                  </a:lnTo>
                  <a:lnTo>
                    <a:pt x="86592" y="159979"/>
                  </a:lnTo>
                  <a:lnTo>
                    <a:pt x="87354" y="159979"/>
                  </a:lnTo>
                  <a:lnTo>
                    <a:pt x="88116" y="159979"/>
                  </a:lnTo>
                  <a:lnTo>
                    <a:pt x="88116" y="159979"/>
                  </a:lnTo>
                  <a:lnTo>
                    <a:pt x="88116" y="159979"/>
                  </a:lnTo>
                  <a:cubicBezTo>
                    <a:pt x="88116" y="159979"/>
                    <a:pt x="88116" y="159979"/>
                    <a:pt x="88116" y="159979"/>
                  </a:cubicBezTo>
                  <a:lnTo>
                    <a:pt x="88116" y="160740"/>
                  </a:lnTo>
                  <a:lnTo>
                    <a:pt x="88116" y="160740"/>
                  </a:lnTo>
                  <a:lnTo>
                    <a:pt x="88116" y="161502"/>
                  </a:lnTo>
                  <a:cubicBezTo>
                    <a:pt x="88116" y="161502"/>
                    <a:pt x="88116" y="161502"/>
                    <a:pt x="88116" y="162264"/>
                  </a:cubicBezTo>
                  <a:lnTo>
                    <a:pt x="88116" y="218891"/>
                  </a:lnTo>
                  <a:lnTo>
                    <a:pt x="1164934" y="547101"/>
                  </a:lnTo>
                  <a:lnTo>
                    <a:pt x="1164934" y="350302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4" name="Freeform: Shape 95"/>
            <p:cNvSpPr/>
            <p:nvPr/>
          </p:nvSpPr>
          <p:spPr bwMode="auto">
            <a:xfrm>
              <a:off x="5839200" y="1087920"/>
              <a:ext cx="3068640" cy="638280"/>
            </a:xfrm>
            <a:custGeom>
              <a:avLst/>
              <a:gdLst>
                <a:gd name="textAreaLeft" fmla="*/ 0 w 3068640"/>
                <a:gd name="textAreaRight" fmla="*/ 3069000 w 3068640"/>
                <a:gd name="textAreaTop" fmla="*/ 0 h 638280"/>
                <a:gd name="textAreaBottom" fmla="*/ 638640 h 638280"/>
                <a:gd name="GluePoint1X" fmla="*/ 0 w 3068949"/>
                <a:gd name="GluePoint1Y" fmla="*/ 0 h 638517"/>
                <a:gd name="GluePoint2X" fmla="*/ 0 w 3068949"/>
                <a:gd name="GluePoint2Y" fmla="*/ 27044 h 638517"/>
                <a:gd name="GluePoint3X" fmla="*/ 0 w 3068949"/>
                <a:gd name="GluePoint3Y" fmla="*/ 197053 h 638517"/>
                <a:gd name="GluePoint4X" fmla="*/ 2865292 w 3068949"/>
                <a:gd name="GluePoint4Y" fmla="*/ 638517 h 638517"/>
                <a:gd name="GluePoint5X" fmla="*/ 3068949 w 3068949"/>
                <a:gd name="GluePoint5Y" fmla="*/ 473079 h 638517"/>
                <a:gd name="GluePoint6X" fmla="*/ 0 w 3068949"/>
                <a:gd name="GluePoint6Y" fmla="*/ 0 h 6385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3068949" h="638517" extrusionOk="0">
                  <a:moveTo>
                    <a:pt x="0" y="0"/>
                  </a:moveTo>
                  <a:lnTo>
                    <a:pt x="0" y="27044"/>
                  </a:lnTo>
                  <a:lnTo>
                    <a:pt x="0" y="197053"/>
                  </a:lnTo>
                  <a:lnTo>
                    <a:pt x="2865292" y="638517"/>
                  </a:lnTo>
                  <a:lnTo>
                    <a:pt x="3068949" y="47307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5" name="Freeform: Shape 96"/>
            <p:cNvSpPr/>
            <p:nvPr/>
          </p:nvSpPr>
          <p:spPr bwMode="auto">
            <a:xfrm>
              <a:off x="10341360" y="2444400"/>
              <a:ext cx="758520" cy="228960"/>
            </a:xfrm>
            <a:custGeom>
              <a:avLst/>
              <a:gdLst>
                <a:gd name="textAreaLeft" fmla="*/ 0 w 758520"/>
                <a:gd name="textAreaRight" fmla="*/ 758880 w 758520"/>
                <a:gd name="textAreaTop" fmla="*/ 0 h 228960"/>
                <a:gd name="textAreaBottom" fmla="*/ 229320 h 228960"/>
                <a:gd name="GluePoint1X" fmla="*/ 476511 w 758888"/>
                <a:gd name="GluePoint1Y" fmla="*/ 151852 h 229302"/>
                <a:gd name="GluePoint2X" fmla="*/ 758889 w 758888"/>
                <a:gd name="GluePoint2Y" fmla="*/ 229302 h 229302"/>
                <a:gd name="GluePoint3X" fmla="*/ 0 w 758888"/>
                <a:gd name="GluePoint3Y" fmla="*/ 0 h 229302"/>
                <a:gd name="GluePoint4X" fmla="*/ 476511 w 758888"/>
                <a:gd name="GluePoint4Y" fmla="*/ 151852 h 2293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758888" h="229302" extrusionOk="0">
                  <a:moveTo>
                    <a:pt x="476511" y="151852"/>
                  </a:moveTo>
                  <a:lnTo>
                    <a:pt x="758889" y="229302"/>
                  </a:lnTo>
                  <a:lnTo>
                    <a:pt x="0" y="0"/>
                  </a:lnTo>
                  <a:lnTo>
                    <a:pt x="476511" y="151852"/>
                  </a:lnTo>
                  <a:close/>
                </a:path>
              </a:pathLst>
            </a:custGeom>
            <a:solidFill>
              <a:srgbClr val="F5999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6" name="Freeform: Shape 97"/>
            <p:cNvSpPr/>
            <p:nvPr/>
          </p:nvSpPr>
          <p:spPr bwMode="auto">
            <a:xfrm>
              <a:off x="9841320" y="2122200"/>
              <a:ext cx="1764360" cy="708120"/>
            </a:xfrm>
            <a:custGeom>
              <a:avLst/>
              <a:gdLst>
                <a:gd name="textAreaLeft" fmla="*/ 0 w 1764360"/>
                <a:gd name="textAreaRight" fmla="*/ 1764720 w 1764360"/>
                <a:gd name="textAreaTop" fmla="*/ 0 h 708120"/>
                <a:gd name="textAreaBottom" fmla="*/ 708480 h 708120"/>
                <a:gd name="GluePoint1X" fmla="*/ 1524 w 1764858"/>
                <a:gd name="GluePoint1Y" fmla="*/ 199211 h 708603"/>
                <a:gd name="GluePoint2X" fmla="*/ 23997 w 1764858"/>
                <a:gd name="GluePoint2Y" fmla="*/ 205687 h 708603"/>
                <a:gd name="GluePoint3X" fmla="*/ 183342 w 1764858"/>
                <a:gd name="GluePoint3Y" fmla="*/ 222192 h 708603"/>
                <a:gd name="GluePoint4X" fmla="*/ 183342 w 1764858"/>
                <a:gd name="GluePoint4Y" fmla="*/ 221177 h 708603"/>
                <a:gd name="GluePoint5X" fmla="*/ 190199 w 1764858"/>
                <a:gd name="GluePoint5Y" fmla="*/ 218129 h 708603"/>
                <a:gd name="GluePoint6X" fmla="*/ 1444391 w 1764858"/>
                <a:gd name="GluePoint6Y" fmla="*/ 596999 h 708603"/>
                <a:gd name="GluePoint7X" fmla="*/ 1444391 w 1764858"/>
                <a:gd name="GluePoint7Y" fmla="*/ 596999 h 708603"/>
                <a:gd name="GluePoint8X" fmla="*/ 1445407 w 1764858"/>
                <a:gd name="GluePoint8Y" fmla="*/ 596999 h 708603"/>
                <a:gd name="GluePoint9X" fmla="*/ 1446169 w 1764858"/>
                <a:gd name="GluePoint9Y" fmla="*/ 596999 h 708603"/>
                <a:gd name="GluePoint10X" fmla="*/ 1446169 w 1764858"/>
                <a:gd name="GluePoint10Y" fmla="*/ 596999 h 708603"/>
                <a:gd name="GluePoint11X" fmla="*/ 1446169 w 1764858"/>
                <a:gd name="GluePoint11Y" fmla="*/ 596999 h 708603"/>
                <a:gd name="GluePoint12X" fmla="*/ 1446169 w 1764858"/>
                <a:gd name="GluePoint12Y" fmla="*/ 597761 h 708603"/>
                <a:gd name="GluePoint13X" fmla="*/ 1446169 w 1764858"/>
                <a:gd name="GluePoint13Y" fmla="*/ 598650 h 708603"/>
                <a:gd name="GluePoint14X" fmla="*/ 1446169 w 1764858"/>
                <a:gd name="GluePoint14Y" fmla="*/ 599538 h 708603"/>
                <a:gd name="GluePoint15X" fmla="*/ 1446169 w 1764858"/>
                <a:gd name="GluePoint15Y" fmla="*/ 600554 h 708603"/>
                <a:gd name="GluePoint16X" fmla="*/ 1446169 w 1764858"/>
                <a:gd name="GluePoint16Y" fmla="*/ 601189 h 708603"/>
                <a:gd name="GluePoint17X" fmla="*/ 1446169 w 1764858"/>
                <a:gd name="GluePoint17Y" fmla="*/ 601189 h 708603"/>
                <a:gd name="GluePoint18X" fmla="*/ 1444772 w 1764858"/>
                <a:gd name="GluePoint18Y" fmla="*/ 603094 h 708603"/>
                <a:gd name="GluePoint19X" fmla="*/ 1441217 w 1764858"/>
                <a:gd name="GluePoint19Y" fmla="*/ 606141 h 708603"/>
                <a:gd name="GluePoint20X" fmla="*/ 1441217 w 1764858"/>
                <a:gd name="GluePoint20Y" fmla="*/ 615409 h 708603"/>
                <a:gd name="GluePoint21X" fmla="*/ 1442867 w 1764858"/>
                <a:gd name="GluePoint21Y" fmla="*/ 615409 h 708603"/>
                <a:gd name="GluePoint22X" fmla="*/ 1764859 w 1764858"/>
                <a:gd name="GluePoint22Y" fmla="*/ 708603 h 708603"/>
                <a:gd name="GluePoint23X" fmla="*/ 1764859 w 1764858"/>
                <a:gd name="GluePoint23Y" fmla="*/ 511804 h 708603"/>
                <a:gd name="GluePoint24X" fmla="*/ 0 w 1764858"/>
                <a:gd name="GluePoint24Y" fmla="*/ 0 h 7086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1764858" h="708603" extrusionOk="0">
                  <a:moveTo>
                    <a:pt x="1524" y="199211"/>
                  </a:moveTo>
                  <a:lnTo>
                    <a:pt x="23997" y="205687"/>
                  </a:lnTo>
                  <a:lnTo>
                    <a:pt x="183342" y="222192"/>
                  </a:lnTo>
                  <a:cubicBezTo>
                    <a:pt x="183292" y="221862"/>
                    <a:pt x="183292" y="221507"/>
                    <a:pt x="183342" y="221177"/>
                  </a:cubicBezTo>
                  <a:cubicBezTo>
                    <a:pt x="184498" y="218549"/>
                    <a:pt x="187469" y="217228"/>
                    <a:pt x="190199" y="218129"/>
                  </a:cubicBezTo>
                  <a:lnTo>
                    <a:pt x="1444391" y="596999"/>
                  </a:lnTo>
                  <a:lnTo>
                    <a:pt x="1444391" y="596999"/>
                  </a:lnTo>
                  <a:lnTo>
                    <a:pt x="1445407" y="596999"/>
                  </a:lnTo>
                  <a:lnTo>
                    <a:pt x="1446169" y="596999"/>
                  </a:lnTo>
                  <a:lnTo>
                    <a:pt x="1446169" y="596999"/>
                  </a:lnTo>
                  <a:lnTo>
                    <a:pt x="1446169" y="596999"/>
                  </a:lnTo>
                  <a:cubicBezTo>
                    <a:pt x="1446169" y="596999"/>
                    <a:pt x="1446169" y="596999"/>
                    <a:pt x="1446169" y="597761"/>
                  </a:cubicBezTo>
                  <a:cubicBezTo>
                    <a:pt x="1446169" y="598523"/>
                    <a:pt x="1446169" y="598396"/>
                    <a:pt x="1446169" y="598650"/>
                  </a:cubicBezTo>
                  <a:cubicBezTo>
                    <a:pt x="1446232" y="598942"/>
                    <a:pt x="1446232" y="599246"/>
                    <a:pt x="1446169" y="599538"/>
                  </a:cubicBezTo>
                  <a:cubicBezTo>
                    <a:pt x="1446232" y="599869"/>
                    <a:pt x="1446232" y="600224"/>
                    <a:pt x="1446169" y="600554"/>
                  </a:cubicBezTo>
                  <a:cubicBezTo>
                    <a:pt x="1446232" y="600757"/>
                    <a:pt x="1446232" y="600986"/>
                    <a:pt x="1446169" y="601189"/>
                  </a:cubicBezTo>
                  <a:lnTo>
                    <a:pt x="1446169" y="601189"/>
                  </a:lnTo>
                  <a:cubicBezTo>
                    <a:pt x="1445940" y="601964"/>
                    <a:pt x="1445445" y="602649"/>
                    <a:pt x="1444772" y="603094"/>
                  </a:cubicBezTo>
                  <a:lnTo>
                    <a:pt x="1441217" y="606141"/>
                  </a:lnTo>
                  <a:lnTo>
                    <a:pt x="1441217" y="615409"/>
                  </a:lnTo>
                  <a:lnTo>
                    <a:pt x="1442867" y="615409"/>
                  </a:lnTo>
                  <a:lnTo>
                    <a:pt x="1764859" y="708603"/>
                  </a:lnTo>
                  <a:lnTo>
                    <a:pt x="1764859" y="5118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7" name="Freeform: Shape 98"/>
            <p:cNvSpPr/>
            <p:nvPr/>
          </p:nvSpPr>
          <p:spPr bwMode="auto">
            <a:xfrm>
              <a:off x="5841720" y="934920"/>
              <a:ext cx="4550400" cy="1177200"/>
            </a:xfrm>
            <a:custGeom>
              <a:avLst/>
              <a:gdLst>
                <a:gd name="textAreaLeft" fmla="*/ 0 w 4550400"/>
                <a:gd name="textAreaRight" fmla="*/ 4550760 w 4550400"/>
                <a:gd name="textAreaTop" fmla="*/ 0 h 1177200"/>
                <a:gd name="textAreaBottom" fmla="*/ 1177560 h 1177200"/>
                <a:gd name="GluePoint1X" fmla="*/ 4550796 w 4550795"/>
                <a:gd name="GluePoint1Y" fmla="*/ 724601 h 1177492"/>
                <a:gd name="GluePoint2X" fmla="*/ 3304984 w 4550795"/>
                <a:gd name="GluePoint2Y" fmla="*/ 348398 h 1177492"/>
                <a:gd name="GluePoint3X" fmla="*/ 3304984 w 4550795"/>
                <a:gd name="GluePoint3Y" fmla="*/ 348398 h 1177492"/>
                <a:gd name="GluePoint4X" fmla="*/ 3222073 w 4550795"/>
                <a:gd name="GluePoint4Y" fmla="*/ 323004 h 1177492"/>
                <a:gd name="GluePoint5X" fmla="*/ 1920268 w 4550795"/>
                <a:gd name="GluePoint5Y" fmla="*/ 189562 h 1177492"/>
                <a:gd name="GluePoint6X" fmla="*/ 1733878 w 4550795"/>
                <a:gd name="GluePoint6Y" fmla="*/ 170517 h 1177492"/>
                <a:gd name="GluePoint7X" fmla="*/ 1212293 w 4550795"/>
                <a:gd name="GluePoint7Y" fmla="*/ 117191 h 1177492"/>
                <a:gd name="GluePoint8X" fmla="*/ 238954 w 4550795"/>
                <a:gd name="GluePoint8Y" fmla="*/ 17394 h 1177492"/>
                <a:gd name="GluePoint9X" fmla="*/ 68055 w 4550795"/>
                <a:gd name="GluePoint9Y" fmla="*/ 0 h 1177492"/>
                <a:gd name="GluePoint10X" fmla="*/ 27933 w 4550795"/>
                <a:gd name="GluePoint10Y" fmla="*/ 84433 h 1177492"/>
                <a:gd name="GluePoint11X" fmla="*/ 27933 w 4550795"/>
                <a:gd name="GluePoint11Y" fmla="*/ 84433 h 1177492"/>
                <a:gd name="GluePoint12X" fmla="*/ 0 w 4550795"/>
                <a:gd name="GluePoint12Y" fmla="*/ 143219 h 1177492"/>
                <a:gd name="GluePoint13X" fmla="*/ 3079488 w 4550795"/>
                <a:gd name="GluePoint13Y" fmla="*/ 617948 h 1177492"/>
                <a:gd name="GluePoint14X" fmla="*/ 3080122 w 4550795"/>
                <a:gd name="GluePoint14Y" fmla="*/ 617948 h 1177492"/>
                <a:gd name="GluePoint15X" fmla="*/ 3081138 w 4550795"/>
                <a:gd name="GluePoint15Y" fmla="*/ 617948 h 1177492"/>
                <a:gd name="GluePoint16X" fmla="*/ 3082027 w 4550795"/>
                <a:gd name="GluePoint16Y" fmla="*/ 617948 h 1177492"/>
                <a:gd name="GluePoint17X" fmla="*/ 3082027 w 4550795"/>
                <a:gd name="GluePoint17Y" fmla="*/ 617948 h 1177492"/>
                <a:gd name="GluePoint18X" fmla="*/ 3082027 w 4550795"/>
                <a:gd name="GluePoint18Y" fmla="*/ 617948 h 1177492"/>
                <a:gd name="GluePoint19X" fmla="*/ 3082027 w 4550795"/>
                <a:gd name="GluePoint19Y" fmla="*/ 618837 h 1177492"/>
                <a:gd name="GluePoint20X" fmla="*/ 3082027 w 4550795"/>
                <a:gd name="GluePoint20Y" fmla="*/ 619726 h 1177492"/>
                <a:gd name="GluePoint21X" fmla="*/ 3082027 w 4550795"/>
                <a:gd name="GluePoint21Y" fmla="*/ 620615 h 1177492"/>
                <a:gd name="GluePoint22X" fmla="*/ 3082027 w 4550795"/>
                <a:gd name="GluePoint22Y" fmla="*/ 622139 h 1177492"/>
                <a:gd name="GluePoint23X" fmla="*/ 3080377 w 4550795"/>
                <a:gd name="GluePoint23Y" fmla="*/ 624678 h 1177492"/>
                <a:gd name="GluePoint24X" fmla="*/ 3080377 w 4550795"/>
                <a:gd name="GluePoint24Y" fmla="*/ 624678 h 1177492"/>
                <a:gd name="GluePoint25X" fmla="*/ 2868086 w 4550795"/>
                <a:gd name="GluePoint25Y" fmla="*/ 800273 h 1177492"/>
                <a:gd name="GluePoint26X" fmla="*/ 2835074 w 4550795"/>
                <a:gd name="GluePoint26Y" fmla="*/ 827190 h 1177492"/>
                <a:gd name="GluePoint27X" fmla="*/ 3994675 w 4550795"/>
                <a:gd name="GluePoint27Y" fmla="*/ 1177492 h 11774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550795" h="1177492" extrusionOk="0">
                  <a:moveTo>
                    <a:pt x="4550796" y="724601"/>
                  </a:moveTo>
                  <a:lnTo>
                    <a:pt x="3304984" y="348398"/>
                  </a:lnTo>
                  <a:lnTo>
                    <a:pt x="3304984" y="348398"/>
                  </a:lnTo>
                  <a:lnTo>
                    <a:pt x="3222073" y="323004"/>
                  </a:lnTo>
                  <a:lnTo>
                    <a:pt x="1920268" y="189562"/>
                  </a:lnTo>
                  <a:lnTo>
                    <a:pt x="1733878" y="170517"/>
                  </a:lnTo>
                  <a:lnTo>
                    <a:pt x="1212293" y="117191"/>
                  </a:lnTo>
                  <a:lnTo>
                    <a:pt x="238954" y="17394"/>
                  </a:lnTo>
                  <a:lnTo>
                    <a:pt x="68055" y="0"/>
                  </a:lnTo>
                  <a:lnTo>
                    <a:pt x="27933" y="84433"/>
                  </a:lnTo>
                  <a:lnTo>
                    <a:pt x="27933" y="84433"/>
                  </a:lnTo>
                  <a:lnTo>
                    <a:pt x="0" y="143219"/>
                  </a:lnTo>
                  <a:lnTo>
                    <a:pt x="3079488" y="617948"/>
                  </a:lnTo>
                  <a:lnTo>
                    <a:pt x="3080122" y="617948"/>
                  </a:lnTo>
                  <a:lnTo>
                    <a:pt x="3081138" y="617948"/>
                  </a:lnTo>
                  <a:cubicBezTo>
                    <a:pt x="3081431" y="617885"/>
                    <a:pt x="3081735" y="617885"/>
                    <a:pt x="3082027" y="617948"/>
                  </a:cubicBezTo>
                  <a:lnTo>
                    <a:pt x="3082027" y="617948"/>
                  </a:lnTo>
                  <a:lnTo>
                    <a:pt x="3082027" y="617948"/>
                  </a:lnTo>
                  <a:cubicBezTo>
                    <a:pt x="3082065" y="618241"/>
                    <a:pt x="3082065" y="618545"/>
                    <a:pt x="3082027" y="618837"/>
                  </a:cubicBezTo>
                  <a:cubicBezTo>
                    <a:pt x="3082091" y="619129"/>
                    <a:pt x="3082091" y="619434"/>
                    <a:pt x="3082027" y="619726"/>
                  </a:cubicBezTo>
                  <a:cubicBezTo>
                    <a:pt x="3081976" y="620018"/>
                    <a:pt x="3081976" y="620323"/>
                    <a:pt x="3082027" y="620615"/>
                  </a:cubicBezTo>
                  <a:lnTo>
                    <a:pt x="3082027" y="622139"/>
                  </a:lnTo>
                  <a:cubicBezTo>
                    <a:pt x="3081773" y="623141"/>
                    <a:pt x="3081190" y="624043"/>
                    <a:pt x="3080377" y="624678"/>
                  </a:cubicBezTo>
                  <a:lnTo>
                    <a:pt x="3080377" y="624678"/>
                  </a:lnTo>
                  <a:lnTo>
                    <a:pt x="2868086" y="800273"/>
                  </a:lnTo>
                  <a:lnTo>
                    <a:pt x="2835074" y="827190"/>
                  </a:lnTo>
                  <a:lnTo>
                    <a:pt x="3994675" y="1177492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8" name="Freeform: Shape 99"/>
            <p:cNvSpPr/>
            <p:nvPr/>
          </p:nvSpPr>
          <p:spPr bwMode="auto">
            <a:xfrm>
              <a:off x="9241560" y="1301759"/>
              <a:ext cx="1286280" cy="349920"/>
            </a:xfrm>
            <a:custGeom>
              <a:avLst/>
              <a:gdLst>
                <a:gd name="textAreaLeft" fmla="*/ 0 w 1286280"/>
                <a:gd name="textAreaRight" fmla="*/ 1286640 w 1286280"/>
                <a:gd name="textAreaTop" fmla="*/ 0 h 349920"/>
                <a:gd name="textAreaBottom" fmla="*/ 350280 h 349920"/>
                <a:gd name="GluePoint1X" fmla="*/ 0 w 1286569"/>
                <a:gd name="GluePoint1Y" fmla="*/ 0 h 350428"/>
                <a:gd name="GluePoint2X" fmla="*/ 1160236 w 1286569"/>
                <a:gd name="GluePoint2Y" fmla="*/ 350429 h 350428"/>
                <a:gd name="GluePoint3X" fmla="*/ 1286570 w 1286569"/>
                <a:gd name="GluePoint3Y" fmla="*/ 247712 h 350428"/>
                <a:gd name="GluePoint4X" fmla="*/ 400204 w 1286569"/>
                <a:gd name="GluePoint4Y" fmla="*/ 77069 h 350428"/>
                <a:gd name="GluePoint5X" fmla="*/ 0 w 1286569"/>
                <a:gd name="GluePoint5Y" fmla="*/ 0 h 3504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86569" h="350428" extrusionOk="0">
                  <a:moveTo>
                    <a:pt x="0" y="0"/>
                  </a:moveTo>
                  <a:lnTo>
                    <a:pt x="1160236" y="350429"/>
                  </a:lnTo>
                  <a:lnTo>
                    <a:pt x="1286570" y="247712"/>
                  </a:lnTo>
                  <a:lnTo>
                    <a:pt x="400204" y="7706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5E3E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59" name="Freeform: Shape 100"/>
            <p:cNvSpPr/>
            <p:nvPr/>
          </p:nvSpPr>
          <p:spPr bwMode="auto">
            <a:xfrm>
              <a:off x="10413720" y="1551960"/>
              <a:ext cx="1758960" cy="579960"/>
            </a:xfrm>
            <a:custGeom>
              <a:avLst/>
              <a:gdLst>
                <a:gd name="textAreaLeft" fmla="*/ 0 w 1758960"/>
                <a:gd name="textAreaRight" fmla="*/ 1759320 w 1758960"/>
                <a:gd name="textAreaTop" fmla="*/ 0 h 579960"/>
                <a:gd name="textAreaBottom" fmla="*/ 580320 h 579960"/>
                <a:gd name="GluePoint1X" fmla="*/ 640809 w 1759399"/>
                <a:gd name="GluePoint1Y" fmla="*/ 107541 h 580239"/>
                <a:gd name="GluePoint2X" fmla="*/ 640809 w 1759399"/>
                <a:gd name="GluePoint2Y" fmla="*/ 107541 h 580239"/>
                <a:gd name="GluePoint3X" fmla="*/ 222449 w 1759399"/>
                <a:gd name="GluePoint3Y" fmla="*/ 19807 h 580239"/>
                <a:gd name="GluePoint4X" fmla="*/ 127604 w 1759399"/>
                <a:gd name="GluePoint4Y" fmla="*/ 0 h 580239"/>
                <a:gd name="GluePoint5X" fmla="*/ 0 w 1759399"/>
                <a:gd name="GluePoint5Y" fmla="*/ 103732 h 580239"/>
                <a:gd name="GluePoint6X" fmla="*/ 1576565 w 1759399"/>
                <a:gd name="GluePoint6Y" fmla="*/ 580239 h 580239"/>
                <a:gd name="GluePoint7X" fmla="*/ 1759399 w 1759399"/>
                <a:gd name="GluePoint7Y" fmla="*/ 341795 h 580239"/>
                <a:gd name="GluePoint8X" fmla="*/ 783394 w 1759399"/>
                <a:gd name="GluePoint8Y" fmla="*/ 137505 h 580239"/>
                <a:gd name="GluePoint9X" fmla="*/ 783394 w 1759399"/>
                <a:gd name="GluePoint9Y" fmla="*/ 137505 h 580239"/>
                <a:gd name="GluePoint10X" fmla="*/ 640809 w 1759399"/>
                <a:gd name="GluePoint10Y" fmla="*/ 107541 h 58023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759399" h="580239" extrusionOk="0">
                  <a:moveTo>
                    <a:pt x="640809" y="107541"/>
                  </a:moveTo>
                  <a:lnTo>
                    <a:pt x="640809" y="107541"/>
                  </a:lnTo>
                  <a:lnTo>
                    <a:pt x="222449" y="19807"/>
                  </a:lnTo>
                  <a:lnTo>
                    <a:pt x="127604" y="0"/>
                  </a:lnTo>
                  <a:lnTo>
                    <a:pt x="0" y="103732"/>
                  </a:lnTo>
                  <a:lnTo>
                    <a:pt x="1576565" y="580239"/>
                  </a:lnTo>
                  <a:lnTo>
                    <a:pt x="1759399" y="341795"/>
                  </a:lnTo>
                  <a:lnTo>
                    <a:pt x="783394" y="137505"/>
                  </a:lnTo>
                  <a:lnTo>
                    <a:pt x="783394" y="137505"/>
                  </a:lnTo>
                  <a:lnTo>
                    <a:pt x="640809" y="10754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0" name="Freeform: Shape 101"/>
            <p:cNvSpPr/>
            <p:nvPr/>
          </p:nvSpPr>
          <p:spPr bwMode="auto">
            <a:xfrm>
              <a:off x="9848160" y="1663200"/>
              <a:ext cx="2135160" cy="963720"/>
            </a:xfrm>
            <a:custGeom>
              <a:avLst/>
              <a:gdLst>
                <a:gd name="textAreaLeft" fmla="*/ 0 w 2135160"/>
                <a:gd name="textAreaRight" fmla="*/ 2135520 w 2135160"/>
                <a:gd name="textAreaTop" fmla="*/ 0 h 963720"/>
                <a:gd name="textAreaBottom" fmla="*/ 964080 h 963720"/>
                <a:gd name="GluePoint1X" fmla="*/ 0 w 2135606"/>
                <a:gd name="GluePoint1Y" fmla="*/ 452891 h 964060"/>
                <a:gd name="GluePoint2X" fmla="*/ 1762954 w 2135606"/>
                <a:gd name="GluePoint2Y" fmla="*/ 964061 h 964060"/>
                <a:gd name="GluePoint3X" fmla="*/ 2135606 w 2135606"/>
                <a:gd name="GluePoint3Y" fmla="*/ 477396 h 964060"/>
                <a:gd name="GluePoint4X" fmla="*/ 556121 w 2135606"/>
                <a:gd name="GluePoint4Y" fmla="*/ 0 h 964060"/>
                <a:gd name="GluePoint5X" fmla="*/ 0 w 2135606"/>
                <a:gd name="GluePoint5Y" fmla="*/ 452891 h 96406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135606" h="964060" extrusionOk="0">
                  <a:moveTo>
                    <a:pt x="0" y="452891"/>
                  </a:moveTo>
                  <a:lnTo>
                    <a:pt x="1762954" y="964061"/>
                  </a:lnTo>
                  <a:lnTo>
                    <a:pt x="2135606" y="477396"/>
                  </a:lnTo>
                  <a:lnTo>
                    <a:pt x="556121" y="0"/>
                  </a:lnTo>
                  <a:lnTo>
                    <a:pt x="0" y="45289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1" name="Freeform: Shape 102"/>
            <p:cNvSpPr/>
            <p:nvPr/>
          </p:nvSpPr>
          <p:spPr bwMode="auto">
            <a:xfrm>
              <a:off x="11455920" y="853560"/>
              <a:ext cx="359640" cy="382680"/>
            </a:xfrm>
            <a:custGeom>
              <a:avLst/>
              <a:gdLst>
                <a:gd name="textAreaLeft" fmla="*/ 0 w 359640"/>
                <a:gd name="textAreaRight" fmla="*/ 360000 w 359640"/>
                <a:gd name="textAreaTop" fmla="*/ 0 h 382680"/>
                <a:gd name="textAreaBottom" fmla="*/ 383040 h 382680"/>
                <a:gd name="GluePoint1X" fmla="*/ 62977 w 359954"/>
                <a:gd name="GluePoint1Y" fmla="*/ 319576 h 383186"/>
                <a:gd name="GluePoint2X" fmla="*/ 62088 w 359954"/>
                <a:gd name="GluePoint2Y" fmla="*/ 319576 h 383186"/>
                <a:gd name="GluePoint3X" fmla="*/ 61199 w 359954"/>
                <a:gd name="GluePoint3Y" fmla="*/ 319576 h 383186"/>
                <a:gd name="GluePoint4X" fmla="*/ 61199 w 359954"/>
                <a:gd name="GluePoint4Y" fmla="*/ 319576 h 383186"/>
                <a:gd name="GluePoint5X" fmla="*/ 61199 w 359954"/>
                <a:gd name="GluePoint5Y" fmla="*/ 319576 h 383186"/>
                <a:gd name="GluePoint6X" fmla="*/ 60437 w 359954"/>
                <a:gd name="GluePoint6Y" fmla="*/ 318560 h 383186"/>
                <a:gd name="GluePoint7X" fmla="*/ 60437 w 359954"/>
                <a:gd name="GluePoint7Y" fmla="*/ 317799 h 383186"/>
                <a:gd name="GluePoint8X" fmla="*/ 60437 w 359954"/>
                <a:gd name="GluePoint8Y" fmla="*/ 316783 h 383186"/>
                <a:gd name="GluePoint9X" fmla="*/ 60437 w 359954"/>
                <a:gd name="GluePoint9Y" fmla="*/ 315767 h 383186"/>
                <a:gd name="GluePoint10X" fmla="*/ 60437 w 359954"/>
                <a:gd name="GluePoint10Y" fmla="*/ 315005 h 383186"/>
                <a:gd name="GluePoint11X" fmla="*/ 60437 w 359954"/>
                <a:gd name="GluePoint11Y" fmla="*/ 315005 h 383186"/>
                <a:gd name="GluePoint12X" fmla="*/ 60437 w 359954"/>
                <a:gd name="GluePoint12Y" fmla="*/ 314243 h 383186"/>
                <a:gd name="GluePoint13X" fmla="*/ 60437 w 359954"/>
                <a:gd name="GluePoint13Y" fmla="*/ 313355 h 383186"/>
                <a:gd name="GluePoint14X" fmla="*/ 60437 w 359954"/>
                <a:gd name="GluePoint14Y" fmla="*/ 313355 h 383186"/>
                <a:gd name="GluePoint15X" fmla="*/ 359955 w 359954"/>
                <a:gd name="GluePoint15Y" fmla="*/ 46089 h 383186"/>
                <a:gd name="GluePoint16X" fmla="*/ 359955 w 359954"/>
                <a:gd name="GluePoint16Y" fmla="*/ 0 h 383186"/>
                <a:gd name="GluePoint17X" fmla="*/ 0 w 359954"/>
                <a:gd name="GluePoint17Y" fmla="*/ 292786 h 383186"/>
                <a:gd name="GluePoint18X" fmla="*/ 0 w 359954"/>
                <a:gd name="GluePoint18Y" fmla="*/ 383186 h 383186"/>
                <a:gd name="GluePoint19X" fmla="*/ 60691 w 359954"/>
                <a:gd name="GluePoint19Y" fmla="*/ 333543 h 383186"/>
                <a:gd name="GluePoint20X" fmla="*/ 61326 w 359954"/>
                <a:gd name="GluePoint20Y" fmla="*/ 333543 h 383186"/>
                <a:gd name="GluePoint21X" fmla="*/ 62341 w 359954"/>
                <a:gd name="GluePoint21Y" fmla="*/ 333543 h 383186"/>
                <a:gd name="GluePoint22X" fmla="*/ 63357 w 359954"/>
                <a:gd name="GluePoint22Y" fmla="*/ 333543 h 383186"/>
                <a:gd name="GluePoint23X" fmla="*/ 64246 w 359954"/>
                <a:gd name="GluePoint23Y" fmla="*/ 333543 h 383186"/>
                <a:gd name="GluePoint24X" fmla="*/ 64246 w 359954"/>
                <a:gd name="GluePoint24Y" fmla="*/ 323258 h 383186"/>
                <a:gd name="GluePoint25X" fmla="*/ 62468 w 359954"/>
                <a:gd name="GluePoint25Y" fmla="*/ 323258 h 3831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359954" h="383186" extrusionOk="0">
                  <a:moveTo>
                    <a:pt x="62977" y="319576"/>
                  </a:moveTo>
                  <a:lnTo>
                    <a:pt x="62088" y="319576"/>
                  </a:lnTo>
                  <a:lnTo>
                    <a:pt x="61199" y="319576"/>
                  </a:lnTo>
                  <a:lnTo>
                    <a:pt x="61199" y="319576"/>
                  </a:lnTo>
                  <a:cubicBezTo>
                    <a:pt x="61199" y="319576"/>
                    <a:pt x="61199" y="319576"/>
                    <a:pt x="61199" y="319576"/>
                  </a:cubicBezTo>
                  <a:lnTo>
                    <a:pt x="60437" y="318560"/>
                  </a:lnTo>
                  <a:cubicBezTo>
                    <a:pt x="60373" y="318306"/>
                    <a:pt x="60373" y="318053"/>
                    <a:pt x="60437" y="317799"/>
                  </a:cubicBezTo>
                  <a:cubicBezTo>
                    <a:pt x="60386" y="317469"/>
                    <a:pt x="60386" y="317113"/>
                    <a:pt x="60437" y="316783"/>
                  </a:cubicBezTo>
                  <a:cubicBezTo>
                    <a:pt x="60437" y="316783"/>
                    <a:pt x="60437" y="316148"/>
                    <a:pt x="60437" y="315767"/>
                  </a:cubicBezTo>
                  <a:cubicBezTo>
                    <a:pt x="60437" y="315386"/>
                    <a:pt x="60437" y="315767"/>
                    <a:pt x="60437" y="315005"/>
                  </a:cubicBezTo>
                  <a:lnTo>
                    <a:pt x="60437" y="315005"/>
                  </a:lnTo>
                  <a:lnTo>
                    <a:pt x="60437" y="314243"/>
                  </a:lnTo>
                  <a:lnTo>
                    <a:pt x="60437" y="313355"/>
                  </a:lnTo>
                  <a:lnTo>
                    <a:pt x="60437" y="313355"/>
                  </a:lnTo>
                  <a:lnTo>
                    <a:pt x="359955" y="46089"/>
                  </a:lnTo>
                  <a:lnTo>
                    <a:pt x="359955" y="0"/>
                  </a:lnTo>
                  <a:lnTo>
                    <a:pt x="0" y="292786"/>
                  </a:lnTo>
                  <a:lnTo>
                    <a:pt x="0" y="383186"/>
                  </a:lnTo>
                  <a:lnTo>
                    <a:pt x="60691" y="333543"/>
                  </a:lnTo>
                  <a:lnTo>
                    <a:pt x="61326" y="333543"/>
                  </a:lnTo>
                  <a:lnTo>
                    <a:pt x="62341" y="333543"/>
                  </a:lnTo>
                  <a:lnTo>
                    <a:pt x="63357" y="333543"/>
                  </a:lnTo>
                  <a:lnTo>
                    <a:pt x="64246" y="333543"/>
                  </a:lnTo>
                  <a:lnTo>
                    <a:pt x="64246" y="323258"/>
                  </a:lnTo>
                  <a:lnTo>
                    <a:pt x="62468" y="323258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2" name="Freeform: Shape 103"/>
            <p:cNvSpPr/>
            <p:nvPr/>
          </p:nvSpPr>
          <p:spPr bwMode="auto">
            <a:xfrm>
              <a:off x="11314440" y="1105920"/>
              <a:ext cx="131040" cy="132840"/>
            </a:xfrm>
            <a:custGeom>
              <a:avLst/>
              <a:gdLst>
                <a:gd name="textAreaLeft" fmla="*/ 0 w 131040"/>
                <a:gd name="textAreaRight" fmla="*/ 131400 w 131040"/>
                <a:gd name="textAreaTop" fmla="*/ 0 h 132840"/>
                <a:gd name="textAreaBottom" fmla="*/ 133200 h 132840"/>
                <a:gd name="GluePoint1X" fmla="*/ 0 w 131285"/>
                <a:gd name="GluePoint1Y" fmla="*/ 93194 h 133188"/>
                <a:gd name="GluePoint2X" fmla="*/ 131286 w 131285"/>
                <a:gd name="GluePoint2Y" fmla="*/ 133188 h 133188"/>
                <a:gd name="GluePoint3X" fmla="*/ 131286 w 131285"/>
                <a:gd name="GluePoint3Y" fmla="*/ 39995 h 133188"/>
                <a:gd name="GluePoint4X" fmla="*/ 0 w 131285"/>
                <a:gd name="GluePoint4Y" fmla="*/ 0 h 133188"/>
                <a:gd name="GluePoint5X" fmla="*/ 0 w 131285"/>
                <a:gd name="GluePoint5Y" fmla="*/ 93194 h 1331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31285" h="133188" extrusionOk="0">
                  <a:moveTo>
                    <a:pt x="0" y="93194"/>
                  </a:moveTo>
                  <a:lnTo>
                    <a:pt x="131286" y="133188"/>
                  </a:lnTo>
                  <a:lnTo>
                    <a:pt x="131286" y="39995"/>
                  </a:lnTo>
                  <a:lnTo>
                    <a:pt x="0" y="0"/>
                  </a:lnTo>
                  <a:lnTo>
                    <a:pt x="0" y="93194"/>
                  </a:lnTo>
                  <a:close/>
                </a:path>
              </a:pathLst>
            </a:custGeom>
            <a:solidFill>
              <a:schemeClr val="tx2">
                <a:lumMod val="10000"/>
                <a:lumOff val="9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3" name="Freeform: Shape 104"/>
            <p:cNvSpPr/>
            <p:nvPr/>
          </p:nvSpPr>
          <p:spPr bwMode="auto">
            <a:xfrm>
              <a:off x="11061000" y="984240"/>
              <a:ext cx="242280" cy="694440"/>
            </a:xfrm>
            <a:custGeom>
              <a:avLst/>
              <a:gdLst>
                <a:gd name="textAreaLeft" fmla="*/ 0 w 242280"/>
                <a:gd name="textAreaRight" fmla="*/ 242640 w 242280"/>
                <a:gd name="textAreaTop" fmla="*/ 0 h 694440"/>
                <a:gd name="textAreaBottom" fmla="*/ 694800 h 694440"/>
                <a:gd name="GluePoint1X" fmla="*/ 242510 w 242509"/>
                <a:gd name="GluePoint1Y" fmla="*/ 40249 h 694890"/>
                <a:gd name="GluePoint2X" fmla="*/ 242510 w 242509"/>
                <a:gd name="GluePoint2Y" fmla="*/ 0 h 694890"/>
                <a:gd name="GluePoint3X" fmla="*/ 0 w 242509"/>
                <a:gd name="GluePoint3Y" fmla="*/ 197561 h 694890"/>
                <a:gd name="GluePoint4X" fmla="*/ 0 w 242509"/>
                <a:gd name="GluePoint4Y" fmla="*/ 666450 h 694890"/>
                <a:gd name="GluePoint5X" fmla="*/ 135476 w 242509"/>
                <a:gd name="GluePoint5Y" fmla="*/ 694891 h 694890"/>
                <a:gd name="GluePoint6X" fmla="*/ 242510 w 242509"/>
                <a:gd name="GluePoint6Y" fmla="*/ 607791 h 694890"/>
                <a:gd name="GluePoint7X" fmla="*/ 242510 w 242509"/>
                <a:gd name="GluePoint7Y" fmla="*/ 218256 h 694890"/>
                <a:gd name="GluePoint8X" fmla="*/ 242510 w 242509"/>
                <a:gd name="GluePoint8Y" fmla="*/ 114651 h 694890"/>
                <a:gd name="GluePoint9X" fmla="*/ 242510 w 242509"/>
                <a:gd name="GluePoint9Y" fmla="*/ 40249 h 6948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42509" h="694890" extrusionOk="0">
                  <a:moveTo>
                    <a:pt x="242510" y="40249"/>
                  </a:moveTo>
                  <a:lnTo>
                    <a:pt x="242510" y="0"/>
                  </a:lnTo>
                  <a:lnTo>
                    <a:pt x="0" y="197561"/>
                  </a:lnTo>
                  <a:lnTo>
                    <a:pt x="0" y="666450"/>
                  </a:lnTo>
                  <a:lnTo>
                    <a:pt x="135476" y="694891"/>
                  </a:lnTo>
                  <a:lnTo>
                    <a:pt x="242510" y="607791"/>
                  </a:lnTo>
                  <a:lnTo>
                    <a:pt x="242510" y="218256"/>
                  </a:lnTo>
                  <a:lnTo>
                    <a:pt x="242510" y="114651"/>
                  </a:lnTo>
                  <a:lnTo>
                    <a:pt x="242510" y="40249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4" name="Freeform: Shape 105"/>
            <p:cNvSpPr/>
            <p:nvPr/>
          </p:nvSpPr>
          <p:spPr bwMode="auto">
            <a:xfrm>
              <a:off x="11526120" y="1190520"/>
              <a:ext cx="664920" cy="395640"/>
            </a:xfrm>
            <a:custGeom>
              <a:avLst/>
              <a:gdLst>
                <a:gd name="textAreaLeft" fmla="*/ 0 w 664920"/>
                <a:gd name="textAreaRight" fmla="*/ 665280 w 664920"/>
                <a:gd name="textAreaTop" fmla="*/ 0 h 395640"/>
                <a:gd name="textAreaBottom" fmla="*/ 396000 h 395640"/>
                <a:gd name="GluePoint1X" fmla="*/ 665441 w 665441"/>
                <a:gd name="GluePoint1Y" fmla="*/ 395883 h 395883"/>
                <a:gd name="GluePoint2X" fmla="*/ 665441 w 665441"/>
                <a:gd name="GluePoint2Y" fmla="*/ 202131 h 395883"/>
                <a:gd name="GluePoint3X" fmla="*/ 0 w 665441"/>
                <a:gd name="GluePoint3Y" fmla="*/ 0 h 395883"/>
                <a:gd name="GluePoint4X" fmla="*/ 0 w 665441"/>
                <a:gd name="GluePoint4Y" fmla="*/ 181690 h 395883"/>
                <a:gd name="GluePoint5X" fmla="*/ 665441 w 665441"/>
                <a:gd name="GluePoint5Y" fmla="*/ 395883 h 39588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665441" h="395883" extrusionOk="0">
                  <a:moveTo>
                    <a:pt x="665441" y="395883"/>
                  </a:moveTo>
                  <a:lnTo>
                    <a:pt x="665441" y="202131"/>
                  </a:lnTo>
                  <a:lnTo>
                    <a:pt x="0" y="0"/>
                  </a:lnTo>
                  <a:lnTo>
                    <a:pt x="0" y="181690"/>
                  </a:lnTo>
                  <a:lnTo>
                    <a:pt x="665441" y="395883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5" name="Freeform: Shape 106"/>
            <p:cNvSpPr/>
            <p:nvPr/>
          </p:nvSpPr>
          <p:spPr bwMode="auto">
            <a:xfrm>
              <a:off x="11530800" y="653760"/>
              <a:ext cx="660600" cy="725040"/>
            </a:xfrm>
            <a:custGeom>
              <a:avLst/>
              <a:gdLst>
                <a:gd name="textAreaLeft" fmla="*/ 0 w 660600"/>
                <a:gd name="textAreaRight" fmla="*/ 660960 w 660600"/>
                <a:gd name="textAreaTop" fmla="*/ 0 h 725040"/>
                <a:gd name="textAreaBottom" fmla="*/ 725400 h 725040"/>
                <a:gd name="GluePoint1X" fmla="*/ 294820 w 660869"/>
                <a:gd name="GluePoint1Y" fmla="*/ 249490 h 725489"/>
                <a:gd name="GluePoint2X" fmla="*/ 294820 w 660869"/>
                <a:gd name="GluePoint2Y" fmla="*/ 249490 h 725489"/>
                <a:gd name="GluePoint3X" fmla="*/ 0 w 660869"/>
                <a:gd name="GluePoint3Y" fmla="*/ 512693 h 725489"/>
                <a:gd name="GluePoint4X" fmla="*/ 660870 w 660869"/>
                <a:gd name="GluePoint4Y" fmla="*/ 725490 h 725489"/>
                <a:gd name="GluePoint5X" fmla="*/ 660870 w 660869"/>
                <a:gd name="GluePoint5Y" fmla="*/ 26282 h 725489"/>
                <a:gd name="GluePoint6X" fmla="*/ 573896 w 660869"/>
                <a:gd name="GluePoint6Y" fmla="*/ 0 h 725489"/>
                <a:gd name="GluePoint7X" fmla="*/ 294820 w 660869"/>
                <a:gd name="GluePoint7Y" fmla="*/ 249490 h 7254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660869" h="725489" extrusionOk="0">
                  <a:moveTo>
                    <a:pt x="294820" y="249490"/>
                  </a:moveTo>
                  <a:lnTo>
                    <a:pt x="294820" y="249490"/>
                  </a:lnTo>
                  <a:lnTo>
                    <a:pt x="0" y="512693"/>
                  </a:lnTo>
                  <a:lnTo>
                    <a:pt x="660870" y="725490"/>
                  </a:lnTo>
                  <a:lnTo>
                    <a:pt x="660870" y="26282"/>
                  </a:lnTo>
                  <a:lnTo>
                    <a:pt x="573896" y="0"/>
                  </a:lnTo>
                  <a:lnTo>
                    <a:pt x="294820" y="24949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6" name="Freeform: Shape 107"/>
            <p:cNvSpPr/>
            <p:nvPr/>
          </p:nvSpPr>
          <p:spPr bwMode="auto">
            <a:xfrm>
              <a:off x="11997720" y="1906200"/>
              <a:ext cx="178560" cy="423000"/>
            </a:xfrm>
            <a:custGeom>
              <a:avLst/>
              <a:gdLst>
                <a:gd name="textAreaLeft" fmla="*/ 0 w 178560"/>
                <a:gd name="textAreaRight" fmla="*/ 178920 w 178560"/>
                <a:gd name="textAreaTop" fmla="*/ 0 h 423000"/>
                <a:gd name="textAreaBottom" fmla="*/ 423360 h 423000"/>
                <a:gd name="GluePoint1X" fmla="*/ 0 w 178898"/>
                <a:gd name="GluePoint1Y" fmla="*/ 423308 h 423308"/>
                <a:gd name="GluePoint2X" fmla="*/ 178899 w 178898"/>
                <a:gd name="GluePoint2Y" fmla="*/ 189943 h 423308"/>
                <a:gd name="GluePoint3X" fmla="*/ 178899 w 178898"/>
                <a:gd name="GluePoint3Y" fmla="*/ 0 h 423308"/>
                <a:gd name="GluePoint4X" fmla="*/ 0 w 178898"/>
                <a:gd name="GluePoint4Y" fmla="*/ 233366 h 423308"/>
                <a:gd name="GluePoint5X" fmla="*/ 0 w 178898"/>
                <a:gd name="GluePoint5Y" fmla="*/ 423308 h 42330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78898" h="423308" extrusionOk="0">
                  <a:moveTo>
                    <a:pt x="0" y="423308"/>
                  </a:moveTo>
                  <a:lnTo>
                    <a:pt x="178899" y="189943"/>
                  </a:lnTo>
                  <a:lnTo>
                    <a:pt x="178899" y="0"/>
                  </a:lnTo>
                  <a:lnTo>
                    <a:pt x="0" y="233366"/>
                  </a:lnTo>
                  <a:lnTo>
                    <a:pt x="0" y="423308"/>
                  </a:lnTo>
                  <a:close/>
                </a:path>
              </a:pathLst>
            </a:custGeom>
            <a:solidFill>
              <a:schemeClr val="accent1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7" name="Freeform: Shape 108"/>
            <p:cNvSpPr/>
            <p:nvPr/>
          </p:nvSpPr>
          <p:spPr bwMode="auto">
            <a:xfrm>
              <a:off x="11618640" y="2153520"/>
              <a:ext cx="367560" cy="670320"/>
            </a:xfrm>
            <a:custGeom>
              <a:avLst/>
              <a:gdLst>
                <a:gd name="textAreaLeft" fmla="*/ 0 w 367560"/>
                <a:gd name="textAreaRight" fmla="*/ 367920 w 367560"/>
                <a:gd name="textAreaTop" fmla="*/ 0 h 670320"/>
                <a:gd name="textAreaBottom" fmla="*/ 670680 h 670320"/>
                <a:gd name="GluePoint1X" fmla="*/ 0 w 368080"/>
                <a:gd name="GluePoint1Y" fmla="*/ 480825 h 670767"/>
                <a:gd name="GluePoint2X" fmla="*/ 0 w 368080"/>
                <a:gd name="GluePoint2Y" fmla="*/ 670767 h 670767"/>
                <a:gd name="GluePoint3X" fmla="*/ 368081 w 368080"/>
                <a:gd name="GluePoint3Y" fmla="*/ 189943 h 670767"/>
                <a:gd name="GluePoint4X" fmla="*/ 368081 w 368080"/>
                <a:gd name="GluePoint4Y" fmla="*/ 0 h 670767"/>
                <a:gd name="GluePoint5X" fmla="*/ 0 w 368080"/>
                <a:gd name="GluePoint5Y" fmla="*/ 480825 h 6707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368080" h="670767" extrusionOk="0">
                  <a:moveTo>
                    <a:pt x="0" y="480825"/>
                  </a:moveTo>
                  <a:lnTo>
                    <a:pt x="0" y="670767"/>
                  </a:lnTo>
                  <a:lnTo>
                    <a:pt x="368081" y="189943"/>
                  </a:lnTo>
                  <a:lnTo>
                    <a:pt x="368081" y="0"/>
                  </a:lnTo>
                  <a:lnTo>
                    <a:pt x="0" y="480825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8" name="Freeform: Shape 109"/>
            <p:cNvSpPr/>
            <p:nvPr/>
          </p:nvSpPr>
          <p:spPr bwMode="auto">
            <a:xfrm>
              <a:off x="11114280" y="2732040"/>
              <a:ext cx="168480" cy="227160"/>
            </a:xfrm>
            <a:custGeom>
              <a:avLst/>
              <a:gdLst>
                <a:gd name="textAreaLeft" fmla="*/ 0 w 168480"/>
                <a:gd name="textAreaRight" fmla="*/ 168840 w 168480"/>
                <a:gd name="textAreaTop" fmla="*/ 0 h 227160"/>
                <a:gd name="textAreaBottom" fmla="*/ 227520 h 227160"/>
                <a:gd name="GluePoint1X" fmla="*/ 0 w 168740"/>
                <a:gd name="GluePoint1Y" fmla="*/ 137125 h 227525"/>
                <a:gd name="GluePoint2X" fmla="*/ 0 w 168740"/>
                <a:gd name="GluePoint2Y" fmla="*/ 227525 h 227525"/>
                <a:gd name="GluePoint3X" fmla="*/ 165059 w 168740"/>
                <a:gd name="GluePoint3Y" fmla="*/ 93194 h 227525"/>
                <a:gd name="GluePoint4X" fmla="*/ 165059 w 168740"/>
                <a:gd name="GluePoint4Y" fmla="*/ 12697 h 227525"/>
                <a:gd name="GluePoint5X" fmla="*/ 165059 w 168740"/>
                <a:gd name="GluePoint5Y" fmla="*/ 11935 h 227525"/>
                <a:gd name="GluePoint6X" fmla="*/ 165059 w 168740"/>
                <a:gd name="GluePoint6Y" fmla="*/ 10919 h 227525"/>
                <a:gd name="GluePoint7X" fmla="*/ 165059 w 168740"/>
                <a:gd name="GluePoint7Y" fmla="*/ 10158 h 227525"/>
                <a:gd name="GluePoint8X" fmla="*/ 165059 w 168740"/>
                <a:gd name="GluePoint8Y" fmla="*/ 9269 h 227525"/>
                <a:gd name="GluePoint9X" fmla="*/ 165821 w 168740"/>
                <a:gd name="GluePoint9Y" fmla="*/ 9269 h 227525"/>
                <a:gd name="GluePoint10X" fmla="*/ 166709 w 168740"/>
                <a:gd name="GluePoint10Y" fmla="*/ 9269 h 227525"/>
                <a:gd name="GluePoint11X" fmla="*/ 167597 w 168740"/>
                <a:gd name="GluePoint11Y" fmla="*/ 9269 h 227525"/>
                <a:gd name="GluePoint12X" fmla="*/ 168741 w 168740"/>
                <a:gd name="GluePoint12Y" fmla="*/ 9269 h 227525"/>
                <a:gd name="GluePoint13X" fmla="*/ 168741 w 168740"/>
                <a:gd name="GluePoint13Y" fmla="*/ 9269 h 227525"/>
                <a:gd name="GluePoint14X" fmla="*/ 168741 w 168740"/>
                <a:gd name="GluePoint14Y" fmla="*/ 0 h 2275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68740" h="227525" extrusionOk="0">
                  <a:moveTo>
                    <a:pt x="0" y="137125"/>
                  </a:moveTo>
                  <a:lnTo>
                    <a:pt x="0" y="227525"/>
                  </a:lnTo>
                  <a:lnTo>
                    <a:pt x="165059" y="93194"/>
                  </a:lnTo>
                  <a:lnTo>
                    <a:pt x="165059" y="12697"/>
                  </a:lnTo>
                  <a:cubicBezTo>
                    <a:pt x="165008" y="12443"/>
                    <a:pt x="165008" y="12189"/>
                    <a:pt x="165059" y="11935"/>
                  </a:cubicBezTo>
                  <a:lnTo>
                    <a:pt x="165059" y="10919"/>
                  </a:lnTo>
                  <a:lnTo>
                    <a:pt x="165059" y="10158"/>
                  </a:lnTo>
                  <a:lnTo>
                    <a:pt x="165059" y="9269"/>
                  </a:lnTo>
                  <a:lnTo>
                    <a:pt x="165821" y="9269"/>
                  </a:lnTo>
                  <a:lnTo>
                    <a:pt x="166709" y="9269"/>
                  </a:lnTo>
                  <a:lnTo>
                    <a:pt x="167597" y="9269"/>
                  </a:lnTo>
                  <a:lnTo>
                    <a:pt x="168741" y="9269"/>
                  </a:lnTo>
                  <a:lnTo>
                    <a:pt x="168741" y="9269"/>
                  </a:lnTo>
                  <a:lnTo>
                    <a:pt x="168741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69" name="Freeform: Shape 110"/>
            <p:cNvSpPr/>
            <p:nvPr/>
          </p:nvSpPr>
          <p:spPr bwMode="auto">
            <a:xfrm>
              <a:off x="9840240" y="2510280"/>
              <a:ext cx="1262880" cy="453600"/>
            </a:xfrm>
            <a:custGeom>
              <a:avLst/>
              <a:gdLst>
                <a:gd name="textAreaLeft" fmla="*/ 0 w 1262880"/>
                <a:gd name="textAreaRight" fmla="*/ 1263240 w 1262880"/>
                <a:gd name="textAreaTop" fmla="*/ 0 h 453600"/>
                <a:gd name="textAreaBottom" fmla="*/ 453960 h 453600"/>
                <a:gd name="GluePoint1X" fmla="*/ 0 w 1263079"/>
                <a:gd name="GluePoint1Y" fmla="*/ 93320 h 453780"/>
                <a:gd name="GluePoint2X" fmla="*/ 1263080 w 1263079"/>
                <a:gd name="GluePoint2Y" fmla="*/ 453780 h 453780"/>
                <a:gd name="GluePoint3X" fmla="*/ 1263080 w 1263079"/>
                <a:gd name="GluePoint3Y" fmla="*/ 360459 h 453780"/>
                <a:gd name="GluePoint4X" fmla="*/ 0 w 1263079"/>
                <a:gd name="GluePoint4Y" fmla="*/ 0 h 453780"/>
                <a:gd name="GluePoint5X" fmla="*/ 0 w 1263079"/>
                <a:gd name="GluePoint5Y" fmla="*/ 93320 h 4537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3079" h="453780" extrusionOk="0">
                  <a:moveTo>
                    <a:pt x="0" y="93320"/>
                  </a:moveTo>
                  <a:lnTo>
                    <a:pt x="1263080" y="453780"/>
                  </a:lnTo>
                  <a:lnTo>
                    <a:pt x="1263080" y="360459"/>
                  </a:lnTo>
                  <a:lnTo>
                    <a:pt x="0" y="0"/>
                  </a:lnTo>
                  <a:lnTo>
                    <a:pt x="0" y="93320"/>
                  </a:lnTo>
                  <a:close/>
                </a:path>
              </a:pathLst>
            </a:custGeom>
            <a:solidFill>
              <a:schemeClr val="accent3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0" name="Freeform: Shape 111"/>
            <p:cNvSpPr/>
            <p:nvPr/>
          </p:nvSpPr>
          <p:spPr bwMode="auto">
            <a:xfrm>
              <a:off x="9845640" y="2372760"/>
              <a:ext cx="1427759" cy="488880"/>
            </a:xfrm>
            <a:custGeom>
              <a:avLst/>
              <a:gdLst>
                <a:gd name="textAreaLeft" fmla="*/ 0 w 1427760"/>
                <a:gd name="textAreaRight" fmla="*/ 1428120 w 1427760"/>
                <a:gd name="textAreaTop" fmla="*/ 0 h 488880"/>
                <a:gd name="textAreaBottom" fmla="*/ 489240 h 488880"/>
                <a:gd name="GluePoint1X" fmla="*/ 1428139 w 1428138"/>
                <a:gd name="GluePoint1Y" fmla="*/ 353222 h 489076"/>
                <a:gd name="GluePoint2X" fmla="*/ 1254446 w 1428138"/>
                <a:gd name="GluePoint2Y" fmla="*/ 300785 h 489076"/>
                <a:gd name="GluePoint3X" fmla="*/ 972069 w 1428138"/>
                <a:gd name="GluePoint3Y" fmla="*/ 223335 h 489076"/>
                <a:gd name="GluePoint4X" fmla="*/ 157060 w 1428138"/>
                <a:gd name="GluePoint4Y" fmla="*/ 0 h 489076"/>
                <a:gd name="GluePoint5X" fmla="*/ 157060 w 1428138"/>
                <a:gd name="GluePoint5Y" fmla="*/ 0 h 489076"/>
                <a:gd name="GluePoint6X" fmla="*/ 155663 w 1428138"/>
                <a:gd name="GluePoint6Y" fmla="*/ 2032 h 489076"/>
                <a:gd name="GluePoint7X" fmla="*/ 0 w 1428138"/>
                <a:gd name="GluePoint7Y" fmla="*/ 128999 h 489076"/>
                <a:gd name="GluePoint8X" fmla="*/ 1261938 w 1428138"/>
                <a:gd name="GluePoint8Y" fmla="*/ 489077 h 4890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428138" h="489076" extrusionOk="0">
                  <a:moveTo>
                    <a:pt x="1428139" y="353222"/>
                  </a:moveTo>
                  <a:lnTo>
                    <a:pt x="1254446" y="300785"/>
                  </a:lnTo>
                  <a:lnTo>
                    <a:pt x="972069" y="223335"/>
                  </a:lnTo>
                  <a:lnTo>
                    <a:pt x="157060" y="0"/>
                  </a:lnTo>
                  <a:lnTo>
                    <a:pt x="157060" y="0"/>
                  </a:lnTo>
                  <a:cubicBezTo>
                    <a:pt x="156717" y="749"/>
                    <a:pt x="156248" y="1435"/>
                    <a:pt x="155663" y="2032"/>
                  </a:cubicBezTo>
                  <a:lnTo>
                    <a:pt x="0" y="128999"/>
                  </a:lnTo>
                  <a:lnTo>
                    <a:pt x="1261938" y="489077"/>
                  </a:ln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1" name="Freeform: Shape 119"/>
            <p:cNvSpPr/>
            <p:nvPr/>
          </p:nvSpPr>
          <p:spPr bwMode="auto">
            <a:xfrm>
              <a:off x="6539039" y="1476360"/>
              <a:ext cx="44640" cy="156960"/>
            </a:xfrm>
            <a:custGeom>
              <a:avLst/>
              <a:gdLst>
                <a:gd name="textAreaLeft" fmla="*/ 0 w 44640"/>
                <a:gd name="textAreaRight" fmla="*/ 45000 w 44640"/>
                <a:gd name="textAreaTop" fmla="*/ 0 h 156960"/>
                <a:gd name="textAreaBottom" fmla="*/ 157320 h 156960"/>
                <a:gd name="GluePoint1X" fmla="*/ 0 w 45073"/>
                <a:gd name="GluePoint1Y" fmla="*/ 157312 h 157311"/>
                <a:gd name="GluePoint2X" fmla="*/ 45074 w 45073"/>
                <a:gd name="GluePoint2Y" fmla="*/ 83163 h 157311"/>
                <a:gd name="GluePoint3X" fmla="*/ 45074 w 45073"/>
                <a:gd name="GluePoint3Y" fmla="*/ 0 h 157311"/>
                <a:gd name="GluePoint4X" fmla="*/ 0 w 45073"/>
                <a:gd name="GluePoint4Y" fmla="*/ 74530 h 157311"/>
                <a:gd name="GluePoint5X" fmla="*/ 0 w 45073"/>
                <a:gd name="GluePoint5Y" fmla="*/ 157312 h 1573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5073" h="157311" extrusionOk="0">
                  <a:moveTo>
                    <a:pt x="0" y="157312"/>
                  </a:moveTo>
                  <a:lnTo>
                    <a:pt x="45074" y="83163"/>
                  </a:lnTo>
                  <a:lnTo>
                    <a:pt x="45074" y="0"/>
                  </a:lnTo>
                  <a:lnTo>
                    <a:pt x="0" y="74530"/>
                  </a:lnTo>
                  <a:lnTo>
                    <a:pt x="0" y="157312"/>
                  </a:lnTo>
                  <a:close/>
                </a:path>
              </a:pathLst>
            </a:custGeom>
            <a:solidFill>
              <a:srgbClr val="0A405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2" name="Freeform: Shape 120"/>
            <p:cNvSpPr/>
            <p:nvPr/>
          </p:nvSpPr>
          <p:spPr bwMode="auto">
            <a:xfrm>
              <a:off x="5730480" y="1419840"/>
              <a:ext cx="797400" cy="226800"/>
            </a:xfrm>
            <a:custGeom>
              <a:avLst/>
              <a:gdLst>
                <a:gd name="textAreaLeft" fmla="*/ 0 w 797400"/>
                <a:gd name="textAreaRight" fmla="*/ 797760 w 797400"/>
                <a:gd name="textAreaTop" fmla="*/ 0 h 226800"/>
                <a:gd name="textAreaBottom" fmla="*/ 227160 h 226800"/>
                <a:gd name="GluePoint1X" fmla="*/ 0 w 797614"/>
                <a:gd name="GluePoint1Y" fmla="*/ 93575 h 227017"/>
                <a:gd name="GluePoint2X" fmla="*/ 797615 w 797614"/>
                <a:gd name="GluePoint2Y" fmla="*/ 227017 h 227017"/>
                <a:gd name="GluePoint3X" fmla="*/ 797615 w 797614"/>
                <a:gd name="GluePoint3Y" fmla="*/ 133823 h 227017"/>
                <a:gd name="GluePoint4X" fmla="*/ 0 w 797614"/>
                <a:gd name="GluePoint4Y" fmla="*/ 0 h 227017"/>
                <a:gd name="GluePoint5X" fmla="*/ 0 w 797614"/>
                <a:gd name="GluePoint5Y" fmla="*/ 93575 h 2270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797614" h="227017" extrusionOk="0">
                  <a:moveTo>
                    <a:pt x="0" y="93575"/>
                  </a:moveTo>
                  <a:lnTo>
                    <a:pt x="797615" y="227017"/>
                  </a:lnTo>
                  <a:lnTo>
                    <a:pt x="797615" y="133823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3" name="Freeform: Shape 121"/>
            <p:cNvSpPr/>
            <p:nvPr/>
          </p:nvSpPr>
          <p:spPr bwMode="auto">
            <a:xfrm>
              <a:off x="5734080" y="1311120"/>
              <a:ext cx="846720" cy="232560"/>
            </a:xfrm>
            <a:custGeom>
              <a:avLst/>
              <a:gdLst>
                <a:gd name="textAreaLeft" fmla="*/ 0 w 846720"/>
                <a:gd name="textAreaRight" fmla="*/ 847080 w 846720"/>
                <a:gd name="textAreaTop" fmla="*/ 0 h 232560"/>
                <a:gd name="textAreaBottom" fmla="*/ 232920 h 232560"/>
                <a:gd name="GluePoint1X" fmla="*/ 68944 w 847259"/>
                <a:gd name="GluePoint1Y" fmla="*/ 0 h 232857"/>
                <a:gd name="GluePoint2X" fmla="*/ 0 w 847259"/>
                <a:gd name="GluePoint2Y" fmla="*/ 99161 h 232857"/>
                <a:gd name="GluePoint3X" fmla="*/ 796725 w 847259"/>
                <a:gd name="GluePoint3Y" fmla="*/ 232858 h 232857"/>
                <a:gd name="GluePoint4X" fmla="*/ 847259 w 847259"/>
                <a:gd name="GluePoint4Y" fmla="*/ 149440 h 232857"/>
                <a:gd name="GluePoint5X" fmla="*/ 68944 w 847259"/>
                <a:gd name="GluePoint5Y" fmla="*/ 0 h 23285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47259" h="232857" extrusionOk="0">
                  <a:moveTo>
                    <a:pt x="68944" y="0"/>
                  </a:moveTo>
                  <a:lnTo>
                    <a:pt x="0" y="99161"/>
                  </a:lnTo>
                  <a:lnTo>
                    <a:pt x="796725" y="232858"/>
                  </a:lnTo>
                  <a:lnTo>
                    <a:pt x="847259" y="149440"/>
                  </a:lnTo>
                  <a:lnTo>
                    <a:pt x="68944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4" name="Freeform: Shape 122"/>
            <p:cNvSpPr/>
            <p:nvPr/>
          </p:nvSpPr>
          <p:spPr bwMode="auto">
            <a:xfrm>
              <a:off x="4085280" y="893160"/>
              <a:ext cx="164880" cy="224280"/>
            </a:xfrm>
            <a:custGeom>
              <a:avLst/>
              <a:gdLst>
                <a:gd name="textAreaLeft" fmla="*/ 0 w 164880"/>
                <a:gd name="textAreaRight" fmla="*/ 165240 w 164880"/>
                <a:gd name="textAreaTop" fmla="*/ 0 h 224280"/>
                <a:gd name="textAreaBottom" fmla="*/ 224640 h 224280"/>
                <a:gd name="GluePoint1X" fmla="*/ 0 w 165185"/>
                <a:gd name="GluePoint1Y" fmla="*/ 224605 h 224604"/>
                <a:gd name="GluePoint2X" fmla="*/ 165185 w 165185"/>
                <a:gd name="GluePoint2Y" fmla="*/ 90401 h 224604"/>
                <a:gd name="GluePoint3X" fmla="*/ 165185 w 165185"/>
                <a:gd name="GluePoint3Y" fmla="*/ 0 h 224604"/>
                <a:gd name="GluePoint4X" fmla="*/ 0 w 165185"/>
                <a:gd name="GluePoint4Y" fmla="*/ 134204 h 224604"/>
                <a:gd name="GluePoint5X" fmla="*/ 0 w 165185"/>
                <a:gd name="GluePoint5Y" fmla="*/ 224605 h 2246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65185" h="224604" extrusionOk="0">
                  <a:moveTo>
                    <a:pt x="0" y="224605"/>
                  </a:moveTo>
                  <a:lnTo>
                    <a:pt x="165185" y="90401"/>
                  </a:lnTo>
                  <a:lnTo>
                    <a:pt x="165185" y="0"/>
                  </a:lnTo>
                  <a:lnTo>
                    <a:pt x="0" y="134204"/>
                  </a:lnTo>
                  <a:lnTo>
                    <a:pt x="0" y="224605"/>
                  </a:lnTo>
                  <a:close/>
                </a:path>
              </a:pathLst>
            </a:custGeom>
            <a:solidFill>
              <a:srgbClr val="0A405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5" name="Freeform: Shape 123"/>
            <p:cNvSpPr/>
            <p:nvPr/>
          </p:nvSpPr>
          <p:spPr bwMode="auto">
            <a:xfrm>
              <a:off x="5760" y="7200"/>
              <a:ext cx="4068720" cy="1114920"/>
            </a:xfrm>
            <a:custGeom>
              <a:avLst/>
              <a:gdLst>
                <a:gd name="textAreaLeft" fmla="*/ 0 w 4068720"/>
                <a:gd name="textAreaRight" fmla="*/ 4069080 w 4068720"/>
                <a:gd name="textAreaTop" fmla="*/ 0 h 1114920"/>
                <a:gd name="textAreaBottom" fmla="*/ 1115280 h 1114920"/>
                <a:gd name="GluePoint1X" fmla="*/ 0 w 4068951"/>
                <a:gd name="GluePoint1Y" fmla="*/ 93321 h 1115278"/>
                <a:gd name="GluePoint2X" fmla="*/ 4068952 w 4068951"/>
                <a:gd name="GluePoint2Y" fmla="*/ 1115279 h 1115278"/>
                <a:gd name="GluePoint3X" fmla="*/ 4068952 w 4068951"/>
                <a:gd name="GluePoint3Y" fmla="*/ 1021958 h 1115278"/>
                <a:gd name="GluePoint4X" fmla="*/ 0 w 4068951"/>
                <a:gd name="GluePoint4Y" fmla="*/ 0 h 1115278"/>
                <a:gd name="GluePoint5X" fmla="*/ 0 w 4068951"/>
                <a:gd name="GluePoint5Y" fmla="*/ 93321 h 111527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068951" h="1115278" extrusionOk="0">
                  <a:moveTo>
                    <a:pt x="0" y="93321"/>
                  </a:moveTo>
                  <a:lnTo>
                    <a:pt x="4068952" y="1115279"/>
                  </a:lnTo>
                  <a:lnTo>
                    <a:pt x="4068952" y="1021958"/>
                  </a:lnTo>
                  <a:lnTo>
                    <a:pt x="0" y="0"/>
                  </a:lnTo>
                  <a:lnTo>
                    <a:pt x="0" y="93321"/>
                  </a:lnTo>
                  <a:close/>
                </a:path>
              </a:pathLst>
            </a:custGeom>
            <a:solidFill>
              <a:schemeClr val="accent5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6" name="Freeform 809"/>
            <p:cNvSpPr/>
            <p:nvPr/>
          </p:nvSpPr>
          <p:spPr bwMode="auto">
            <a:xfrm>
              <a:off x="5760" y="-12600"/>
              <a:ext cx="4239000" cy="1032120"/>
            </a:xfrm>
            <a:custGeom>
              <a:avLst/>
              <a:gdLst>
                <a:gd name="textAreaLeft" fmla="*/ 0 w 4239000"/>
                <a:gd name="textAreaRight" fmla="*/ 4239360 w 4239000"/>
                <a:gd name="textAreaTop" fmla="*/ 0 h 1032120"/>
                <a:gd name="textAreaBottom" fmla="*/ 1032480 h 1032120"/>
                <a:gd name="GluePoint1X" fmla="*/ 0 w 4239343"/>
                <a:gd name="GluePoint1Y" fmla="*/ 0 h 1032611"/>
                <a:gd name="GluePoint2X" fmla="*/ 672711 w 4239343"/>
                <a:gd name="GluePoint2Y" fmla="*/ 0 h 1032611"/>
                <a:gd name="GluePoint3X" fmla="*/ 4239343 w 4239343"/>
                <a:gd name="GluePoint3Y" fmla="*/ 897391 h 1032611"/>
                <a:gd name="GluePoint4X" fmla="*/ 4073015 w 4239343"/>
                <a:gd name="GluePoint4Y" fmla="*/ 1032611 h 1032611"/>
                <a:gd name="GluePoint5X" fmla="*/ 0 w 4239343"/>
                <a:gd name="GluePoint5Y" fmla="*/ 9764 h 10326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4239343" h="1032611" extrusionOk="0">
                  <a:moveTo>
                    <a:pt x="0" y="0"/>
                  </a:moveTo>
                  <a:lnTo>
                    <a:pt x="672711" y="0"/>
                  </a:lnTo>
                  <a:lnTo>
                    <a:pt x="4239343" y="897391"/>
                  </a:lnTo>
                  <a:lnTo>
                    <a:pt x="4073015" y="1032611"/>
                  </a:lnTo>
                  <a:lnTo>
                    <a:pt x="0" y="9764"/>
                  </a:lnTo>
                  <a:close/>
                </a:path>
              </a:pathLst>
            </a:custGeom>
            <a:solidFill>
              <a:schemeClr val="tx2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7" name="Freeform: Shape 125"/>
            <p:cNvSpPr/>
            <p:nvPr/>
          </p:nvSpPr>
          <p:spPr bwMode="auto">
            <a:xfrm>
              <a:off x="5460120" y="1245960"/>
              <a:ext cx="83160" cy="195120"/>
            </a:xfrm>
            <a:custGeom>
              <a:avLst/>
              <a:gdLst>
                <a:gd name="textAreaLeft" fmla="*/ 0 w 83160"/>
                <a:gd name="textAreaRight" fmla="*/ 83520 w 83160"/>
                <a:gd name="textAreaTop" fmla="*/ 0 h 195120"/>
                <a:gd name="textAreaBottom" fmla="*/ 195480 h 195120"/>
                <a:gd name="GluePoint1X" fmla="*/ 0 w 83544"/>
                <a:gd name="GluePoint1Y" fmla="*/ 195656 h 195656"/>
                <a:gd name="GluePoint2X" fmla="*/ 83545 w 83544"/>
                <a:gd name="GluePoint2Y" fmla="*/ 86338 h 195656"/>
                <a:gd name="GluePoint3X" fmla="*/ 83545 w 83544"/>
                <a:gd name="GluePoint3Y" fmla="*/ 0 h 195656"/>
                <a:gd name="GluePoint4X" fmla="*/ 0 w 83544"/>
                <a:gd name="GluePoint4Y" fmla="*/ 109319 h 195656"/>
                <a:gd name="GluePoint5X" fmla="*/ 0 w 83544"/>
                <a:gd name="GluePoint5Y" fmla="*/ 195656 h 1956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3544" h="195656" extrusionOk="0">
                  <a:moveTo>
                    <a:pt x="0" y="195656"/>
                  </a:moveTo>
                  <a:lnTo>
                    <a:pt x="83545" y="86338"/>
                  </a:lnTo>
                  <a:lnTo>
                    <a:pt x="83545" y="0"/>
                  </a:lnTo>
                  <a:lnTo>
                    <a:pt x="0" y="109319"/>
                  </a:lnTo>
                  <a:lnTo>
                    <a:pt x="0" y="195656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8" name="Freeform: Shape 126"/>
            <p:cNvSpPr/>
            <p:nvPr/>
          </p:nvSpPr>
          <p:spPr bwMode="auto">
            <a:xfrm>
              <a:off x="4381200" y="1163880"/>
              <a:ext cx="1068120" cy="286560"/>
            </a:xfrm>
            <a:custGeom>
              <a:avLst/>
              <a:gdLst>
                <a:gd name="textAreaLeft" fmla="*/ 0 w 1068120"/>
                <a:gd name="textAreaRight" fmla="*/ 1068480 w 1068120"/>
                <a:gd name="textAreaTop" fmla="*/ 0 h 286560"/>
                <a:gd name="textAreaBottom" fmla="*/ 286920 h 286560"/>
                <a:gd name="GluePoint1X" fmla="*/ 0 w 1068437"/>
                <a:gd name="GluePoint1Y" fmla="*/ 93575 h 287072"/>
                <a:gd name="GluePoint2X" fmla="*/ 1068438 w 1068437"/>
                <a:gd name="GluePoint2Y" fmla="*/ 287073 h 287072"/>
                <a:gd name="GluePoint3X" fmla="*/ 1068438 w 1068437"/>
                <a:gd name="GluePoint3Y" fmla="*/ 193625 h 287072"/>
                <a:gd name="GluePoint4X" fmla="*/ 0 w 1068437"/>
                <a:gd name="GluePoint4Y" fmla="*/ 0 h 287072"/>
                <a:gd name="GluePoint5X" fmla="*/ 0 w 1068437"/>
                <a:gd name="GluePoint5Y" fmla="*/ 93575 h 2870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68437" h="287072" extrusionOk="0">
                  <a:moveTo>
                    <a:pt x="0" y="93575"/>
                  </a:moveTo>
                  <a:lnTo>
                    <a:pt x="1068438" y="287073"/>
                  </a:lnTo>
                  <a:lnTo>
                    <a:pt x="1068438" y="193625"/>
                  </a:lnTo>
                  <a:lnTo>
                    <a:pt x="0" y="0"/>
                  </a:lnTo>
                  <a:lnTo>
                    <a:pt x="0" y="93575"/>
                  </a:lnTo>
                  <a:close/>
                </a:path>
              </a:pathLst>
            </a:custGeom>
            <a:solidFill>
              <a:srgbClr val="509498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79" name="Freeform: Shape 127"/>
            <p:cNvSpPr/>
            <p:nvPr/>
          </p:nvSpPr>
          <p:spPr bwMode="auto">
            <a:xfrm>
              <a:off x="4385520" y="1008000"/>
              <a:ext cx="1154520" cy="339840"/>
            </a:xfrm>
            <a:custGeom>
              <a:avLst/>
              <a:gdLst>
                <a:gd name="textAreaLeft" fmla="*/ 0 w 1154520"/>
                <a:gd name="textAreaRight" fmla="*/ 1154880 w 1154520"/>
                <a:gd name="textAreaTop" fmla="*/ 0 h 339840"/>
                <a:gd name="textAreaBottom" fmla="*/ 340200 h 339840"/>
                <a:gd name="GluePoint1X" fmla="*/ 126206 w 1154903"/>
                <a:gd name="GluePoint1Y" fmla="*/ 0 h 340144"/>
                <a:gd name="GluePoint2X" fmla="*/ 0 w 1154903"/>
                <a:gd name="GluePoint2Y" fmla="*/ 146901 h 340144"/>
                <a:gd name="GluePoint3X" fmla="*/ 1067041 w 1154903"/>
                <a:gd name="GluePoint3Y" fmla="*/ 340144 h 340144"/>
                <a:gd name="GluePoint4X" fmla="*/ 1154903 w 1154903"/>
                <a:gd name="GluePoint4Y" fmla="*/ 225112 h 340144"/>
                <a:gd name="GluePoint5X" fmla="*/ 126206 w 1154903"/>
                <a:gd name="GluePoint5Y" fmla="*/ 0 h 3401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154903" h="340144" extrusionOk="0">
                  <a:moveTo>
                    <a:pt x="126206" y="0"/>
                  </a:moveTo>
                  <a:lnTo>
                    <a:pt x="0" y="146901"/>
                  </a:lnTo>
                  <a:lnTo>
                    <a:pt x="1067041" y="340144"/>
                  </a:lnTo>
                  <a:lnTo>
                    <a:pt x="1154903" y="225112"/>
                  </a:lnTo>
                  <a:lnTo>
                    <a:pt x="126206" y="0"/>
                  </a:ln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0" name="Freeform: Shape 210"/>
            <p:cNvSpPr/>
            <p:nvPr/>
          </p:nvSpPr>
          <p:spPr bwMode="auto">
            <a:xfrm>
              <a:off x="10108079" y="318960"/>
              <a:ext cx="1506240" cy="460439"/>
            </a:xfrm>
            <a:custGeom>
              <a:avLst/>
              <a:gdLst>
                <a:gd name="textAreaLeft" fmla="*/ 0 w 1506240"/>
                <a:gd name="textAreaRight" fmla="*/ 1506600 w 1506240"/>
                <a:gd name="textAreaTop" fmla="*/ 0 h 460440"/>
                <a:gd name="textAreaBottom" fmla="*/ 460800 h 460440"/>
                <a:gd name="GluePoint1X" fmla="*/ 2540 w 1506478"/>
                <a:gd name="GluePoint1Y" fmla="*/ 7364 h 460636"/>
                <a:gd name="GluePoint2X" fmla="*/ 254 w 1506478"/>
                <a:gd name="GluePoint2Y" fmla="*/ 9269 h 460636"/>
                <a:gd name="GluePoint3X" fmla="*/ 1494289 w 1506478"/>
                <a:gd name="GluePoint3Y" fmla="*/ 460637 h 460636"/>
                <a:gd name="GluePoint4X" fmla="*/ 1501146 w 1506478"/>
                <a:gd name="GluePoint4Y" fmla="*/ 455050 h 460636"/>
                <a:gd name="GluePoint5X" fmla="*/ 1501781 w 1506478"/>
                <a:gd name="GluePoint5Y" fmla="*/ 455050 h 460636"/>
                <a:gd name="GluePoint6X" fmla="*/ 1502670 w 1506478"/>
                <a:gd name="GluePoint6Y" fmla="*/ 455050 h 460636"/>
                <a:gd name="GluePoint7X" fmla="*/ 1503686 w 1506478"/>
                <a:gd name="GluePoint7Y" fmla="*/ 455050 h 460636"/>
                <a:gd name="GluePoint8X" fmla="*/ 1506479 w 1506478"/>
                <a:gd name="GluePoint8Y" fmla="*/ 455050 h 460636"/>
                <a:gd name="GluePoint9X" fmla="*/ 635 w 1506478"/>
                <a:gd name="GluePoint9Y" fmla="*/ 0 h 460636"/>
                <a:gd name="GluePoint10X" fmla="*/ 0 w 1506478"/>
                <a:gd name="GluePoint10Y" fmla="*/ 0 h 460636"/>
                <a:gd name="GluePoint11X" fmla="*/ 3048 w 1506478"/>
                <a:gd name="GluePoint11Y" fmla="*/ 1397 h 460636"/>
                <a:gd name="GluePoint12X" fmla="*/ 2540 w 1506478"/>
                <a:gd name="GluePoint12Y" fmla="*/ 7364 h 4606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506478" h="460636" extrusionOk="0">
                  <a:moveTo>
                    <a:pt x="2540" y="7364"/>
                  </a:moveTo>
                  <a:lnTo>
                    <a:pt x="254" y="9269"/>
                  </a:lnTo>
                  <a:lnTo>
                    <a:pt x="1494289" y="460637"/>
                  </a:lnTo>
                  <a:lnTo>
                    <a:pt x="1501146" y="455050"/>
                  </a:lnTo>
                  <a:lnTo>
                    <a:pt x="1501781" y="455050"/>
                  </a:lnTo>
                  <a:lnTo>
                    <a:pt x="1502670" y="455050"/>
                  </a:lnTo>
                  <a:lnTo>
                    <a:pt x="1503686" y="455050"/>
                  </a:lnTo>
                  <a:lnTo>
                    <a:pt x="1506479" y="455050"/>
                  </a:lnTo>
                  <a:lnTo>
                    <a:pt x="635" y="0"/>
                  </a:lnTo>
                  <a:lnTo>
                    <a:pt x="0" y="0"/>
                  </a:lnTo>
                  <a:cubicBezTo>
                    <a:pt x="1131" y="140"/>
                    <a:pt x="2197" y="635"/>
                    <a:pt x="3048" y="1397"/>
                  </a:cubicBezTo>
                  <a:cubicBezTo>
                    <a:pt x="4330" y="3251"/>
                    <a:pt x="4114" y="5752"/>
                    <a:pt x="2540" y="736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1" name="Freeform: Shape 211"/>
            <p:cNvSpPr/>
            <p:nvPr/>
          </p:nvSpPr>
          <p:spPr bwMode="auto">
            <a:xfrm>
              <a:off x="11313720" y="773280"/>
              <a:ext cx="299880" cy="253080"/>
            </a:xfrm>
            <a:custGeom>
              <a:avLst/>
              <a:gdLst>
                <a:gd name="textAreaLeft" fmla="*/ 0 w 299880"/>
                <a:gd name="textAreaRight" fmla="*/ 300240 w 299880"/>
                <a:gd name="textAreaTop" fmla="*/ 0 h 253080"/>
                <a:gd name="textAreaBottom" fmla="*/ 253440 h 253080"/>
                <a:gd name="GluePoint1X" fmla="*/ 508 w 300280"/>
                <a:gd name="GluePoint1Y" fmla="*/ 251395 h 253553"/>
                <a:gd name="GluePoint2X" fmla="*/ 508 w 300280"/>
                <a:gd name="GluePoint2Y" fmla="*/ 253553 h 253553"/>
                <a:gd name="GluePoint3X" fmla="*/ 300280 w 300280"/>
                <a:gd name="GluePoint3Y" fmla="*/ 9777 h 253553"/>
                <a:gd name="GluePoint4X" fmla="*/ 296725 w 300280"/>
                <a:gd name="GluePoint4Y" fmla="*/ 8507 h 253553"/>
                <a:gd name="GluePoint5X" fmla="*/ 293157 w 300280"/>
                <a:gd name="GluePoint5Y" fmla="*/ 2895 h 253553"/>
                <a:gd name="GluePoint6X" fmla="*/ 293296 w 300280"/>
                <a:gd name="GluePoint6Y" fmla="*/ 2412 h 253553"/>
                <a:gd name="GluePoint7X" fmla="*/ 295455 w 300280"/>
                <a:gd name="GluePoint7Y" fmla="*/ 0 h 253553"/>
                <a:gd name="GluePoint8X" fmla="*/ 294820 w 300280"/>
                <a:gd name="GluePoint8Y" fmla="*/ 0 h 253553"/>
                <a:gd name="GluePoint9X" fmla="*/ 287964 w 300280"/>
                <a:gd name="GluePoint9Y" fmla="*/ 5587 h 253553"/>
                <a:gd name="GluePoint10X" fmla="*/ 0 w 300280"/>
                <a:gd name="GluePoint10Y" fmla="*/ 239714 h 25355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00280" h="253553" extrusionOk="0">
                  <a:moveTo>
                    <a:pt x="508" y="251395"/>
                  </a:moveTo>
                  <a:lnTo>
                    <a:pt x="508" y="253553"/>
                  </a:lnTo>
                  <a:lnTo>
                    <a:pt x="300280" y="9777"/>
                  </a:lnTo>
                  <a:lnTo>
                    <a:pt x="296725" y="8507"/>
                  </a:lnTo>
                  <a:cubicBezTo>
                    <a:pt x="294198" y="7948"/>
                    <a:pt x="292598" y="5434"/>
                    <a:pt x="293157" y="2895"/>
                  </a:cubicBezTo>
                  <a:cubicBezTo>
                    <a:pt x="293195" y="2730"/>
                    <a:pt x="293246" y="2577"/>
                    <a:pt x="293296" y="2412"/>
                  </a:cubicBezTo>
                  <a:cubicBezTo>
                    <a:pt x="293690" y="1371"/>
                    <a:pt x="294452" y="508"/>
                    <a:pt x="295455" y="0"/>
                  </a:cubicBezTo>
                  <a:lnTo>
                    <a:pt x="294820" y="0"/>
                  </a:lnTo>
                  <a:lnTo>
                    <a:pt x="287964" y="5587"/>
                  </a:lnTo>
                  <a:lnTo>
                    <a:pt x="0" y="23971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2" name="Freeform: Shape 259"/>
            <p:cNvSpPr/>
            <p:nvPr/>
          </p:nvSpPr>
          <p:spPr bwMode="auto">
            <a:xfrm>
              <a:off x="9213480" y="1240920"/>
              <a:ext cx="430200" cy="127800"/>
            </a:xfrm>
            <a:custGeom>
              <a:avLst/>
              <a:gdLst>
                <a:gd name="textAreaLeft" fmla="*/ 0 w 430200"/>
                <a:gd name="textAreaRight" fmla="*/ 430560 w 430200"/>
                <a:gd name="textAreaTop" fmla="*/ 0 h 127800"/>
                <a:gd name="textAreaBottom" fmla="*/ 128160 h 127800"/>
                <a:gd name="GluePoint1X" fmla="*/ 1778 w 430421"/>
                <a:gd name="GluePoint1Y" fmla="*/ 8507 h 128109"/>
                <a:gd name="GluePoint2X" fmla="*/ 0 w 430421"/>
                <a:gd name="GluePoint2Y" fmla="*/ 8507 h 128109"/>
                <a:gd name="GluePoint3X" fmla="*/ 0 w 430421"/>
                <a:gd name="GluePoint3Y" fmla="*/ 8507 h 128109"/>
                <a:gd name="GluePoint4X" fmla="*/ 336593 w 430421"/>
                <a:gd name="GluePoint4Y" fmla="*/ 110080 h 128109"/>
                <a:gd name="GluePoint5X" fmla="*/ 430422 w 430421"/>
                <a:gd name="GluePoint5Y" fmla="*/ 128110 h 128109"/>
                <a:gd name="GluePoint6X" fmla="*/ 430422 w 430421"/>
                <a:gd name="GluePoint6Y" fmla="*/ 128110 h 128109"/>
                <a:gd name="GluePoint7X" fmla="*/ 6983 w 430421"/>
                <a:gd name="GluePoint7Y" fmla="*/ 0 h 128109"/>
                <a:gd name="GluePoint8X" fmla="*/ 6983 w 430421"/>
                <a:gd name="GluePoint8Y" fmla="*/ 3555 h 128109"/>
                <a:gd name="GluePoint9X" fmla="*/ 1778 w 430421"/>
                <a:gd name="GluePoint9Y" fmla="*/ 8507 h 12810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430421" h="128109" extrusionOk="0">
                  <a:moveTo>
                    <a:pt x="1778" y="8507"/>
                  </a:moveTo>
                  <a:lnTo>
                    <a:pt x="0" y="8507"/>
                  </a:lnTo>
                  <a:lnTo>
                    <a:pt x="0" y="8507"/>
                  </a:lnTo>
                  <a:lnTo>
                    <a:pt x="336593" y="110080"/>
                  </a:lnTo>
                  <a:lnTo>
                    <a:pt x="430422" y="128110"/>
                  </a:lnTo>
                  <a:lnTo>
                    <a:pt x="430422" y="128110"/>
                  </a:lnTo>
                  <a:lnTo>
                    <a:pt x="6983" y="0"/>
                  </a:lnTo>
                  <a:lnTo>
                    <a:pt x="6983" y="3555"/>
                  </a:lnTo>
                  <a:cubicBezTo>
                    <a:pt x="6844" y="6336"/>
                    <a:pt x="4558" y="8507"/>
                    <a:pt x="1778" y="85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3" name="Freeform: Shape 260"/>
            <p:cNvSpPr/>
            <p:nvPr/>
          </p:nvSpPr>
          <p:spPr bwMode="auto">
            <a:xfrm>
              <a:off x="9211680" y="6199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4" name="Freeform: Shape 261"/>
            <p:cNvSpPr/>
            <p:nvPr/>
          </p:nvSpPr>
          <p:spPr bwMode="auto">
            <a:xfrm>
              <a:off x="9210960" y="6217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5" name="Freeform: Shape 262"/>
            <p:cNvSpPr/>
            <p:nvPr/>
          </p:nvSpPr>
          <p:spPr bwMode="auto">
            <a:xfrm>
              <a:off x="9211680" y="624240"/>
              <a:ext cx="8640" cy="62460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624600"/>
                <a:gd name="textAreaBottom" fmla="*/ 624960 h 624600"/>
                <a:gd name="GluePoint1X" fmla="*/ 1816 w 9179"/>
                <a:gd name="GluePoint1Y" fmla="*/ 3936 h 625065"/>
                <a:gd name="GluePoint2X" fmla="*/ 1054 w 9179"/>
                <a:gd name="GluePoint2Y" fmla="*/ 3936 h 625065"/>
                <a:gd name="GluePoint3X" fmla="*/ 38 w 9179"/>
                <a:gd name="GluePoint3Y" fmla="*/ 3301 h 625065"/>
                <a:gd name="GluePoint4X" fmla="*/ 38 w 9179"/>
                <a:gd name="GluePoint4Y" fmla="*/ 3301 h 625065"/>
                <a:gd name="GluePoint5X" fmla="*/ 38 w 9179"/>
                <a:gd name="GluePoint5Y" fmla="*/ 2666 h 625065"/>
                <a:gd name="GluePoint6X" fmla="*/ 38 w 9179"/>
                <a:gd name="GluePoint6Y" fmla="*/ 1904 h 625065"/>
                <a:gd name="GluePoint7X" fmla="*/ 38 w 9179"/>
                <a:gd name="GluePoint7Y" fmla="*/ 889 h 625065"/>
                <a:gd name="GluePoint8X" fmla="*/ 38 w 9179"/>
                <a:gd name="GluePoint8Y" fmla="*/ 0 h 625065"/>
                <a:gd name="GluePoint9X" fmla="*/ 38 w 9179"/>
                <a:gd name="GluePoint9Y" fmla="*/ 0 h 625065"/>
                <a:gd name="GluePoint10X" fmla="*/ 38 w 9179"/>
                <a:gd name="GluePoint10Y" fmla="*/ 620996 h 625065"/>
                <a:gd name="GluePoint11X" fmla="*/ 38 w 9179"/>
                <a:gd name="GluePoint11Y" fmla="*/ 620996 h 625065"/>
                <a:gd name="GluePoint12X" fmla="*/ 38 w 9179"/>
                <a:gd name="GluePoint12Y" fmla="*/ 622011 h 625065"/>
                <a:gd name="GluePoint13X" fmla="*/ 38 w 9179"/>
                <a:gd name="GluePoint13Y" fmla="*/ 622900 h 625065"/>
                <a:gd name="GluePoint14X" fmla="*/ 38 w 9179"/>
                <a:gd name="GluePoint14Y" fmla="*/ 623662 h 625065"/>
                <a:gd name="GluePoint15X" fmla="*/ 38 w 9179"/>
                <a:gd name="GluePoint15Y" fmla="*/ 624424 h 625065"/>
                <a:gd name="GluePoint16X" fmla="*/ 800 w 9179"/>
                <a:gd name="GluePoint16Y" fmla="*/ 624424 h 625065"/>
                <a:gd name="GluePoint17X" fmla="*/ 1943 w 9179"/>
                <a:gd name="GluePoint17Y" fmla="*/ 625059 h 625065"/>
                <a:gd name="GluePoint18X" fmla="*/ 3720 w 9179"/>
                <a:gd name="GluePoint18Y" fmla="*/ 625059 h 625065"/>
                <a:gd name="GluePoint19X" fmla="*/ 9180 w 9179"/>
                <a:gd name="GluePoint19Y" fmla="*/ 620234 h 625065"/>
                <a:gd name="GluePoint20X" fmla="*/ 9180 w 9179"/>
                <a:gd name="GluePoint20Y" fmla="*/ 6094 h 625065"/>
                <a:gd name="GluePoint21X" fmla="*/ 2070 w 9179"/>
                <a:gd name="GluePoint21Y" fmla="*/ 3936 h 6250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179" h="625065" extrusionOk="0">
                  <a:moveTo>
                    <a:pt x="1816" y="3936"/>
                  </a:moveTo>
                  <a:lnTo>
                    <a:pt x="1054" y="3936"/>
                  </a:lnTo>
                  <a:lnTo>
                    <a:pt x="38" y="3301"/>
                  </a:lnTo>
                  <a:lnTo>
                    <a:pt x="38" y="3301"/>
                  </a:lnTo>
                  <a:cubicBezTo>
                    <a:pt x="0" y="3085"/>
                    <a:pt x="0" y="2882"/>
                    <a:pt x="38" y="2666"/>
                  </a:cubicBezTo>
                  <a:cubicBezTo>
                    <a:pt x="0" y="2412"/>
                    <a:pt x="0" y="2158"/>
                    <a:pt x="38" y="1904"/>
                  </a:cubicBezTo>
                  <a:cubicBezTo>
                    <a:pt x="-13" y="1562"/>
                    <a:pt x="-13" y="1232"/>
                    <a:pt x="38" y="889"/>
                  </a:cubicBezTo>
                  <a:cubicBezTo>
                    <a:pt x="38" y="889"/>
                    <a:pt x="38" y="889"/>
                    <a:pt x="38" y="0"/>
                  </a:cubicBezTo>
                  <a:lnTo>
                    <a:pt x="38" y="0"/>
                  </a:lnTo>
                  <a:lnTo>
                    <a:pt x="38" y="620996"/>
                  </a:lnTo>
                  <a:lnTo>
                    <a:pt x="38" y="620996"/>
                  </a:lnTo>
                  <a:cubicBezTo>
                    <a:pt x="-13" y="621326"/>
                    <a:pt x="-13" y="621681"/>
                    <a:pt x="38" y="622011"/>
                  </a:cubicBezTo>
                  <a:cubicBezTo>
                    <a:pt x="38" y="622011"/>
                    <a:pt x="38" y="622647"/>
                    <a:pt x="38" y="622900"/>
                  </a:cubicBezTo>
                  <a:lnTo>
                    <a:pt x="38" y="623662"/>
                  </a:lnTo>
                  <a:lnTo>
                    <a:pt x="38" y="624424"/>
                  </a:lnTo>
                  <a:lnTo>
                    <a:pt x="800" y="624424"/>
                  </a:lnTo>
                  <a:lnTo>
                    <a:pt x="1943" y="625059"/>
                  </a:lnTo>
                  <a:lnTo>
                    <a:pt x="3720" y="625059"/>
                  </a:lnTo>
                  <a:cubicBezTo>
                    <a:pt x="6551" y="625198"/>
                    <a:pt x="8977" y="623065"/>
                    <a:pt x="9180" y="620234"/>
                  </a:cubicBezTo>
                  <a:lnTo>
                    <a:pt x="9180" y="6094"/>
                  </a:lnTo>
                  <a:lnTo>
                    <a:pt x="2070" y="393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6" name="Freeform: Shape 263"/>
            <p:cNvSpPr/>
            <p:nvPr/>
          </p:nvSpPr>
          <p:spPr bwMode="auto">
            <a:xfrm>
              <a:off x="10631880" y="1056960"/>
              <a:ext cx="10440" cy="5058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505800"/>
                <a:gd name="textAreaBottom" fmla="*/ 506160 h 505800"/>
                <a:gd name="GluePoint1X" fmla="*/ 3683 w 10792"/>
                <a:gd name="GluePoint1Y" fmla="*/ 1016 h 506217"/>
                <a:gd name="GluePoint2X" fmla="*/ 0 w 10792"/>
                <a:gd name="GluePoint2Y" fmla="*/ 0 h 506217"/>
                <a:gd name="GluePoint3X" fmla="*/ 0 w 10792"/>
                <a:gd name="GluePoint3Y" fmla="*/ 503932 h 506217"/>
                <a:gd name="GluePoint4X" fmla="*/ 6603 w 10792"/>
                <a:gd name="GluePoint4Y" fmla="*/ 505329 h 506217"/>
                <a:gd name="GluePoint5X" fmla="*/ 10793 w 10792"/>
                <a:gd name="GluePoint5Y" fmla="*/ 506218 h 506217"/>
                <a:gd name="GluePoint6X" fmla="*/ 10793 w 10792"/>
                <a:gd name="GluePoint6Y" fmla="*/ 3174 h 506217"/>
                <a:gd name="GluePoint7X" fmla="*/ 3683 w 10792"/>
                <a:gd name="GluePoint7Y" fmla="*/ 1016 h 5062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2" h="506217" extrusionOk="0">
                  <a:moveTo>
                    <a:pt x="3683" y="1016"/>
                  </a:moveTo>
                  <a:lnTo>
                    <a:pt x="0" y="0"/>
                  </a:lnTo>
                  <a:lnTo>
                    <a:pt x="0" y="503932"/>
                  </a:lnTo>
                  <a:lnTo>
                    <a:pt x="6603" y="505329"/>
                  </a:lnTo>
                  <a:lnTo>
                    <a:pt x="10793" y="506218"/>
                  </a:lnTo>
                  <a:lnTo>
                    <a:pt x="10793" y="3174"/>
                  </a:lnTo>
                  <a:lnTo>
                    <a:pt x="3683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7" name="Freeform: Shape 264"/>
            <p:cNvSpPr/>
            <p:nvPr/>
          </p:nvSpPr>
          <p:spPr bwMode="auto">
            <a:xfrm>
              <a:off x="9210960" y="6210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762 h 761"/>
                <a:gd name="GluePoint3X" fmla="*/ 0 w 12696"/>
                <a:gd name="GluePoint3Y" fmla="*/ 762 h 761"/>
                <a:gd name="GluePoint4X" fmla="*/ 0 w 1269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762"/>
                  </a:moveTo>
                  <a:lnTo>
                    <a:pt x="0" y="762"/>
                  </a:lnTo>
                  <a:cubicBezTo>
                    <a:pt x="0" y="762"/>
                    <a:pt x="0" y="762"/>
                    <a:pt x="0" y="762"/>
                  </a:cubicBezTo>
                  <a:cubicBezTo>
                    <a:pt x="0" y="762"/>
                    <a:pt x="0" y="76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8" name="Freeform: Shape 265"/>
            <p:cNvSpPr/>
            <p:nvPr/>
          </p:nvSpPr>
          <p:spPr bwMode="auto">
            <a:xfrm>
              <a:off x="9210960" y="620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lnTo>
                    <a:pt x="0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89" name="Freeform: Shape 266"/>
            <p:cNvSpPr/>
            <p:nvPr/>
          </p:nvSpPr>
          <p:spPr bwMode="auto">
            <a:xfrm>
              <a:off x="9213480" y="621720"/>
              <a:ext cx="1422360" cy="436320"/>
            </a:xfrm>
            <a:custGeom>
              <a:avLst/>
              <a:gdLst>
                <a:gd name="textAreaLeft" fmla="*/ 0 w 1422360"/>
                <a:gd name="textAreaRight" fmla="*/ 1422720 w 1422360"/>
                <a:gd name="textAreaTop" fmla="*/ 0 h 436320"/>
                <a:gd name="textAreaBottom" fmla="*/ 436680 h 436320"/>
                <a:gd name="GluePoint1X" fmla="*/ 1422679 w 1422679"/>
                <a:gd name="GluePoint1Y" fmla="*/ 426736 h 436512"/>
                <a:gd name="GluePoint2X" fmla="*/ 12443 w 1422679"/>
                <a:gd name="GluePoint2Y" fmla="*/ 0 h 436512"/>
                <a:gd name="GluePoint3X" fmla="*/ 5587 w 1422679"/>
                <a:gd name="GluePoint3Y" fmla="*/ 5587 h 436512"/>
                <a:gd name="GluePoint4X" fmla="*/ 1905 w 1422679"/>
                <a:gd name="GluePoint4Y" fmla="*/ 6856 h 436512"/>
                <a:gd name="GluePoint5X" fmla="*/ 0 w 1422679"/>
                <a:gd name="GluePoint5Y" fmla="*/ 6856 h 436512"/>
                <a:gd name="GluePoint6X" fmla="*/ 0 w 1422679"/>
                <a:gd name="GluePoint6Y" fmla="*/ 6856 h 436512"/>
                <a:gd name="GluePoint7X" fmla="*/ 7110 w 1422679"/>
                <a:gd name="GluePoint7Y" fmla="*/ 9015 h 436512"/>
                <a:gd name="GluePoint8X" fmla="*/ 1418236 w 1422679"/>
                <a:gd name="GluePoint8Y" fmla="*/ 435497 h 436512"/>
                <a:gd name="GluePoint9X" fmla="*/ 1421917 w 1422679"/>
                <a:gd name="GluePoint9Y" fmla="*/ 436513 h 436512"/>
                <a:gd name="GluePoint10X" fmla="*/ 1421917 w 1422679"/>
                <a:gd name="GluePoint10Y" fmla="*/ 436513 h 436512"/>
                <a:gd name="GluePoint11X" fmla="*/ 1421028 w 1422679"/>
                <a:gd name="GluePoint11Y" fmla="*/ 436513 h 436512"/>
                <a:gd name="GluePoint12X" fmla="*/ 1420013 w 1422679"/>
                <a:gd name="GluePoint12Y" fmla="*/ 435878 h 436512"/>
                <a:gd name="GluePoint13X" fmla="*/ 1420013 w 1422679"/>
                <a:gd name="GluePoint13Y" fmla="*/ 435878 h 436512"/>
                <a:gd name="GluePoint14X" fmla="*/ 1420013 w 1422679"/>
                <a:gd name="GluePoint14Y" fmla="*/ 435243 h 436512"/>
                <a:gd name="GluePoint15X" fmla="*/ 1420013 w 1422679"/>
                <a:gd name="GluePoint15Y" fmla="*/ 434481 h 436512"/>
                <a:gd name="GluePoint16X" fmla="*/ 1420013 w 1422679"/>
                <a:gd name="GluePoint16Y" fmla="*/ 433466 h 436512"/>
                <a:gd name="GluePoint17X" fmla="*/ 1420013 w 1422679"/>
                <a:gd name="GluePoint17Y" fmla="*/ 432577 h 436512"/>
                <a:gd name="GluePoint18X" fmla="*/ 1420013 w 1422679"/>
                <a:gd name="GluePoint18Y" fmla="*/ 431561 h 436512"/>
                <a:gd name="GluePoint19X" fmla="*/ 1420013 w 1422679"/>
                <a:gd name="GluePoint19Y" fmla="*/ 430799 h 436512"/>
                <a:gd name="GluePoint20X" fmla="*/ 1420013 w 1422679"/>
                <a:gd name="GluePoint20Y" fmla="*/ 429910 h 436512"/>
                <a:gd name="GluePoint21X" fmla="*/ 1420013 w 1422679"/>
                <a:gd name="GluePoint21Y" fmla="*/ 429022 h 436512"/>
                <a:gd name="GluePoint22X" fmla="*/ 1420013 w 1422679"/>
                <a:gd name="GluePoint22Y" fmla="*/ 429022 h 4365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422679" h="436512" extrusionOk="0">
                  <a:moveTo>
                    <a:pt x="1422679" y="426736"/>
                  </a:moveTo>
                  <a:lnTo>
                    <a:pt x="12443" y="0"/>
                  </a:lnTo>
                  <a:lnTo>
                    <a:pt x="5587" y="5587"/>
                  </a:lnTo>
                  <a:cubicBezTo>
                    <a:pt x="4558" y="6450"/>
                    <a:pt x="3250" y="6894"/>
                    <a:pt x="1905" y="6856"/>
                  </a:cubicBezTo>
                  <a:lnTo>
                    <a:pt x="0" y="6856"/>
                  </a:lnTo>
                  <a:lnTo>
                    <a:pt x="0" y="6856"/>
                  </a:lnTo>
                  <a:lnTo>
                    <a:pt x="7110" y="9015"/>
                  </a:lnTo>
                  <a:lnTo>
                    <a:pt x="1418236" y="435497"/>
                  </a:lnTo>
                  <a:lnTo>
                    <a:pt x="1421917" y="436513"/>
                  </a:lnTo>
                  <a:lnTo>
                    <a:pt x="1421917" y="436513"/>
                  </a:lnTo>
                  <a:lnTo>
                    <a:pt x="1421028" y="436513"/>
                  </a:lnTo>
                  <a:lnTo>
                    <a:pt x="1420013" y="435878"/>
                  </a:lnTo>
                  <a:lnTo>
                    <a:pt x="1420013" y="435878"/>
                  </a:lnTo>
                  <a:lnTo>
                    <a:pt x="1420013" y="435243"/>
                  </a:lnTo>
                  <a:lnTo>
                    <a:pt x="1420013" y="434481"/>
                  </a:lnTo>
                  <a:cubicBezTo>
                    <a:pt x="1419962" y="434151"/>
                    <a:pt x="1419962" y="433796"/>
                    <a:pt x="1420013" y="433466"/>
                  </a:cubicBezTo>
                  <a:cubicBezTo>
                    <a:pt x="1419950" y="433174"/>
                    <a:pt x="1419950" y="432869"/>
                    <a:pt x="1420013" y="432577"/>
                  </a:cubicBezTo>
                  <a:cubicBezTo>
                    <a:pt x="1419962" y="432247"/>
                    <a:pt x="1419962" y="431891"/>
                    <a:pt x="1420013" y="431561"/>
                  </a:cubicBezTo>
                  <a:lnTo>
                    <a:pt x="1420013" y="430799"/>
                  </a:lnTo>
                  <a:lnTo>
                    <a:pt x="1420013" y="429910"/>
                  </a:lnTo>
                  <a:lnTo>
                    <a:pt x="1420013" y="429022"/>
                  </a:lnTo>
                  <a:lnTo>
                    <a:pt x="1420013" y="42902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0" name="Freeform: Shape 267"/>
            <p:cNvSpPr/>
            <p:nvPr/>
          </p:nvSpPr>
          <p:spPr bwMode="auto">
            <a:xfrm>
              <a:off x="10633680" y="848879"/>
              <a:ext cx="258480" cy="201960"/>
            </a:xfrm>
            <a:custGeom>
              <a:avLst/>
              <a:gdLst>
                <a:gd name="textAreaLeft" fmla="*/ 0 w 258480"/>
                <a:gd name="textAreaRight" fmla="*/ 258840 w 258480"/>
                <a:gd name="textAreaTop" fmla="*/ 0 h 201960"/>
                <a:gd name="textAreaBottom" fmla="*/ 202320 h 201960"/>
                <a:gd name="GluePoint1X" fmla="*/ 0 w 258888"/>
                <a:gd name="GluePoint1Y" fmla="*/ 200735 h 202258"/>
                <a:gd name="GluePoint2X" fmla="*/ 0 w 258888"/>
                <a:gd name="GluePoint2Y" fmla="*/ 200735 h 202258"/>
                <a:gd name="GluePoint3X" fmla="*/ 5460 w 258888"/>
                <a:gd name="GluePoint3Y" fmla="*/ 199592 h 202258"/>
                <a:gd name="GluePoint4X" fmla="*/ 14347 w 258888"/>
                <a:gd name="GluePoint4Y" fmla="*/ 202259 h 202258"/>
                <a:gd name="GluePoint5X" fmla="*/ 258888 w 258888"/>
                <a:gd name="GluePoint5Y" fmla="*/ 3555 h 202258"/>
                <a:gd name="GluePoint6X" fmla="*/ 255968 w 258888"/>
                <a:gd name="GluePoint6Y" fmla="*/ 2666 h 202258"/>
                <a:gd name="GluePoint7X" fmla="*/ 247081 w 258888"/>
                <a:gd name="GluePoint7Y" fmla="*/ 0 h 202258"/>
                <a:gd name="GluePoint8X" fmla="*/ 2412 w 258888"/>
                <a:gd name="GluePoint8Y" fmla="*/ 199465 h 2022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258888" h="202258" extrusionOk="0">
                  <a:moveTo>
                    <a:pt x="0" y="200735"/>
                  </a:moveTo>
                  <a:lnTo>
                    <a:pt x="0" y="200735"/>
                  </a:lnTo>
                  <a:cubicBezTo>
                    <a:pt x="1511" y="199453"/>
                    <a:pt x="3568" y="199021"/>
                    <a:pt x="5460" y="199592"/>
                  </a:cubicBezTo>
                  <a:lnTo>
                    <a:pt x="14347" y="202259"/>
                  </a:lnTo>
                  <a:lnTo>
                    <a:pt x="258888" y="3555"/>
                  </a:lnTo>
                  <a:lnTo>
                    <a:pt x="255968" y="2666"/>
                  </a:lnTo>
                  <a:lnTo>
                    <a:pt x="247081" y="0"/>
                  </a:lnTo>
                  <a:lnTo>
                    <a:pt x="2412" y="19946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1" name="Freeform: Shape 268"/>
            <p:cNvSpPr/>
            <p:nvPr/>
          </p:nvSpPr>
          <p:spPr bwMode="auto">
            <a:xfrm>
              <a:off x="10632960" y="10558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635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762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2" name="Freeform: Shape 269"/>
            <p:cNvSpPr/>
            <p:nvPr/>
          </p:nvSpPr>
          <p:spPr bwMode="auto">
            <a:xfrm>
              <a:off x="8694720" y="855720"/>
              <a:ext cx="253440" cy="210960"/>
            </a:xfrm>
            <a:custGeom>
              <a:avLst/>
              <a:gdLst>
                <a:gd name="textAreaLeft" fmla="*/ 0 w 253440"/>
                <a:gd name="textAreaRight" fmla="*/ 253800 w 253440"/>
                <a:gd name="textAreaTop" fmla="*/ 0 h 210960"/>
                <a:gd name="textAreaBottom" fmla="*/ 211320 h 210960"/>
                <a:gd name="GluePoint1X" fmla="*/ 244668 w 253936"/>
                <a:gd name="GluePoint1Y" fmla="*/ 2158 h 211400"/>
                <a:gd name="GluePoint2X" fmla="*/ 244668 w 253936"/>
                <a:gd name="GluePoint2Y" fmla="*/ 0 h 211400"/>
                <a:gd name="GluePoint3X" fmla="*/ 1651 w 253936"/>
                <a:gd name="GluePoint3Y" fmla="*/ 197561 h 211400"/>
                <a:gd name="GluePoint4X" fmla="*/ 1651 w 253936"/>
                <a:gd name="GluePoint4Y" fmla="*/ 208480 h 211400"/>
                <a:gd name="GluePoint5X" fmla="*/ 1651 w 253936"/>
                <a:gd name="GluePoint5Y" fmla="*/ 209369 h 211400"/>
                <a:gd name="GluePoint6X" fmla="*/ 1651 w 253936"/>
                <a:gd name="GluePoint6Y" fmla="*/ 209369 h 211400"/>
                <a:gd name="GluePoint7X" fmla="*/ 0 w 253936"/>
                <a:gd name="GluePoint7Y" fmla="*/ 211400 h 211400"/>
                <a:gd name="GluePoint8X" fmla="*/ 0 w 253936"/>
                <a:gd name="GluePoint8Y" fmla="*/ 211400 h 211400"/>
                <a:gd name="GluePoint9X" fmla="*/ 253937 w 253936"/>
                <a:gd name="GluePoint9Y" fmla="*/ 5079 h 211400"/>
                <a:gd name="GluePoint10X" fmla="*/ 253937 w 253936"/>
                <a:gd name="GluePoint10Y" fmla="*/ 5079 h 211400"/>
                <a:gd name="GluePoint11X" fmla="*/ 250255 w 253936"/>
                <a:gd name="GluePoint11Y" fmla="*/ 6475 h 211400"/>
                <a:gd name="GluePoint12X" fmla="*/ 244668 w 253936"/>
                <a:gd name="GluePoint12Y" fmla="*/ 2158 h 2114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253936" h="211400" extrusionOk="0">
                  <a:moveTo>
                    <a:pt x="244668" y="2158"/>
                  </a:moveTo>
                  <a:lnTo>
                    <a:pt x="244668" y="0"/>
                  </a:lnTo>
                  <a:lnTo>
                    <a:pt x="1651" y="197561"/>
                  </a:lnTo>
                  <a:lnTo>
                    <a:pt x="1651" y="208480"/>
                  </a:lnTo>
                  <a:cubicBezTo>
                    <a:pt x="1651" y="208480"/>
                    <a:pt x="1651" y="208480"/>
                    <a:pt x="1651" y="209369"/>
                  </a:cubicBezTo>
                  <a:lnTo>
                    <a:pt x="1651" y="209369"/>
                  </a:lnTo>
                  <a:cubicBezTo>
                    <a:pt x="1372" y="210219"/>
                    <a:pt x="775" y="210943"/>
                    <a:pt x="0" y="211400"/>
                  </a:cubicBezTo>
                  <a:lnTo>
                    <a:pt x="0" y="211400"/>
                  </a:lnTo>
                  <a:lnTo>
                    <a:pt x="253937" y="5079"/>
                  </a:lnTo>
                  <a:lnTo>
                    <a:pt x="253937" y="5079"/>
                  </a:lnTo>
                  <a:cubicBezTo>
                    <a:pt x="252921" y="5980"/>
                    <a:pt x="251613" y="6475"/>
                    <a:pt x="250255" y="6475"/>
                  </a:cubicBezTo>
                  <a:cubicBezTo>
                    <a:pt x="247550" y="6716"/>
                    <a:pt x="245125" y="4837"/>
                    <a:pt x="244668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3" name="Freeform: Shape 270"/>
            <p:cNvSpPr/>
            <p:nvPr/>
          </p:nvSpPr>
          <p:spPr bwMode="auto">
            <a:xfrm>
              <a:off x="5051520" y="-39240"/>
              <a:ext cx="3638519" cy="1107720"/>
            </a:xfrm>
            <a:custGeom>
              <a:avLst/>
              <a:gdLst>
                <a:gd name="textAreaLeft" fmla="*/ 0 w 3638520"/>
                <a:gd name="textAreaRight" fmla="*/ 3638880 w 3638520"/>
                <a:gd name="textAreaTop" fmla="*/ 0 h 1107720"/>
                <a:gd name="textAreaBottom" fmla="*/ 1108080 h 1107720"/>
                <a:gd name="GluePoint1X" fmla="*/ 1068184 w 3638910"/>
                <a:gd name="GluePoint1Y" fmla="*/ 331257 h 1108170"/>
                <a:gd name="GluePoint2X" fmla="*/ 1068184 w 3638910"/>
                <a:gd name="GluePoint2Y" fmla="*/ 331257 h 1108170"/>
                <a:gd name="GluePoint3X" fmla="*/ 3637260 w 3638910"/>
                <a:gd name="GluePoint3Y" fmla="*/ 1108168 h 1108170"/>
                <a:gd name="GluePoint4X" fmla="*/ 3638910 w 3638910"/>
                <a:gd name="GluePoint4Y" fmla="*/ 1108168 h 1108170"/>
                <a:gd name="GluePoint5X" fmla="*/ 3633577 w 3638910"/>
                <a:gd name="GluePoint5Y" fmla="*/ 1103217 h 1108170"/>
                <a:gd name="GluePoint6X" fmla="*/ 3633577 w 3638910"/>
                <a:gd name="GluePoint6Y" fmla="*/ 1096487 h 1108170"/>
                <a:gd name="GluePoint7X" fmla="*/ 7364 w 3638910"/>
                <a:gd name="GluePoint7Y" fmla="*/ 0 h 1108170"/>
                <a:gd name="GluePoint8X" fmla="*/ 7364 w 3638910"/>
                <a:gd name="GluePoint8Y" fmla="*/ 3555 h 1108170"/>
                <a:gd name="GluePoint9X" fmla="*/ 1904 w 3638910"/>
                <a:gd name="GluePoint9Y" fmla="*/ 8380 h 1108170"/>
                <a:gd name="GluePoint10X" fmla="*/ 0 w 3638910"/>
                <a:gd name="GluePoint10Y" fmla="*/ 8380 h 1108170"/>
                <a:gd name="GluePoint11X" fmla="*/ 0 w 3638910"/>
                <a:gd name="GluePoint11Y" fmla="*/ 8380 h 1108170"/>
                <a:gd name="GluePoint12X" fmla="*/ 486034 w 3638910"/>
                <a:gd name="GluePoint12Y" fmla="*/ 155408 h 1108170"/>
                <a:gd name="GluePoint13X" fmla="*/ 1068311 w 3638910"/>
                <a:gd name="GluePoint13Y" fmla="*/ 331384 h 1108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3638910" h="1108170" extrusionOk="0">
                  <a:moveTo>
                    <a:pt x="1068184" y="331257"/>
                  </a:moveTo>
                  <a:lnTo>
                    <a:pt x="1068184" y="331257"/>
                  </a:lnTo>
                  <a:lnTo>
                    <a:pt x="3637260" y="1108168"/>
                  </a:lnTo>
                  <a:lnTo>
                    <a:pt x="3638910" y="1108168"/>
                  </a:lnTo>
                  <a:cubicBezTo>
                    <a:pt x="3636079" y="1108245"/>
                    <a:pt x="3633717" y="1106048"/>
                    <a:pt x="3633577" y="1103217"/>
                  </a:cubicBezTo>
                  <a:lnTo>
                    <a:pt x="3633577" y="1096487"/>
                  </a:lnTo>
                  <a:lnTo>
                    <a:pt x="7364" y="0"/>
                  </a:lnTo>
                  <a:lnTo>
                    <a:pt x="7364" y="3555"/>
                  </a:lnTo>
                  <a:cubicBezTo>
                    <a:pt x="7161" y="6386"/>
                    <a:pt x="4736" y="8519"/>
                    <a:pt x="1904" y="8380"/>
                  </a:cubicBezTo>
                  <a:cubicBezTo>
                    <a:pt x="1269" y="8494"/>
                    <a:pt x="635" y="8494"/>
                    <a:pt x="0" y="8380"/>
                  </a:cubicBezTo>
                  <a:lnTo>
                    <a:pt x="0" y="8380"/>
                  </a:lnTo>
                  <a:lnTo>
                    <a:pt x="486034" y="155408"/>
                  </a:lnTo>
                  <a:lnTo>
                    <a:pt x="1068311" y="33138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4" name="Freeform: Shape 271"/>
            <p:cNvSpPr/>
            <p:nvPr/>
          </p:nvSpPr>
          <p:spPr bwMode="auto">
            <a:xfrm>
              <a:off x="8696160" y="1065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6 w 66"/>
                <a:gd name="GluePoint1Y" fmla="*/ 0 h 761"/>
                <a:gd name="GluePoint2X" fmla="*/ 66 w 66"/>
                <a:gd name="GluePoint2Y" fmla="*/ 762 h 761"/>
                <a:gd name="GluePoint3X" fmla="*/ 66 w 66"/>
                <a:gd name="GluePoint3Y" fmla="*/ 762 h 761"/>
                <a:gd name="GluePoint4X" fmla="*/ 66 w 6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66" h="761" extrusionOk="0">
                  <a:moveTo>
                    <a:pt x="66" y="0"/>
                  </a:moveTo>
                  <a:lnTo>
                    <a:pt x="66" y="762"/>
                  </a:lnTo>
                  <a:lnTo>
                    <a:pt x="66" y="762"/>
                  </a:lnTo>
                  <a:cubicBezTo>
                    <a:pt x="-22" y="521"/>
                    <a:pt x="-22" y="241"/>
                    <a:pt x="6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5" name="Freeform: Shape 275"/>
            <p:cNvSpPr/>
            <p:nvPr/>
          </p:nvSpPr>
          <p:spPr bwMode="auto">
            <a:xfrm>
              <a:off x="8685000" y="445320"/>
              <a:ext cx="10080" cy="623879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623880"/>
                <a:gd name="textAreaBottom" fmla="*/ 624240 h 623880"/>
                <a:gd name="GluePoint1X" fmla="*/ 635 w 10537"/>
                <a:gd name="GluePoint1Y" fmla="*/ 619218 h 624171"/>
                <a:gd name="GluePoint2X" fmla="*/ 5967 w 10537"/>
                <a:gd name="GluePoint2Y" fmla="*/ 624170 h 624171"/>
                <a:gd name="GluePoint3X" fmla="*/ 8888 w 10537"/>
                <a:gd name="GluePoint3Y" fmla="*/ 623281 h 624171"/>
                <a:gd name="GluePoint4X" fmla="*/ 8888 w 10537"/>
                <a:gd name="GluePoint4Y" fmla="*/ 623281 h 624171"/>
                <a:gd name="GluePoint5X" fmla="*/ 8888 w 10537"/>
                <a:gd name="GluePoint5Y" fmla="*/ 623281 h 624171"/>
                <a:gd name="GluePoint6X" fmla="*/ 10538 w 10537"/>
                <a:gd name="GluePoint6Y" fmla="*/ 621250 h 624171"/>
                <a:gd name="GluePoint7X" fmla="*/ 10538 w 10537"/>
                <a:gd name="GluePoint7Y" fmla="*/ 620488 h 624171"/>
                <a:gd name="GluePoint8X" fmla="*/ 10538 w 10537"/>
                <a:gd name="GluePoint8Y" fmla="*/ 619599 h 624171"/>
                <a:gd name="GluePoint9X" fmla="*/ 10538 w 10537"/>
                <a:gd name="GluePoint9Y" fmla="*/ 0 h 624171"/>
                <a:gd name="GluePoint10X" fmla="*/ 8761 w 10537"/>
                <a:gd name="GluePoint10Y" fmla="*/ 1524 h 624171"/>
                <a:gd name="GluePoint11X" fmla="*/ 8761 w 10537"/>
                <a:gd name="GluePoint11Y" fmla="*/ 1524 h 624171"/>
                <a:gd name="GluePoint12X" fmla="*/ 7110 w 10537"/>
                <a:gd name="GluePoint12Y" fmla="*/ 2285 h 624171"/>
                <a:gd name="GluePoint13X" fmla="*/ 5332 w 10537"/>
                <a:gd name="GluePoint13Y" fmla="*/ 2285 h 624171"/>
                <a:gd name="GluePoint14X" fmla="*/ 3682 w 10537"/>
                <a:gd name="GluePoint14Y" fmla="*/ 2285 h 624171"/>
                <a:gd name="GluePoint15X" fmla="*/ 0 w 10537"/>
                <a:gd name="GluePoint15Y" fmla="*/ 1143 h 624171"/>
                <a:gd name="GluePoint16X" fmla="*/ 0 w 10537"/>
                <a:gd name="GluePoint16Y" fmla="*/ 618964 h 6241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7" h="624171" extrusionOk="0">
                  <a:moveTo>
                    <a:pt x="635" y="619218"/>
                  </a:moveTo>
                  <a:cubicBezTo>
                    <a:pt x="774" y="622050"/>
                    <a:pt x="3136" y="624246"/>
                    <a:pt x="5967" y="624170"/>
                  </a:cubicBezTo>
                  <a:cubicBezTo>
                    <a:pt x="7009" y="624145"/>
                    <a:pt x="8011" y="623840"/>
                    <a:pt x="8888" y="623281"/>
                  </a:cubicBezTo>
                  <a:lnTo>
                    <a:pt x="8888" y="623281"/>
                  </a:lnTo>
                  <a:lnTo>
                    <a:pt x="8888" y="623281"/>
                  </a:lnTo>
                  <a:cubicBezTo>
                    <a:pt x="9662" y="622824"/>
                    <a:pt x="10259" y="622100"/>
                    <a:pt x="10538" y="621250"/>
                  </a:cubicBezTo>
                  <a:lnTo>
                    <a:pt x="10538" y="620488"/>
                  </a:lnTo>
                  <a:cubicBezTo>
                    <a:pt x="10538" y="620488"/>
                    <a:pt x="10538" y="619853"/>
                    <a:pt x="10538" y="619599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8252" y="1854"/>
                    <a:pt x="7694" y="2108"/>
                    <a:pt x="7110" y="2285"/>
                  </a:cubicBezTo>
                  <a:cubicBezTo>
                    <a:pt x="6526" y="2412"/>
                    <a:pt x="5917" y="2412"/>
                    <a:pt x="5332" y="2285"/>
                  </a:cubicBezTo>
                  <a:lnTo>
                    <a:pt x="3682" y="2285"/>
                  </a:lnTo>
                  <a:lnTo>
                    <a:pt x="0" y="1143"/>
                  </a:lnTo>
                  <a:lnTo>
                    <a:pt x="0" y="61896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6" name="Freeform 790"/>
            <p:cNvSpPr/>
            <p:nvPr/>
          </p:nvSpPr>
          <p:spPr bwMode="auto">
            <a:xfrm>
              <a:off x="7165080" y="-12600"/>
              <a:ext cx="1525320" cy="460439"/>
            </a:xfrm>
            <a:custGeom>
              <a:avLst/>
              <a:gdLst>
                <a:gd name="textAreaLeft" fmla="*/ 0 w 1525320"/>
                <a:gd name="textAreaRight" fmla="*/ 1525680 w 1525320"/>
                <a:gd name="textAreaTop" fmla="*/ 0 h 460440"/>
                <a:gd name="textAreaBottom" fmla="*/ 460800 h 460440"/>
                <a:gd name="GluePoint1X" fmla="*/ 0 w 1525737"/>
                <a:gd name="GluePoint1Y" fmla="*/ 0 h 460751"/>
                <a:gd name="GluePoint2X" fmla="*/ 34663 w 1525737"/>
                <a:gd name="GluePoint2Y" fmla="*/ 0 h 460751"/>
                <a:gd name="GluePoint3X" fmla="*/ 1524087 w 1525737"/>
                <a:gd name="GluePoint3Y" fmla="*/ 450213 h 460751"/>
                <a:gd name="GluePoint4X" fmla="*/ 1521801 w 1525737"/>
                <a:gd name="GluePoint4Y" fmla="*/ 452117 h 460751"/>
                <a:gd name="GluePoint5X" fmla="*/ 1521458 w 1525737"/>
                <a:gd name="GluePoint5Y" fmla="*/ 452460 h 460751"/>
                <a:gd name="GluePoint6X" fmla="*/ 1521801 w 1525737"/>
                <a:gd name="GluePoint6Y" fmla="*/ 459100 h 460751"/>
                <a:gd name="GluePoint7X" fmla="*/ 1525737 w 1525737"/>
                <a:gd name="GluePoint7Y" fmla="*/ 460751 h 460751"/>
                <a:gd name="GluePoint8X" fmla="*/ 1524087 w 1525737"/>
                <a:gd name="GluePoint8Y" fmla="*/ 460751 h 460751"/>
                <a:gd name="GluePoint9X" fmla="*/ 1520404 w 1525737"/>
                <a:gd name="GluePoint9Y" fmla="*/ 459608 h 46075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525737" h="460751" extrusionOk="0">
                  <a:moveTo>
                    <a:pt x="0" y="0"/>
                  </a:moveTo>
                  <a:lnTo>
                    <a:pt x="34663" y="0"/>
                  </a:lnTo>
                  <a:lnTo>
                    <a:pt x="1524087" y="450213"/>
                  </a:lnTo>
                  <a:lnTo>
                    <a:pt x="1521801" y="452117"/>
                  </a:lnTo>
                  <a:cubicBezTo>
                    <a:pt x="1521674" y="452231"/>
                    <a:pt x="1521560" y="452346"/>
                    <a:pt x="1521458" y="452460"/>
                  </a:cubicBezTo>
                  <a:cubicBezTo>
                    <a:pt x="1519719" y="454390"/>
                    <a:pt x="1519871" y="457361"/>
                    <a:pt x="1521801" y="459100"/>
                  </a:cubicBezTo>
                  <a:cubicBezTo>
                    <a:pt x="1522855" y="460129"/>
                    <a:pt x="1524264" y="460713"/>
                    <a:pt x="1525737" y="460751"/>
                  </a:cubicBezTo>
                  <a:lnTo>
                    <a:pt x="1524087" y="460751"/>
                  </a:lnTo>
                  <a:lnTo>
                    <a:pt x="1520404" y="45960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7" name="Freeform: Shape 279"/>
            <p:cNvSpPr/>
            <p:nvPr/>
          </p:nvSpPr>
          <p:spPr bwMode="auto">
            <a:xfrm>
              <a:off x="8948880" y="2336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8" name="Freeform: Shape 280"/>
            <p:cNvSpPr/>
            <p:nvPr/>
          </p:nvSpPr>
          <p:spPr bwMode="auto">
            <a:xfrm>
              <a:off x="8949960" y="234719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889 h 888"/>
                <a:gd name="GluePoint3X" fmla="*/ 0 w 12696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 extrusionOk="0">
                  <a:moveTo>
                    <a:pt x="0" y="889"/>
                  </a:moveTo>
                  <a:lnTo>
                    <a:pt x="0" y="889"/>
                  </a:lnTo>
                  <a:cubicBezTo>
                    <a:pt x="0" y="889"/>
                    <a:pt x="0" y="88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99" name="Freeform: Shape 281"/>
            <p:cNvSpPr/>
            <p:nvPr/>
          </p:nvSpPr>
          <p:spPr bwMode="auto">
            <a:xfrm>
              <a:off x="8947080" y="2325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3 w 762"/>
                <a:gd name="GluePoint1Y" fmla="*/ 0 h 12696"/>
                <a:gd name="GluePoint2X" fmla="*/ 763 w 762"/>
                <a:gd name="GluePoint2Y" fmla="*/ 0 h 12696"/>
                <a:gd name="GluePoint3X" fmla="*/ 0 w 762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2" h="12696" extrusionOk="0">
                  <a:moveTo>
                    <a:pt x="763" y="0"/>
                  </a:moveTo>
                  <a:lnTo>
                    <a:pt x="76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0" name="Freeform: Shape 282"/>
            <p:cNvSpPr/>
            <p:nvPr/>
          </p:nvSpPr>
          <p:spPr bwMode="auto">
            <a:xfrm>
              <a:off x="8686080" y="239400"/>
              <a:ext cx="253080" cy="208440"/>
            </a:xfrm>
            <a:custGeom>
              <a:avLst/>
              <a:gdLst>
                <a:gd name="textAreaLeft" fmla="*/ 0 w 253080"/>
                <a:gd name="textAreaRight" fmla="*/ 253440 w 253080"/>
                <a:gd name="textAreaTop" fmla="*/ 0 h 208440"/>
                <a:gd name="textAreaBottom" fmla="*/ 208800 h 208440"/>
                <a:gd name="GluePoint1X" fmla="*/ 1120 w 253532"/>
                <a:gd name="GluePoint1Y" fmla="*/ 206956 h 208702"/>
                <a:gd name="GluePoint2X" fmla="*/ 5056 w 253532"/>
                <a:gd name="GluePoint2Y" fmla="*/ 208607 h 208702"/>
                <a:gd name="GluePoint3X" fmla="*/ 6834 w 253532"/>
                <a:gd name="GluePoint3Y" fmla="*/ 208607 h 208702"/>
                <a:gd name="GluePoint4X" fmla="*/ 8484 w 253532"/>
                <a:gd name="GluePoint4Y" fmla="*/ 207845 h 208702"/>
                <a:gd name="GluePoint5X" fmla="*/ 8484 w 253532"/>
                <a:gd name="GluePoint5Y" fmla="*/ 207845 h 208702"/>
                <a:gd name="GluePoint6X" fmla="*/ 10262 w 253532"/>
                <a:gd name="GluePoint6Y" fmla="*/ 206321 h 208702"/>
                <a:gd name="GluePoint7X" fmla="*/ 253533 w 253532"/>
                <a:gd name="GluePoint7Y" fmla="*/ 9015 h 208702"/>
                <a:gd name="GluePoint8X" fmla="*/ 253533 w 253532"/>
                <a:gd name="GluePoint8Y" fmla="*/ 1524 h 208702"/>
                <a:gd name="GluePoint9X" fmla="*/ 248454 w 253532"/>
                <a:gd name="GluePoint9Y" fmla="*/ 0 h 208702"/>
                <a:gd name="GluePoint10X" fmla="*/ 4421 w 253532"/>
                <a:gd name="GluePoint10Y" fmla="*/ 198069 h 208702"/>
                <a:gd name="GluePoint11X" fmla="*/ 2136 w 253532"/>
                <a:gd name="GluePoint11Y" fmla="*/ 199973 h 208702"/>
                <a:gd name="GluePoint12X" fmla="*/ 764 w 253532"/>
                <a:gd name="GluePoint12Y" fmla="*/ 206474 h 208702"/>
                <a:gd name="GluePoint13X" fmla="*/ 1120 w 253532"/>
                <a:gd name="GluePoint13Y" fmla="*/ 206956 h 2087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253532" h="208702" extrusionOk="0">
                  <a:moveTo>
                    <a:pt x="1120" y="206956"/>
                  </a:moveTo>
                  <a:cubicBezTo>
                    <a:pt x="2174" y="207985"/>
                    <a:pt x="3583" y="208569"/>
                    <a:pt x="5056" y="208607"/>
                  </a:cubicBezTo>
                  <a:cubicBezTo>
                    <a:pt x="5640" y="208734"/>
                    <a:pt x="6249" y="208734"/>
                    <a:pt x="6834" y="208607"/>
                  </a:cubicBezTo>
                  <a:cubicBezTo>
                    <a:pt x="7418" y="208429"/>
                    <a:pt x="7977" y="208175"/>
                    <a:pt x="8484" y="207845"/>
                  </a:cubicBezTo>
                  <a:lnTo>
                    <a:pt x="8484" y="207845"/>
                  </a:lnTo>
                  <a:lnTo>
                    <a:pt x="10262" y="206321"/>
                  </a:lnTo>
                  <a:lnTo>
                    <a:pt x="253533" y="9015"/>
                  </a:lnTo>
                  <a:lnTo>
                    <a:pt x="253533" y="1524"/>
                  </a:lnTo>
                  <a:lnTo>
                    <a:pt x="248454" y="0"/>
                  </a:lnTo>
                  <a:lnTo>
                    <a:pt x="4421" y="198069"/>
                  </a:lnTo>
                  <a:lnTo>
                    <a:pt x="2136" y="199973"/>
                  </a:lnTo>
                  <a:cubicBezTo>
                    <a:pt x="-36" y="201383"/>
                    <a:pt x="-658" y="204303"/>
                    <a:pt x="764" y="206474"/>
                  </a:cubicBezTo>
                  <a:cubicBezTo>
                    <a:pt x="866" y="206639"/>
                    <a:pt x="993" y="206804"/>
                    <a:pt x="1120" y="20695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1" name="Freeform: Shape 296"/>
            <p:cNvSpPr/>
            <p:nvPr/>
          </p:nvSpPr>
          <p:spPr bwMode="auto">
            <a:xfrm>
              <a:off x="8950320" y="397439"/>
              <a:ext cx="389160" cy="124920"/>
            </a:xfrm>
            <a:custGeom>
              <a:avLst/>
              <a:gdLst>
                <a:gd name="textAreaLeft" fmla="*/ 0 w 389160"/>
                <a:gd name="textAreaRight" fmla="*/ 389520 w 389160"/>
                <a:gd name="textAreaTop" fmla="*/ 0 h 124920"/>
                <a:gd name="textAreaBottom" fmla="*/ 125280 h 124920"/>
                <a:gd name="GluePoint1X" fmla="*/ 0 w 389665"/>
                <a:gd name="GluePoint1Y" fmla="*/ 10411 h 125316"/>
                <a:gd name="GluePoint2X" fmla="*/ 380397 w 389665"/>
                <a:gd name="GluePoint2Y" fmla="*/ 125316 h 125316"/>
                <a:gd name="GluePoint3X" fmla="*/ 387380 w 389665"/>
                <a:gd name="GluePoint3Y" fmla="*/ 119730 h 125316"/>
                <a:gd name="GluePoint4X" fmla="*/ 387380 w 389665"/>
                <a:gd name="GluePoint4Y" fmla="*/ 119730 h 125316"/>
                <a:gd name="GluePoint5X" fmla="*/ 387380 w 389665"/>
                <a:gd name="GluePoint5Y" fmla="*/ 119730 h 125316"/>
                <a:gd name="GluePoint6X" fmla="*/ 389666 w 389665"/>
                <a:gd name="GluePoint6Y" fmla="*/ 117825 h 125316"/>
                <a:gd name="GluePoint7X" fmla="*/ 0 w 389665"/>
                <a:gd name="GluePoint7Y" fmla="*/ 0 h 125316"/>
                <a:gd name="GluePoint8X" fmla="*/ 0 w 389665"/>
                <a:gd name="GluePoint8Y" fmla="*/ 3555 h 125316"/>
                <a:gd name="GluePoint9X" fmla="*/ 0 w 389665"/>
                <a:gd name="GluePoint9Y" fmla="*/ 10411 h 1253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389665" h="125316" extrusionOk="0">
                  <a:moveTo>
                    <a:pt x="0" y="10411"/>
                  </a:moveTo>
                  <a:lnTo>
                    <a:pt x="380397" y="125316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7380" y="119730"/>
                  </a:lnTo>
                  <a:lnTo>
                    <a:pt x="389666" y="117825"/>
                  </a:lnTo>
                  <a:lnTo>
                    <a:pt x="0" y="0"/>
                  </a:lnTo>
                  <a:lnTo>
                    <a:pt x="0" y="3555"/>
                  </a:lnTo>
                  <a:lnTo>
                    <a:pt x="0" y="1041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2" name="Freeform: Shape 299"/>
            <p:cNvSpPr/>
            <p:nvPr/>
          </p:nvSpPr>
          <p:spPr bwMode="auto">
            <a:xfrm>
              <a:off x="9725400" y="226080"/>
              <a:ext cx="10440" cy="266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66400"/>
                <a:gd name="textAreaBottom" fmla="*/ 266760 h 266400"/>
                <a:gd name="GluePoint1X" fmla="*/ 0 w 10791"/>
                <a:gd name="GluePoint1Y" fmla="*/ 1651 h 266630"/>
                <a:gd name="GluePoint2X" fmla="*/ 0 w 10791"/>
                <a:gd name="GluePoint2Y" fmla="*/ 263457 h 266630"/>
                <a:gd name="GluePoint3X" fmla="*/ 7110 w 10791"/>
                <a:gd name="GluePoint3Y" fmla="*/ 265615 h 266630"/>
                <a:gd name="GluePoint4X" fmla="*/ 10792 w 10791"/>
                <a:gd name="GluePoint4Y" fmla="*/ 266631 h 266630"/>
                <a:gd name="GluePoint5X" fmla="*/ 10792 w 10791"/>
                <a:gd name="GluePoint5Y" fmla="*/ 0 h 266630"/>
                <a:gd name="GluePoint6X" fmla="*/ 9014 w 10791"/>
                <a:gd name="GluePoint6Y" fmla="*/ 1524 h 266630"/>
                <a:gd name="GluePoint7X" fmla="*/ 9014 w 10791"/>
                <a:gd name="GluePoint7Y" fmla="*/ 1524 h 266630"/>
                <a:gd name="GluePoint8X" fmla="*/ 5713 w 10791"/>
                <a:gd name="GluePoint8Y" fmla="*/ 2793 h 266630"/>
                <a:gd name="GluePoint9X" fmla="*/ 3936 w 10791"/>
                <a:gd name="GluePoint9Y" fmla="*/ 2793 h 26663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266630" extrusionOk="0">
                  <a:moveTo>
                    <a:pt x="0" y="1651"/>
                  </a:moveTo>
                  <a:lnTo>
                    <a:pt x="0" y="263457"/>
                  </a:lnTo>
                  <a:lnTo>
                    <a:pt x="7110" y="265615"/>
                  </a:lnTo>
                  <a:lnTo>
                    <a:pt x="10792" y="266631"/>
                  </a:ln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cubicBezTo>
                    <a:pt x="8101" y="2323"/>
                    <a:pt x="6932" y="2781"/>
                    <a:pt x="5713" y="2793"/>
                  </a:cubicBezTo>
                  <a:lnTo>
                    <a:pt x="3936" y="279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3" name="Freeform 782"/>
            <p:cNvSpPr/>
            <p:nvPr/>
          </p:nvSpPr>
          <p:spPr bwMode="auto">
            <a:xfrm>
              <a:off x="8928360" y="-12600"/>
              <a:ext cx="802080" cy="241200"/>
            </a:xfrm>
            <a:custGeom>
              <a:avLst/>
              <a:gdLst>
                <a:gd name="textAreaLeft" fmla="*/ 0 w 802080"/>
                <a:gd name="textAreaRight" fmla="*/ 802440 w 802080"/>
                <a:gd name="textAreaTop" fmla="*/ 0 h 241200"/>
                <a:gd name="textAreaBottom" fmla="*/ 241560 h 241200"/>
                <a:gd name="GluePoint1X" fmla="*/ 0 w 802500"/>
                <a:gd name="GluePoint1Y" fmla="*/ 0 h 241733"/>
                <a:gd name="GluePoint2X" fmla="*/ 35612 w 802500"/>
                <a:gd name="GluePoint2Y" fmla="*/ 0 h 241733"/>
                <a:gd name="GluePoint3X" fmla="*/ 800850 w 802500"/>
                <a:gd name="GluePoint3Y" fmla="*/ 231195 h 241733"/>
                <a:gd name="GluePoint4X" fmla="*/ 798437 w 802500"/>
                <a:gd name="GluePoint4Y" fmla="*/ 233099 h 241733"/>
                <a:gd name="GluePoint5X" fmla="*/ 798095 w 802500"/>
                <a:gd name="GluePoint5Y" fmla="*/ 233442 h 241733"/>
                <a:gd name="GluePoint6X" fmla="*/ 798437 w 802500"/>
                <a:gd name="GluePoint6Y" fmla="*/ 240082 h 241733"/>
                <a:gd name="GluePoint7X" fmla="*/ 802500 w 802500"/>
                <a:gd name="GluePoint7Y" fmla="*/ 241733 h 241733"/>
                <a:gd name="GluePoint8X" fmla="*/ 800722 w 802500"/>
                <a:gd name="GluePoint8Y" fmla="*/ 241733 h 241733"/>
                <a:gd name="GluePoint9X" fmla="*/ 797041 w 802500"/>
                <a:gd name="GluePoint9Y" fmla="*/ 240844 h 2417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802500" h="241733" extrusionOk="0">
                  <a:moveTo>
                    <a:pt x="0" y="0"/>
                  </a:moveTo>
                  <a:lnTo>
                    <a:pt x="35612" y="0"/>
                  </a:lnTo>
                  <a:lnTo>
                    <a:pt x="800850" y="231195"/>
                  </a:lnTo>
                  <a:lnTo>
                    <a:pt x="798437" y="233099"/>
                  </a:lnTo>
                  <a:cubicBezTo>
                    <a:pt x="798310" y="233214"/>
                    <a:pt x="798196" y="233328"/>
                    <a:pt x="798095" y="233442"/>
                  </a:cubicBezTo>
                  <a:cubicBezTo>
                    <a:pt x="796355" y="235372"/>
                    <a:pt x="796507" y="238343"/>
                    <a:pt x="798437" y="240082"/>
                  </a:cubicBezTo>
                  <a:cubicBezTo>
                    <a:pt x="799529" y="241136"/>
                    <a:pt x="800989" y="241733"/>
                    <a:pt x="802500" y="241733"/>
                  </a:cubicBezTo>
                  <a:lnTo>
                    <a:pt x="800722" y="241733"/>
                  </a:lnTo>
                  <a:lnTo>
                    <a:pt x="797041" y="24084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4" name="Freeform: Shape 303"/>
            <p:cNvSpPr/>
            <p:nvPr/>
          </p:nvSpPr>
          <p:spPr bwMode="auto">
            <a:xfrm>
              <a:off x="9731520" y="227880"/>
              <a:ext cx="2880" cy="108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1080"/>
                <a:gd name="textAreaBottom" fmla="*/ 1440 h 1080"/>
                <a:gd name="GluePoint1X" fmla="*/ 0 w 3301"/>
                <a:gd name="GluePoint1Y" fmla="*/ 1270 h 1269"/>
                <a:gd name="GluePoint2X" fmla="*/ 3301 w 3301"/>
                <a:gd name="GluePoint2Y" fmla="*/ 0 h 1269"/>
                <a:gd name="GluePoint3X" fmla="*/ 0 w 3301"/>
                <a:gd name="GluePoint3Y" fmla="*/ 1270 h 126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269" extrusionOk="0">
                  <a:moveTo>
                    <a:pt x="0" y="1270"/>
                  </a:moveTo>
                  <a:cubicBezTo>
                    <a:pt x="1219" y="1257"/>
                    <a:pt x="2387" y="800"/>
                    <a:pt x="3301" y="0"/>
                  </a:cubicBezTo>
                  <a:cubicBezTo>
                    <a:pt x="2361" y="775"/>
                    <a:pt x="1206" y="1219"/>
                    <a:pt x="0" y="127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560" rIns="90000" bIns="-435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5" name="Freeform: Shape 309"/>
            <p:cNvSpPr/>
            <p:nvPr/>
          </p:nvSpPr>
          <p:spPr bwMode="auto">
            <a:xfrm>
              <a:off x="10057320" y="-45360"/>
              <a:ext cx="10440" cy="401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01400"/>
                <a:gd name="textAreaBottom" fmla="*/ 401760 h 401400"/>
                <a:gd name="GluePoint1X" fmla="*/ 9014 w 10792"/>
                <a:gd name="GluePoint1Y" fmla="*/ 3682 h 401723"/>
                <a:gd name="GluePoint2X" fmla="*/ 0 w 10792"/>
                <a:gd name="GluePoint2Y" fmla="*/ 11046 h 401723"/>
                <a:gd name="GluePoint3X" fmla="*/ 0 w 10792"/>
                <a:gd name="GluePoint3Y" fmla="*/ 401724 h 401723"/>
                <a:gd name="GluePoint4X" fmla="*/ 1777 w 10792"/>
                <a:gd name="GluePoint4Y" fmla="*/ 400200 h 401723"/>
                <a:gd name="GluePoint5X" fmla="*/ 10792 w 10792"/>
                <a:gd name="GluePoint5Y" fmla="*/ 392836 h 401723"/>
                <a:gd name="GluePoint6X" fmla="*/ 10792 w 10792"/>
                <a:gd name="GluePoint6Y" fmla="*/ 0 h 401723"/>
                <a:gd name="GluePoint7X" fmla="*/ 10792 w 10792"/>
                <a:gd name="GluePoint7Y" fmla="*/ 0 h 401723"/>
                <a:gd name="GluePoint8X" fmla="*/ 10792 w 10792"/>
                <a:gd name="GluePoint8Y" fmla="*/ 0 h 401723"/>
                <a:gd name="GluePoint9X" fmla="*/ 9014 w 10792"/>
                <a:gd name="GluePoint9Y" fmla="*/ 3682 h 40172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2" h="401723" extrusionOk="0">
                  <a:moveTo>
                    <a:pt x="9014" y="3682"/>
                  </a:moveTo>
                  <a:lnTo>
                    <a:pt x="0" y="11046"/>
                  </a:lnTo>
                  <a:lnTo>
                    <a:pt x="0" y="401724"/>
                  </a:lnTo>
                  <a:lnTo>
                    <a:pt x="1777" y="400200"/>
                  </a:lnTo>
                  <a:lnTo>
                    <a:pt x="10792" y="392836"/>
                  </a:lnTo>
                  <a:lnTo>
                    <a:pt x="10792" y="0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18" y="1435"/>
                    <a:pt x="10157" y="2806"/>
                    <a:pt x="9014" y="368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6" name="Freeform: Shape 314"/>
            <p:cNvSpPr/>
            <p:nvPr/>
          </p:nvSpPr>
          <p:spPr bwMode="auto">
            <a:xfrm>
              <a:off x="9725760" y="-50040"/>
              <a:ext cx="342000" cy="278280"/>
            </a:xfrm>
            <a:custGeom>
              <a:avLst/>
              <a:gdLst>
                <a:gd name="textAreaLeft" fmla="*/ 0 w 342000"/>
                <a:gd name="textAreaRight" fmla="*/ 342360 w 342000"/>
                <a:gd name="textAreaTop" fmla="*/ 0 h 278280"/>
                <a:gd name="textAreaBottom" fmla="*/ 278640 h 278280"/>
                <a:gd name="GluePoint1X" fmla="*/ 337131 w 342397"/>
                <a:gd name="GluePoint1Y" fmla="*/ 0 h 278819"/>
                <a:gd name="GluePoint2X" fmla="*/ 335099 w 342397"/>
                <a:gd name="GluePoint2Y" fmla="*/ 0 h 278819"/>
                <a:gd name="GluePoint3X" fmla="*/ 333957 w 342397"/>
                <a:gd name="GluePoint3Y" fmla="*/ 635 h 278819"/>
                <a:gd name="GluePoint4X" fmla="*/ 333322 w 342397"/>
                <a:gd name="GluePoint4Y" fmla="*/ 635 h 278819"/>
                <a:gd name="GluePoint5X" fmla="*/ 326466 w 342397"/>
                <a:gd name="GluePoint5Y" fmla="*/ 6348 h 278819"/>
                <a:gd name="GluePoint6X" fmla="*/ 3966 w 342397"/>
                <a:gd name="GluePoint6Y" fmla="*/ 268281 h 278819"/>
                <a:gd name="GluePoint7X" fmla="*/ 1554 w 342397"/>
                <a:gd name="GluePoint7Y" fmla="*/ 270186 h 278819"/>
                <a:gd name="GluePoint8X" fmla="*/ 1211 w 342397"/>
                <a:gd name="GluePoint8Y" fmla="*/ 276826 h 278819"/>
                <a:gd name="GluePoint9X" fmla="*/ 1554 w 342397"/>
                <a:gd name="GluePoint9Y" fmla="*/ 277169 h 278819"/>
                <a:gd name="GluePoint10X" fmla="*/ 5617 w 342397"/>
                <a:gd name="GluePoint10Y" fmla="*/ 278820 h 278819"/>
                <a:gd name="GluePoint11X" fmla="*/ 8918 w 342397"/>
                <a:gd name="GluePoint11Y" fmla="*/ 277550 h 278819"/>
                <a:gd name="GluePoint12X" fmla="*/ 8918 w 342397"/>
                <a:gd name="GluePoint12Y" fmla="*/ 277550 h 278819"/>
                <a:gd name="GluePoint13X" fmla="*/ 10696 w 342397"/>
                <a:gd name="GluePoint13Y" fmla="*/ 276026 h 278819"/>
                <a:gd name="GluePoint14X" fmla="*/ 331671 w 342397"/>
                <a:gd name="GluePoint14Y" fmla="*/ 15363 h 278819"/>
                <a:gd name="GluePoint15X" fmla="*/ 340686 w 342397"/>
                <a:gd name="GluePoint15Y" fmla="*/ 7999 h 278819"/>
                <a:gd name="GluePoint16X" fmla="*/ 342337 w 342397"/>
                <a:gd name="GluePoint16Y" fmla="*/ 3682 h 278819"/>
                <a:gd name="GluePoint17X" fmla="*/ 342337 w 342397"/>
                <a:gd name="GluePoint17Y" fmla="*/ 3682 h 278819"/>
                <a:gd name="GluePoint18X" fmla="*/ 342337 w 342397"/>
                <a:gd name="GluePoint18Y" fmla="*/ 2793 h 278819"/>
                <a:gd name="GluePoint19X" fmla="*/ 342337 w 342397"/>
                <a:gd name="GluePoint19Y" fmla="*/ 1904 h 278819"/>
                <a:gd name="GluePoint20X" fmla="*/ 342337 w 342397"/>
                <a:gd name="GluePoint20Y" fmla="*/ 1904 h 278819"/>
                <a:gd name="GluePoint21X" fmla="*/ 342337 w 342397"/>
                <a:gd name="GluePoint21Y" fmla="*/ 1904 h 278819"/>
                <a:gd name="GluePoint22X" fmla="*/ 341194 w 342397"/>
                <a:gd name="GluePoint22Y" fmla="*/ 1143 h 278819"/>
                <a:gd name="GluePoint23X" fmla="*/ 341194 w 342397"/>
                <a:gd name="GluePoint23Y" fmla="*/ 1143 h 278819"/>
                <a:gd name="GluePoint24X" fmla="*/ 340178 w 342397"/>
                <a:gd name="GluePoint24Y" fmla="*/ 1143 h 2788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342397" h="278819" extrusionOk="0">
                  <a:moveTo>
                    <a:pt x="337131" y="0"/>
                  </a:moveTo>
                  <a:lnTo>
                    <a:pt x="335099" y="0"/>
                  </a:lnTo>
                  <a:lnTo>
                    <a:pt x="333957" y="635"/>
                  </a:lnTo>
                  <a:lnTo>
                    <a:pt x="333322" y="635"/>
                  </a:lnTo>
                  <a:lnTo>
                    <a:pt x="326466" y="6348"/>
                  </a:lnTo>
                  <a:lnTo>
                    <a:pt x="3966" y="268281"/>
                  </a:lnTo>
                  <a:lnTo>
                    <a:pt x="1554" y="270186"/>
                  </a:lnTo>
                  <a:cubicBezTo>
                    <a:pt x="-376" y="271925"/>
                    <a:pt x="-529" y="274896"/>
                    <a:pt x="1211" y="276826"/>
                  </a:cubicBezTo>
                  <a:cubicBezTo>
                    <a:pt x="1313" y="276940"/>
                    <a:pt x="1427" y="277055"/>
                    <a:pt x="1554" y="277169"/>
                  </a:cubicBezTo>
                  <a:cubicBezTo>
                    <a:pt x="2645" y="278223"/>
                    <a:pt x="4093" y="278820"/>
                    <a:pt x="5617" y="278820"/>
                  </a:cubicBezTo>
                  <a:cubicBezTo>
                    <a:pt x="6823" y="278769"/>
                    <a:pt x="7979" y="278324"/>
                    <a:pt x="8918" y="277550"/>
                  </a:cubicBezTo>
                  <a:lnTo>
                    <a:pt x="8918" y="277550"/>
                  </a:lnTo>
                  <a:lnTo>
                    <a:pt x="10696" y="276026"/>
                  </a:lnTo>
                  <a:lnTo>
                    <a:pt x="331671" y="15363"/>
                  </a:lnTo>
                  <a:lnTo>
                    <a:pt x="340686" y="7999"/>
                  </a:lnTo>
                  <a:cubicBezTo>
                    <a:pt x="341981" y="6970"/>
                    <a:pt x="342603" y="5320"/>
                    <a:pt x="342337" y="3682"/>
                  </a:cubicBezTo>
                  <a:lnTo>
                    <a:pt x="342337" y="3682"/>
                  </a:lnTo>
                  <a:cubicBezTo>
                    <a:pt x="342324" y="3390"/>
                    <a:pt x="342324" y="3085"/>
                    <a:pt x="342337" y="2793"/>
                  </a:cubicBezTo>
                  <a:cubicBezTo>
                    <a:pt x="342311" y="2501"/>
                    <a:pt x="342311" y="2196"/>
                    <a:pt x="342337" y="1904"/>
                  </a:cubicBezTo>
                  <a:lnTo>
                    <a:pt x="342337" y="1904"/>
                  </a:lnTo>
                  <a:lnTo>
                    <a:pt x="342337" y="1904"/>
                  </a:lnTo>
                  <a:lnTo>
                    <a:pt x="341194" y="1143"/>
                  </a:lnTo>
                  <a:lnTo>
                    <a:pt x="341194" y="1143"/>
                  </a:lnTo>
                  <a:lnTo>
                    <a:pt x="340178" y="11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7" name="Freeform 772"/>
            <p:cNvSpPr/>
            <p:nvPr/>
          </p:nvSpPr>
          <p:spPr bwMode="auto">
            <a:xfrm>
              <a:off x="10803240" y="89640"/>
              <a:ext cx="1276560" cy="415439"/>
            </a:xfrm>
            <a:custGeom>
              <a:avLst/>
              <a:gdLst>
                <a:gd name="textAreaLeft" fmla="*/ 0 w 1276560"/>
                <a:gd name="textAreaRight" fmla="*/ 1276920 w 1276560"/>
                <a:gd name="textAreaTop" fmla="*/ 0 h 415440"/>
                <a:gd name="textAreaBottom" fmla="*/ 415800 h 415440"/>
                <a:gd name="GluePoint1X" fmla="*/ 7364 w 1276793"/>
                <a:gd name="GluePoint1Y" fmla="*/ 0 h 415944"/>
                <a:gd name="GluePoint2X" fmla="*/ 1273238 w 1276793"/>
                <a:gd name="GluePoint2Y" fmla="*/ 404136 h 415944"/>
                <a:gd name="GluePoint3X" fmla="*/ 1273238 w 1276793"/>
                <a:gd name="GluePoint3Y" fmla="*/ 411119 h 415944"/>
                <a:gd name="GluePoint4X" fmla="*/ 1273238 w 1276793"/>
                <a:gd name="GluePoint4Y" fmla="*/ 412135 h 415944"/>
                <a:gd name="GluePoint5X" fmla="*/ 1273238 w 1276793"/>
                <a:gd name="GluePoint5Y" fmla="*/ 413024 h 415944"/>
                <a:gd name="GluePoint6X" fmla="*/ 1273873 w 1276793"/>
                <a:gd name="GluePoint6Y" fmla="*/ 413786 h 415944"/>
                <a:gd name="GluePoint7X" fmla="*/ 1273873 w 1276793"/>
                <a:gd name="GluePoint7Y" fmla="*/ 414547 h 415944"/>
                <a:gd name="GluePoint8X" fmla="*/ 1274635 w 1276793"/>
                <a:gd name="GluePoint8Y" fmla="*/ 414547 h 415944"/>
                <a:gd name="GluePoint9X" fmla="*/ 1276793 w 1276793"/>
                <a:gd name="GluePoint9Y" fmla="*/ 415944 h 415944"/>
                <a:gd name="GluePoint10X" fmla="*/ 0 w 1276793"/>
                <a:gd name="GluePoint10Y" fmla="*/ 8380 h 415944"/>
                <a:gd name="GluePoint11X" fmla="*/ 2032 w 1276793"/>
                <a:gd name="GluePoint11Y" fmla="*/ 8380 h 415944"/>
                <a:gd name="GluePoint12X" fmla="*/ 2044 w 1276793"/>
                <a:gd name="GluePoint12Y" fmla="*/ 8380 h 415944"/>
                <a:gd name="GluePoint13X" fmla="*/ 7364 w 1276793"/>
                <a:gd name="GluePoint13Y" fmla="*/ 3555 h 4159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276793" h="415944" extrusionOk="0">
                  <a:moveTo>
                    <a:pt x="7364" y="0"/>
                  </a:moveTo>
                  <a:lnTo>
                    <a:pt x="1273238" y="404136"/>
                  </a:lnTo>
                  <a:lnTo>
                    <a:pt x="1273238" y="411119"/>
                  </a:lnTo>
                  <a:cubicBezTo>
                    <a:pt x="1273238" y="412135"/>
                    <a:pt x="1273238" y="411246"/>
                    <a:pt x="1273238" y="412135"/>
                  </a:cubicBezTo>
                  <a:cubicBezTo>
                    <a:pt x="1273238" y="413024"/>
                    <a:pt x="1273238" y="413024"/>
                    <a:pt x="1273238" y="413024"/>
                  </a:cubicBezTo>
                  <a:lnTo>
                    <a:pt x="1273873" y="413786"/>
                  </a:lnTo>
                  <a:lnTo>
                    <a:pt x="1273873" y="414547"/>
                  </a:lnTo>
                  <a:lnTo>
                    <a:pt x="1274635" y="414547"/>
                  </a:lnTo>
                  <a:lnTo>
                    <a:pt x="1276793" y="415944"/>
                  </a:lnTo>
                  <a:lnTo>
                    <a:pt x="0" y="8380"/>
                  </a:lnTo>
                  <a:cubicBezTo>
                    <a:pt x="673" y="8519"/>
                    <a:pt x="1359" y="8519"/>
                    <a:pt x="2032" y="8380"/>
                  </a:cubicBezTo>
                  <a:cubicBezTo>
                    <a:pt x="2032" y="8380"/>
                    <a:pt x="2044" y="8380"/>
                    <a:pt x="2044" y="8380"/>
                  </a:cubicBezTo>
                  <a:cubicBezTo>
                    <a:pt x="4850" y="8519"/>
                    <a:pt x="7225" y="6361"/>
                    <a:pt x="7364" y="355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8" name="Freeform: Shape 316"/>
            <p:cNvSpPr/>
            <p:nvPr/>
          </p:nvSpPr>
          <p:spPr bwMode="auto">
            <a:xfrm>
              <a:off x="12075120" y="89640"/>
              <a:ext cx="10440" cy="4100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10040"/>
                <a:gd name="textAreaBottom" fmla="*/ 410400 h 410040"/>
                <a:gd name="GluePoint1X" fmla="*/ 95 w 10633"/>
                <a:gd name="GluePoint1Y" fmla="*/ 0 h 410357"/>
                <a:gd name="GluePoint2X" fmla="*/ 95 w 10633"/>
                <a:gd name="GluePoint2Y" fmla="*/ 410358 h 410357"/>
                <a:gd name="GluePoint3X" fmla="*/ 95 w 10633"/>
                <a:gd name="GluePoint3Y" fmla="*/ 410358 h 410357"/>
                <a:gd name="GluePoint4X" fmla="*/ 95 w 10633"/>
                <a:gd name="GluePoint4Y" fmla="*/ 408707 h 410357"/>
                <a:gd name="GluePoint5X" fmla="*/ 6952 w 10633"/>
                <a:gd name="GluePoint5Y" fmla="*/ 405533 h 410357"/>
                <a:gd name="GluePoint6X" fmla="*/ 10633 w 10633"/>
                <a:gd name="GluePoint6Y" fmla="*/ 406675 h 410357"/>
                <a:gd name="GluePoint7X" fmla="*/ 10633 w 10633"/>
                <a:gd name="GluePoint7Y" fmla="*/ 3301 h 410357"/>
                <a:gd name="GluePoint8X" fmla="*/ 3523 w 10633"/>
                <a:gd name="GluePoint8Y" fmla="*/ 1143 h 410357"/>
                <a:gd name="GluePoint9X" fmla="*/ 3523 w 10633"/>
                <a:gd name="GluePoint9Y" fmla="*/ 1143 h 41035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633" h="410357" extrusionOk="0">
                  <a:moveTo>
                    <a:pt x="95" y="0"/>
                  </a:moveTo>
                  <a:lnTo>
                    <a:pt x="95" y="410358"/>
                  </a:lnTo>
                  <a:lnTo>
                    <a:pt x="95" y="410358"/>
                  </a:lnTo>
                  <a:cubicBezTo>
                    <a:pt x="-32" y="409811"/>
                    <a:pt x="-32" y="409253"/>
                    <a:pt x="95" y="408707"/>
                  </a:cubicBezTo>
                  <a:cubicBezTo>
                    <a:pt x="1250" y="406079"/>
                    <a:pt x="4196" y="404707"/>
                    <a:pt x="6952" y="405533"/>
                  </a:cubicBezTo>
                  <a:lnTo>
                    <a:pt x="10633" y="406675"/>
                  </a:lnTo>
                  <a:lnTo>
                    <a:pt x="10633" y="3301"/>
                  </a:lnTo>
                  <a:lnTo>
                    <a:pt x="3523" y="1143"/>
                  </a:lnTo>
                  <a:lnTo>
                    <a:pt x="3523" y="11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09" name="Freeform: Shape 321"/>
            <p:cNvSpPr/>
            <p:nvPr/>
          </p:nvSpPr>
          <p:spPr bwMode="auto">
            <a:xfrm>
              <a:off x="12076200" y="88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635 h 634"/>
                <a:gd name="GluePoint2X" fmla="*/ 0 w 634"/>
                <a:gd name="GluePoint2Y" fmla="*/ 0 h 634"/>
                <a:gd name="GluePoint3X" fmla="*/ 0 w 634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634" extrusionOk="0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0" name="Freeform: Shape 322"/>
            <p:cNvSpPr/>
            <p:nvPr/>
          </p:nvSpPr>
          <p:spPr bwMode="auto">
            <a:xfrm>
              <a:off x="12076920" y="-10080"/>
              <a:ext cx="114120" cy="93960"/>
            </a:xfrm>
            <a:custGeom>
              <a:avLst/>
              <a:gdLst>
                <a:gd name="textAreaLeft" fmla="*/ 0 w 114120"/>
                <a:gd name="textAreaRight" fmla="*/ 114480 w 114120"/>
                <a:gd name="textAreaTop" fmla="*/ 0 h 93960"/>
                <a:gd name="textAreaBottom" fmla="*/ 94320 h 93960"/>
                <a:gd name="GluePoint1X" fmla="*/ 0 w 114652"/>
                <a:gd name="GluePoint1Y" fmla="*/ 92813 h 94336"/>
                <a:gd name="GluePoint2X" fmla="*/ 0 w 114652"/>
                <a:gd name="GluePoint2Y" fmla="*/ 92813 h 94336"/>
                <a:gd name="GluePoint3X" fmla="*/ 5460 w 114652"/>
                <a:gd name="GluePoint3Y" fmla="*/ 91670 h 94336"/>
                <a:gd name="GluePoint4X" fmla="*/ 14347 w 114652"/>
                <a:gd name="GluePoint4Y" fmla="*/ 94336 h 94336"/>
                <a:gd name="GluePoint5X" fmla="*/ 114653 w 114652"/>
                <a:gd name="GluePoint5Y" fmla="*/ 12697 h 94336"/>
                <a:gd name="GluePoint6X" fmla="*/ 114653 w 114652"/>
                <a:gd name="GluePoint6Y" fmla="*/ 0 h 94336"/>
                <a:gd name="GluePoint7X" fmla="*/ 2540 w 114652"/>
                <a:gd name="GluePoint7Y" fmla="*/ 91162 h 943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14652" h="94336" extrusionOk="0">
                  <a:moveTo>
                    <a:pt x="0" y="92813"/>
                  </a:moveTo>
                  <a:lnTo>
                    <a:pt x="0" y="92813"/>
                  </a:lnTo>
                  <a:cubicBezTo>
                    <a:pt x="1486" y="91480"/>
                    <a:pt x="3568" y="91048"/>
                    <a:pt x="5460" y="91670"/>
                  </a:cubicBezTo>
                  <a:lnTo>
                    <a:pt x="14347" y="94336"/>
                  </a:lnTo>
                  <a:lnTo>
                    <a:pt x="114653" y="12697"/>
                  </a:lnTo>
                  <a:lnTo>
                    <a:pt x="114653" y="0"/>
                  </a:lnTo>
                  <a:lnTo>
                    <a:pt x="2540" y="911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1" name="Freeform: Shape 324"/>
            <p:cNvSpPr/>
            <p:nvPr/>
          </p:nvSpPr>
          <p:spPr bwMode="auto">
            <a:xfrm>
              <a:off x="10472400" y="-4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2" name="Freeform: Shape 325"/>
            <p:cNvSpPr/>
            <p:nvPr/>
          </p:nvSpPr>
          <p:spPr bwMode="auto">
            <a:xfrm>
              <a:off x="10474560" y="-7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10 w 56"/>
                <a:gd name="GluePoint1Y" fmla="*/ 762 h 888"/>
                <a:gd name="GluePoint2X" fmla="*/ 10 w 56"/>
                <a:gd name="GluePoint2Y" fmla="*/ 0 h 888"/>
                <a:gd name="GluePoint3X" fmla="*/ 10 w 5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6" h="888" extrusionOk="0">
                  <a:moveTo>
                    <a:pt x="10" y="762"/>
                  </a:moveTo>
                  <a:cubicBezTo>
                    <a:pt x="73" y="508"/>
                    <a:pt x="73" y="254"/>
                    <a:pt x="10" y="0"/>
                  </a:cubicBezTo>
                  <a:cubicBezTo>
                    <a:pt x="-3" y="292"/>
                    <a:pt x="-3" y="597"/>
                    <a:pt x="1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3" name="Freeform: Shape 338"/>
            <p:cNvSpPr/>
            <p:nvPr/>
          </p:nvSpPr>
          <p:spPr bwMode="auto">
            <a:xfrm>
              <a:off x="7815600" y="1046879"/>
              <a:ext cx="38520" cy="36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36720"/>
                <a:gd name="textAreaBottom" fmla="*/ 37080 h 36720"/>
                <a:gd name="GluePoint1X" fmla="*/ 28187 w 38979"/>
                <a:gd name="GluePoint1Y" fmla="*/ 2158 h 36947"/>
                <a:gd name="GluePoint2X" fmla="*/ 28187 w 38979"/>
                <a:gd name="GluePoint2Y" fmla="*/ 0 h 36947"/>
                <a:gd name="GluePoint3X" fmla="*/ 0 w 38979"/>
                <a:gd name="GluePoint3Y" fmla="*/ 23108 h 36947"/>
                <a:gd name="GluePoint4X" fmla="*/ 0 w 38979"/>
                <a:gd name="GluePoint4Y" fmla="*/ 34154 h 36947"/>
                <a:gd name="GluePoint5X" fmla="*/ 0 w 38979"/>
                <a:gd name="GluePoint5Y" fmla="*/ 34154 h 36947"/>
                <a:gd name="GluePoint6X" fmla="*/ 0 w 38979"/>
                <a:gd name="GluePoint6Y" fmla="*/ 35297 h 36947"/>
                <a:gd name="GluePoint7X" fmla="*/ 0 w 38979"/>
                <a:gd name="GluePoint7Y" fmla="*/ 36059 h 36947"/>
                <a:gd name="GluePoint8X" fmla="*/ 0 w 38979"/>
                <a:gd name="GluePoint8Y" fmla="*/ 36059 h 36947"/>
                <a:gd name="GluePoint9X" fmla="*/ 0 w 38979"/>
                <a:gd name="GluePoint9Y" fmla="*/ 36947 h 36947"/>
                <a:gd name="GluePoint10X" fmla="*/ 0 w 38979"/>
                <a:gd name="GluePoint10Y" fmla="*/ 36947 h 36947"/>
                <a:gd name="GluePoint11X" fmla="*/ 38979 w 38979"/>
                <a:gd name="GluePoint11Y" fmla="*/ 4952 h 36947"/>
                <a:gd name="GluePoint12X" fmla="*/ 38979 w 38979"/>
                <a:gd name="GluePoint12Y" fmla="*/ 4952 h 36947"/>
                <a:gd name="GluePoint13X" fmla="*/ 35170 w 38979"/>
                <a:gd name="GluePoint13Y" fmla="*/ 6348 h 36947"/>
                <a:gd name="GluePoint14X" fmla="*/ 28466 w 38979"/>
                <a:gd name="GluePoint14Y" fmla="*/ 3301 h 36947"/>
                <a:gd name="GluePoint15X" fmla="*/ 28187 w 38979"/>
                <a:gd name="GluePoint15Y" fmla="*/ 2158 h 369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38979" h="36947" extrusionOk="0">
                  <a:moveTo>
                    <a:pt x="28187" y="2158"/>
                  </a:moveTo>
                  <a:lnTo>
                    <a:pt x="28187" y="0"/>
                  </a:lnTo>
                  <a:lnTo>
                    <a:pt x="0" y="23108"/>
                  </a:lnTo>
                  <a:lnTo>
                    <a:pt x="0" y="34154"/>
                  </a:lnTo>
                  <a:lnTo>
                    <a:pt x="0" y="34154"/>
                  </a:lnTo>
                  <a:cubicBezTo>
                    <a:pt x="64" y="34535"/>
                    <a:pt x="64" y="34916"/>
                    <a:pt x="0" y="35297"/>
                  </a:cubicBezTo>
                  <a:cubicBezTo>
                    <a:pt x="0" y="35297"/>
                    <a:pt x="0" y="35297"/>
                    <a:pt x="0" y="36059"/>
                  </a:cubicBezTo>
                  <a:lnTo>
                    <a:pt x="0" y="36059"/>
                  </a:lnTo>
                  <a:lnTo>
                    <a:pt x="0" y="36947"/>
                  </a:lnTo>
                  <a:lnTo>
                    <a:pt x="0" y="36947"/>
                  </a:lnTo>
                  <a:lnTo>
                    <a:pt x="38979" y="4952"/>
                  </a:lnTo>
                  <a:lnTo>
                    <a:pt x="38979" y="4952"/>
                  </a:lnTo>
                  <a:cubicBezTo>
                    <a:pt x="37900" y="5815"/>
                    <a:pt x="36555" y="6310"/>
                    <a:pt x="35170" y="6348"/>
                  </a:cubicBezTo>
                  <a:cubicBezTo>
                    <a:pt x="32479" y="7351"/>
                    <a:pt x="29482" y="5993"/>
                    <a:pt x="28466" y="3301"/>
                  </a:cubicBezTo>
                  <a:cubicBezTo>
                    <a:pt x="28339" y="2933"/>
                    <a:pt x="28238" y="2552"/>
                    <a:pt x="28187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7920" rIns="90000" bIns="-7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4" name="Freeform: Shape 339"/>
            <p:cNvSpPr/>
            <p:nvPr/>
          </p:nvSpPr>
          <p:spPr bwMode="auto">
            <a:xfrm>
              <a:off x="7804800" y="876240"/>
              <a:ext cx="10440" cy="2044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4480"/>
                <a:gd name="textAreaBottom" fmla="*/ 204840 h 204480"/>
                <a:gd name="GluePoint1X" fmla="*/ 10792 w 10792"/>
                <a:gd name="GluePoint1Y" fmla="*/ 193879 h 204670"/>
                <a:gd name="GluePoint2X" fmla="*/ 10792 w 10792"/>
                <a:gd name="GluePoint2Y" fmla="*/ 0 h 204670"/>
                <a:gd name="GluePoint3X" fmla="*/ 9014 w 10792"/>
                <a:gd name="GluePoint3Y" fmla="*/ 1524 h 204670"/>
                <a:gd name="GluePoint4X" fmla="*/ 9014 w 10792"/>
                <a:gd name="GluePoint4Y" fmla="*/ 1524 h 204670"/>
                <a:gd name="GluePoint5X" fmla="*/ 0 w 10792"/>
                <a:gd name="GluePoint5Y" fmla="*/ 8761 h 204670"/>
                <a:gd name="GluePoint6X" fmla="*/ 0 w 10792"/>
                <a:gd name="GluePoint6Y" fmla="*/ 202766 h 204670"/>
                <a:gd name="GluePoint7X" fmla="*/ 1778 w 10792"/>
                <a:gd name="GluePoint7Y" fmla="*/ 201243 h 204670"/>
                <a:gd name="GluePoint8X" fmla="*/ 9396 w 10792"/>
                <a:gd name="GluePoint8Y" fmla="*/ 201243 h 204670"/>
                <a:gd name="GluePoint9X" fmla="*/ 10792 w 10792"/>
                <a:gd name="GluePoint9Y" fmla="*/ 204671 h 204670"/>
                <a:gd name="GluePoint10X" fmla="*/ 10792 w 10792"/>
                <a:gd name="GluePoint10Y" fmla="*/ 204671 h 2046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792" h="204670" extrusionOk="0">
                  <a:moveTo>
                    <a:pt x="10792" y="193879"/>
                  </a:moveTo>
                  <a:lnTo>
                    <a:pt x="10792" y="0"/>
                  </a:lnTo>
                  <a:lnTo>
                    <a:pt x="9014" y="1524"/>
                  </a:lnTo>
                  <a:lnTo>
                    <a:pt x="9014" y="1524"/>
                  </a:lnTo>
                  <a:lnTo>
                    <a:pt x="0" y="8761"/>
                  </a:lnTo>
                  <a:lnTo>
                    <a:pt x="0" y="202766"/>
                  </a:lnTo>
                  <a:lnTo>
                    <a:pt x="1778" y="201243"/>
                  </a:lnTo>
                  <a:cubicBezTo>
                    <a:pt x="3974" y="199364"/>
                    <a:pt x="7212" y="199364"/>
                    <a:pt x="9396" y="201243"/>
                  </a:cubicBezTo>
                  <a:cubicBezTo>
                    <a:pt x="10297" y="202157"/>
                    <a:pt x="10805" y="203388"/>
                    <a:pt x="10792" y="204671"/>
                  </a:cubicBezTo>
                  <a:lnTo>
                    <a:pt x="10792" y="20467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5" name="Freeform: Shape 340"/>
            <p:cNvSpPr/>
            <p:nvPr/>
          </p:nvSpPr>
          <p:spPr bwMode="auto">
            <a:xfrm>
              <a:off x="7263360" y="705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6" name="Freeform: Shape 341"/>
            <p:cNvSpPr/>
            <p:nvPr/>
          </p:nvSpPr>
          <p:spPr bwMode="auto">
            <a:xfrm>
              <a:off x="7266240" y="704879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7" name="Freeform: Shape 342"/>
            <p:cNvSpPr/>
            <p:nvPr/>
          </p:nvSpPr>
          <p:spPr bwMode="auto">
            <a:xfrm>
              <a:off x="7264440" y="705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8" name="Freeform: Shape 343"/>
            <p:cNvSpPr/>
            <p:nvPr/>
          </p:nvSpPr>
          <p:spPr bwMode="auto">
            <a:xfrm>
              <a:off x="7268400" y="715320"/>
              <a:ext cx="540360" cy="160560"/>
            </a:xfrm>
            <a:custGeom>
              <a:avLst/>
              <a:gdLst>
                <a:gd name="textAreaLeft" fmla="*/ 0 w 540360"/>
                <a:gd name="textAreaRight" fmla="*/ 540720 w 540360"/>
                <a:gd name="textAreaTop" fmla="*/ 0 h 160560"/>
                <a:gd name="textAreaBottom" fmla="*/ 160920 h 160560"/>
                <a:gd name="GluePoint1X" fmla="*/ 538219 w 540631"/>
                <a:gd name="GluePoint1Y" fmla="*/ 155154 h 160740"/>
                <a:gd name="GluePoint2X" fmla="*/ 538219 w 540631"/>
                <a:gd name="GluePoint2Y" fmla="*/ 155154 h 160740"/>
                <a:gd name="GluePoint3X" fmla="*/ 540631 w 540631"/>
                <a:gd name="GluePoint3Y" fmla="*/ 153249 h 160740"/>
                <a:gd name="GluePoint4X" fmla="*/ 135729 w 540631"/>
                <a:gd name="GluePoint4Y" fmla="*/ 30853 h 160740"/>
                <a:gd name="GluePoint5X" fmla="*/ 254 w 540631"/>
                <a:gd name="GluePoint5Y" fmla="*/ 0 h 160740"/>
                <a:gd name="GluePoint6X" fmla="*/ 0 w 540631"/>
                <a:gd name="GluePoint6Y" fmla="*/ 254 h 160740"/>
                <a:gd name="GluePoint7X" fmla="*/ 531362 w 540631"/>
                <a:gd name="GluePoint7Y" fmla="*/ 160740 h 160740"/>
                <a:gd name="GluePoint8X" fmla="*/ 538219 w 540631"/>
                <a:gd name="GluePoint8Y" fmla="*/ 155154 h 16074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540631" h="160740" extrusionOk="0">
                  <a:moveTo>
                    <a:pt x="538219" y="155154"/>
                  </a:moveTo>
                  <a:lnTo>
                    <a:pt x="538219" y="155154"/>
                  </a:lnTo>
                  <a:lnTo>
                    <a:pt x="540631" y="153249"/>
                  </a:lnTo>
                  <a:lnTo>
                    <a:pt x="135729" y="30853"/>
                  </a:lnTo>
                  <a:lnTo>
                    <a:pt x="254" y="0"/>
                  </a:lnTo>
                  <a:lnTo>
                    <a:pt x="0" y="254"/>
                  </a:lnTo>
                  <a:lnTo>
                    <a:pt x="531362" y="160740"/>
                  </a:lnTo>
                  <a:lnTo>
                    <a:pt x="538219" y="1551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19" name="Freeform: Shape 344"/>
            <p:cNvSpPr/>
            <p:nvPr/>
          </p:nvSpPr>
          <p:spPr bwMode="auto">
            <a:xfrm>
              <a:off x="7854120" y="8402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0" name="Freeform: Shape 345"/>
            <p:cNvSpPr/>
            <p:nvPr/>
          </p:nvSpPr>
          <p:spPr bwMode="auto">
            <a:xfrm>
              <a:off x="7854480" y="8413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762 h 761"/>
                <a:gd name="GluePoint2X" fmla="*/ 0 w 47"/>
                <a:gd name="GluePoint2Y" fmla="*/ 0 h 761"/>
                <a:gd name="GluePoint3X" fmla="*/ 0 w 47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 extrusionOk="0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1" name="Freeform: Shape 346"/>
            <p:cNvSpPr/>
            <p:nvPr/>
          </p:nvSpPr>
          <p:spPr bwMode="auto">
            <a:xfrm>
              <a:off x="7851600" y="8388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2" name="Freeform: Shape 347"/>
            <p:cNvSpPr/>
            <p:nvPr/>
          </p:nvSpPr>
          <p:spPr bwMode="auto">
            <a:xfrm>
              <a:off x="7263360" y="7056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48 h 47"/>
                <a:gd name="GluePoint2X" fmla="*/ 889 w 888"/>
                <a:gd name="GluePoint2Y" fmla="*/ 48 h 47"/>
                <a:gd name="GluePoint3X" fmla="*/ 0 w 888"/>
                <a:gd name="GluePoint3Y" fmla="*/ 48 h 47"/>
                <a:gd name="GluePoint4X" fmla="*/ 0 w 888"/>
                <a:gd name="GluePoint4Y" fmla="*/ 48 h 47"/>
                <a:gd name="GluePoint5X" fmla="*/ 889 w 888"/>
                <a:gd name="GluePoint5Y" fmla="*/ 48 h 4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888" h="47" extrusionOk="0">
                  <a:moveTo>
                    <a:pt x="889" y="48"/>
                  </a:moveTo>
                  <a:lnTo>
                    <a:pt x="889" y="48"/>
                  </a:lnTo>
                  <a:cubicBezTo>
                    <a:pt x="597" y="-16"/>
                    <a:pt x="292" y="-16"/>
                    <a:pt x="0" y="48"/>
                  </a:cubicBezTo>
                  <a:lnTo>
                    <a:pt x="0" y="48"/>
                  </a:lnTo>
                  <a:cubicBezTo>
                    <a:pt x="292" y="-3"/>
                    <a:pt x="597" y="-3"/>
                    <a:pt x="889" y="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3" name="Freeform: Shape 348"/>
            <p:cNvSpPr/>
            <p:nvPr/>
          </p:nvSpPr>
          <p:spPr bwMode="auto">
            <a:xfrm>
              <a:off x="7265160" y="7056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143"/>
                <a:gd name="GluePoint1Y" fmla="*/ 0 h 12696"/>
                <a:gd name="GluePoint2X" fmla="*/ 0 w 1143"/>
                <a:gd name="GluePoint2Y" fmla="*/ 0 h 12696"/>
                <a:gd name="GluePoint3X" fmla="*/ 1143 w 1143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43" h="12696" extrusionOk="0">
                  <a:moveTo>
                    <a:pt x="1016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4" name="Freeform: Shape 349"/>
            <p:cNvSpPr/>
            <p:nvPr/>
          </p:nvSpPr>
          <p:spPr bwMode="auto">
            <a:xfrm>
              <a:off x="7267680" y="705600"/>
              <a:ext cx="582840" cy="139320"/>
            </a:xfrm>
            <a:custGeom>
              <a:avLst/>
              <a:gdLst>
                <a:gd name="textAreaLeft" fmla="*/ 0 w 582840"/>
                <a:gd name="textAreaRight" fmla="*/ 583200 w 582840"/>
                <a:gd name="textAreaTop" fmla="*/ 0 h 139320"/>
                <a:gd name="textAreaBottom" fmla="*/ 139680 h 139320"/>
                <a:gd name="GluePoint1X" fmla="*/ 3301 w 583037"/>
                <a:gd name="GluePoint1Y" fmla="*/ 7364 h 139663"/>
                <a:gd name="GluePoint2X" fmla="*/ 1143 w 583037"/>
                <a:gd name="GluePoint2Y" fmla="*/ 9649 h 139663"/>
                <a:gd name="GluePoint3X" fmla="*/ 136618 w 583037"/>
                <a:gd name="GluePoint3Y" fmla="*/ 40503 h 139663"/>
                <a:gd name="GluePoint4X" fmla="*/ 570468 w 583037"/>
                <a:gd name="GluePoint4Y" fmla="*/ 139664 h 139663"/>
                <a:gd name="GluePoint5X" fmla="*/ 578086 w 583037"/>
                <a:gd name="GluePoint5Y" fmla="*/ 133442 h 139663"/>
                <a:gd name="GluePoint6X" fmla="*/ 578849 w 583037"/>
                <a:gd name="GluePoint6Y" fmla="*/ 133442 h 139663"/>
                <a:gd name="GluePoint7X" fmla="*/ 579737 w 583037"/>
                <a:gd name="GluePoint7Y" fmla="*/ 133442 h 139663"/>
                <a:gd name="GluePoint8X" fmla="*/ 580880 w 583037"/>
                <a:gd name="GluePoint8Y" fmla="*/ 133442 h 139663"/>
                <a:gd name="GluePoint9X" fmla="*/ 581769 w 583037"/>
                <a:gd name="GluePoint9Y" fmla="*/ 133442 h 139663"/>
                <a:gd name="GluePoint10X" fmla="*/ 583038 w 583037"/>
                <a:gd name="GluePoint10Y" fmla="*/ 133442 h 139663"/>
                <a:gd name="GluePoint11X" fmla="*/ 583038 w 583037"/>
                <a:gd name="GluePoint11Y" fmla="*/ 133442 h 139663"/>
                <a:gd name="GluePoint12X" fmla="*/ 583038 w 583037"/>
                <a:gd name="GluePoint12Y" fmla="*/ 133442 h 139663"/>
                <a:gd name="GluePoint13X" fmla="*/ 762 w 583037"/>
                <a:gd name="GluePoint13Y" fmla="*/ 0 h 139663"/>
                <a:gd name="GluePoint14X" fmla="*/ 0 w 583037"/>
                <a:gd name="GluePoint14Y" fmla="*/ 0 h 139663"/>
                <a:gd name="GluePoint15X" fmla="*/ 3047 w 583037"/>
                <a:gd name="GluePoint15Y" fmla="*/ 1143 h 139663"/>
                <a:gd name="GluePoint16X" fmla="*/ 3301 w 583037"/>
                <a:gd name="GluePoint16Y" fmla="*/ 7364 h 13966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583037" h="139663" extrusionOk="0">
                  <a:moveTo>
                    <a:pt x="3301" y="7364"/>
                  </a:moveTo>
                  <a:lnTo>
                    <a:pt x="1143" y="9649"/>
                  </a:lnTo>
                  <a:lnTo>
                    <a:pt x="136618" y="40503"/>
                  </a:lnTo>
                  <a:lnTo>
                    <a:pt x="570468" y="139664"/>
                  </a:lnTo>
                  <a:lnTo>
                    <a:pt x="578086" y="133442"/>
                  </a:lnTo>
                  <a:lnTo>
                    <a:pt x="578849" y="133442"/>
                  </a:lnTo>
                  <a:lnTo>
                    <a:pt x="579737" y="133442"/>
                  </a:lnTo>
                  <a:lnTo>
                    <a:pt x="580880" y="133442"/>
                  </a:lnTo>
                  <a:lnTo>
                    <a:pt x="581769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583038" y="133442"/>
                  </a:lnTo>
                  <a:lnTo>
                    <a:pt x="762" y="0"/>
                  </a:lnTo>
                  <a:lnTo>
                    <a:pt x="0" y="0"/>
                  </a:lnTo>
                  <a:cubicBezTo>
                    <a:pt x="1104" y="51"/>
                    <a:pt x="2171" y="457"/>
                    <a:pt x="3047" y="1143"/>
                  </a:cubicBezTo>
                  <a:cubicBezTo>
                    <a:pt x="4812" y="2806"/>
                    <a:pt x="4926" y="5574"/>
                    <a:pt x="3301" y="736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5" name="Freeform: Shape 350"/>
            <p:cNvSpPr/>
            <p:nvPr/>
          </p:nvSpPr>
          <p:spPr bwMode="auto">
            <a:xfrm>
              <a:off x="7849080" y="837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6" name="Freeform: Shape 351"/>
            <p:cNvSpPr/>
            <p:nvPr/>
          </p:nvSpPr>
          <p:spPr bwMode="auto">
            <a:xfrm>
              <a:off x="7850520" y="83808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889 w 888"/>
                <a:gd name="GluePoint1Y" fmla="*/ 0 h 12696"/>
                <a:gd name="GluePoint2X" fmla="*/ 0 w 888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888" h="12696" extrusionOk="0">
                  <a:moveTo>
                    <a:pt x="889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7" name="Freeform: Shape 352"/>
            <p:cNvSpPr/>
            <p:nvPr/>
          </p:nvSpPr>
          <p:spPr bwMode="auto">
            <a:xfrm>
              <a:off x="7843320" y="841680"/>
              <a:ext cx="9720" cy="2120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212040"/>
                <a:gd name="textAreaBottom" fmla="*/ 212400 h 212040"/>
                <a:gd name="GluePoint1X" fmla="*/ 9015 w 10030"/>
                <a:gd name="GluePoint1Y" fmla="*/ 4444 h 212417"/>
                <a:gd name="GluePoint2X" fmla="*/ 0 w 10030"/>
                <a:gd name="GluePoint2Y" fmla="*/ 11681 h 212417"/>
                <a:gd name="GluePoint3X" fmla="*/ 0 w 10030"/>
                <a:gd name="GluePoint3Y" fmla="*/ 207464 h 212417"/>
                <a:gd name="GluePoint4X" fmla="*/ 5333 w 10030"/>
                <a:gd name="GluePoint4Y" fmla="*/ 212416 h 212417"/>
                <a:gd name="GluePoint5X" fmla="*/ 9142 w 10030"/>
                <a:gd name="GluePoint5Y" fmla="*/ 211019 h 212417"/>
                <a:gd name="GluePoint6X" fmla="*/ 9777 w 10030"/>
                <a:gd name="GluePoint6Y" fmla="*/ 210131 h 212417"/>
                <a:gd name="GluePoint7X" fmla="*/ 9777 w 10030"/>
                <a:gd name="GluePoint7Y" fmla="*/ 209496 h 212417"/>
                <a:gd name="GluePoint8X" fmla="*/ 9777 w 10030"/>
                <a:gd name="GluePoint8Y" fmla="*/ 208734 h 212417"/>
                <a:gd name="GluePoint9X" fmla="*/ 9777 w 10030"/>
                <a:gd name="GluePoint9Y" fmla="*/ 207591 h 212417"/>
                <a:gd name="GluePoint10X" fmla="*/ 9777 w 10030"/>
                <a:gd name="GluePoint10Y" fmla="*/ 207591 h 212417"/>
                <a:gd name="GluePoint11X" fmla="*/ 9777 w 10030"/>
                <a:gd name="GluePoint11Y" fmla="*/ 0 h 212417"/>
                <a:gd name="GluePoint12X" fmla="*/ 9015 w 10030"/>
                <a:gd name="GluePoint12Y" fmla="*/ 4444 h 21241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0030" h="212417" extrusionOk="0">
                  <a:moveTo>
                    <a:pt x="9015" y="4444"/>
                  </a:moveTo>
                  <a:lnTo>
                    <a:pt x="0" y="11681"/>
                  </a:lnTo>
                  <a:lnTo>
                    <a:pt x="0" y="207464"/>
                  </a:lnTo>
                  <a:cubicBezTo>
                    <a:pt x="140" y="210296"/>
                    <a:pt x="2502" y="212492"/>
                    <a:pt x="5333" y="212416"/>
                  </a:cubicBezTo>
                  <a:cubicBezTo>
                    <a:pt x="6717" y="212378"/>
                    <a:pt x="8063" y="211883"/>
                    <a:pt x="9142" y="211019"/>
                  </a:cubicBezTo>
                  <a:lnTo>
                    <a:pt x="9777" y="210131"/>
                  </a:lnTo>
                  <a:lnTo>
                    <a:pt x="9777" y="209496"/>
                  </a:lnTo>
                  <a:lnTo>
                    <a:pt x="9777" y="208734"/>
                  </a:lnTo>
                  <a:cubicBezTo>
                    <a:pt x="9840" y="208353"/>
                    <a:pt x="9840" y="207972"/>
                    <a:pt x="9777" y="207591"/>
                  </a:cubicBezTo>
                  <a:lnTo>
                    <a:pt x="9777" y="207591"/>
                  </a:lnTo>
                  <a:lnTo>
                    <a:pt x="9777" y="0"/>
                  </a:lnTo>
                  <a:cubicBezTo>
                    <a:pt x="10298" y="1511"/>
                    <a:pt x="10005" y="3187"/>
                    <a:pt x="9015" y="444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8" name="Freeform: Shape 353"/>
            <p:cNvSpPr/>
            <p:nvPr/>
          </p:nvSpPr>
          <p:spPr bwMode="auto">
            <a:xfrm>
              <a:off x="7854120" y="840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29" name="Freeform: Shape 354"/>
            <p:cNvSpPr/>
            <p:nvPr/>
          </p:nvSpPr>
          <p:spPr bwMode="auto">
            <a:xfrm>
              <a:off x="7853039" y="839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0" name="Freeform: Shape 355"/>
            <p:cNvSpPr/>
            <p:nvPr/>
          </p:nvSpPr>
          <p:spPr bwMode="auto">
            <a:xfrm>
              <a:off x="7806600" y="837360"/>
              <a:ext cx="47880" cy="3816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38160"/>
                <a:gd name="textAreaBottom" fmla="*/ 38520 h 38160"/>
                <a:gd name="GluePoint1X" fmla="*/ 42661 w 48317"/>
                <a:gd name="GluePoint1Y" fmla="*/ 0 h 38597"/>
                <a:gd name="GluePoint2X" fmla="*/ 41772 w 48317"/>
                <a:gd name="GluePoint2Y" fmla="*/ 0 h 38597"/>
                <a:gd name="GluePoint3X" fmla="*/ 40629 w 48317"/>
                <a:gd name="GluePoint3Y" fmla="*/ 0 h 38597"/>
                <a:gd name="GluePoint4X" fmla="*/ 39741 w 48317"/>
                <a:gd name="GluePoint4Y" fmla="*/ 0 h 38597"/>
                <a:gd name="GluePoint5X" fmla="*/ 38979 w 48317"/>
                <a:gd name="GluePoint5Y" fmla="*/ 0 h 38597"/>
                <a:gd name="GluePoint6X" fmla="*/ 31361 w 48317"/>
                <a:gd name="GluePoint6Y" fmla="*/ 6221 h 38597"/>
                <a:gd name="GluePoint7X" fmla="*/ 2285 w 48317"/>
                <a:gd name="GluePoint7Y" fmla="*/ 29710 h 38597"/>
                <a:gd name="GluePoint8X" fmla="*/ 0 w 48317"/>
                <a:gd name="GluePoint8Y" fmla="*/ 31615 h 38597"/>
                <a:gd name="GluePoint9X" fmla="*/ 0 w 48317"/>
                <a:gd name="GluePoint9Y" fmla="*/ 31615 h 38597"/>
                <a:gd name="GluePoint10X" fmla="*/ 7618 w 48317"/>
                <a:gd name="GluePoint10Y" fmla="*/ 31615 h 38597"/>
                <a:gd name="GluePoint11X" fmla="*/ 7960 w 48317"/>
                <a:gd name="GluePoint11Y" fmla="*/ 38255 h 38597"/>
                <a:gd name="GluePoint12X" fmla="*/ 7618 w 48317"/>
                <a:gd name="GluePoint12Y" fmla="*/ 38598 h 38597"/>
                <a:gd name="GluePoint13X" fmla="*/ 7618 w 48317"/>
                <a:gd name="GluePoint13Y" fmla="*/ 38598 h 38597"/>
                <a:gd name="GluePoint14X" fmla="*/ 9396 w 48317"/>
                <a:gd name="GluePoint14Y" fmla="*/ 37074 h 38597"/>
                <a:gd name="GluePoint15X" fmla="*/ 37582 w 48317"/>
                <a:gd name="GluePoint15Y" fmla="*/ 14220 h 38597"/>
                <a:gd name="GluePoint16X" fmla="*/ 46597 w 48317"/>
                <a:gd name="GluePoint16Y" fmla="*/ 6983 h 38597"/>
                <a:gd name="GluePoint17X" fmla="*/ 48248 w 48317"/>
                <a:gd name="GluePoint17Y" fmla="*/ 2539 h 38597"/>
                <a:gd name="GluePoint18X" fmla="*/ 48248 w 48317"/>
                <a:gd name="GluePoint18Y" fmla="*/ 2539 h 38597"/>
                <a:gd name="GluePoint19X" fmla="*/ 48248 w 48317"/>
                <a:gd name="GluePoint19Y" fmla="*/ 1904 h 38597"/>
                <a:gd name="GluePoint20X" fmla="*/ 48248 w 48317"/>
                <a:gd name="GluePoint20Y" fmla="*/ 1016 h 38597"/>
                <a:gd name="GluePoint21X" fmla="*/ 48248 w 48317"/>
                <a:gd name="GluePoint21Y" fmla="*/ 1016 h 38597"/>
                <a:gd name="GluePoint22X" fmla="*/ 48248 w 48317"/>
                <a:gd name="GluePoint22Y" fmla="*/ 1016 h 38597"/>
                <a:gd name="GluePoint23X" fmla="*/ 48248 w 48317"/>
                <a:gd name="GluePoint23Y" fmla="*/ 1016 h 38597"/>
                <a:gd name="GluePoint24X" fmla="*/ 47232 w 48317"/>
                <a:gd name="GluePoint24Y" fmla="*/ 1016 h 38597"/>
                <a:gd name="GluePoint25X" fmla="*/ 47232 w 48317"/>
                <a:gd name="GluePoint25Y" fmla="*/ 1016 h 38597"/>
                <a:gd name="GluePoint26X" fmla="*/ 47232 w 48317"/>
                <a:gd name="GluePoint26Y" fmla="*/ 1016 h 38597"/>
                <a:gd name="GluePoint27X" fmla="*/ 46343 w 48317"/>
                <a:gd name="GluePoint27Y" fmla="*/ 1016 h 385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48317" h="38597" extrusionOk="0">
                  <a:moveTo>
                    <a:pt x="42661" y="0"/>
                  </a:moveTo>
                  <a:lnTo>
                    <a:pt x="41772" y="0"/>
                  </a:lnTo>
                  <a:lnTo>
                    <a:pt x="40629" y="0"/>
                  </a:lnTo>
                  <a:lnTo>
                    <a:pt x="39741" y="0"/>
                  </a:lnTo>
                  <a:lnTo>
                    <a:pt x="38979" y="0"/>
                  </a:lnTo>
                  <a:lnTo>
                    <a:pt x="31361" y="6221"/>
                  </a:lnTo>
                  <a:lnTo>
                    <a:pt x="2285" y="29710"/>
                  </a:lnTo>
                  <a:lnTo>
                    <a:pt x="0" y="31615"/>
                  </a:lnTo>
                  <a:lnTo>
                    <a:pt x="0" y="31615"/>
                  </a:lnTo>
                  <a:cubicBezTo>
                    <a:pt x="2196" y="29736"/>
                    <a:pt x="5434" y="29736"/>
                    <a:pt x="7618" y="31615"/>
                  </a:cubicBezTo>
                  <a:cubicBezTo>
                    <a:pt x="9547" y="33354"/>
                    <a:pt x="9700" y="36325"/>
                    <a:pt x="7960" y="38255"/>
                  </a:cubicBezTo>
                  <a:cubicBezTo>
                    <a:pt x="7859" y="38369"/>
                    <a:pt x="7745" y="38484"/>
                    <a:pt x="7618" y="38598"/>
                  </a:cubicBezTo>
                  <a:lnTo>
                    <a:pt x="7618" y="38598"/>
                  </a:lnTo>
                  <a:lnTo>
                    <a:pt x="9396" y="37074"/>
                  </a:lnTo>
                  <a:lnTo>
                    <a:pt x="37582" y="14220"/>
                  </a:lnTo>
                  <a:lnTo>
                    <a:pt x="46597" y="6983"/>
                  </a:lnTo>
                  <a:cubicBezTo>
                    <a:pt x="47904" y="5904"/>
                    <a:pt x="48540" y="4215"/>
                    <a:pt x="48248" y="2539"/>
                  </a:cubicBezTo>
                  <a:lnTo>
                    <a:pt x="48248" y="2539"/>
                  </a:lnTo>
                  <a:cubicBezTo>
                    <a:pt x="48248" y="2539"/>
                    <a:pt x="48248" y="2539"/>
                    <a:pt x="48248" y="1904"/>
                  </a:cubicBezTo>
                  <a:cubicBezTo>
                    <a:pt x="48311" y="1612"/>
                    <a:pt x="48311" y="1308"/>
                    <a:pt x="48248" y="1016"/>
                  </a:cubicBezTo>
                  <a:lnTo>
                    <a:pt x="48248" y="1016"/>
                  </a:lnTo>
                  <a:lnTo>
                    <a:pt x="48248" y="1016"/>
                  </a:lnTo>
                  <a:lnTo>
                    <a:pt x="48248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7232" y="1016"/>
                  </a:lnTo>
                  <a:lnTo>
                    <a:pt x="46343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6480" rIns="90000" bIns="-64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1" name="Freeform: Shape 391"/>
            <p:cNvSpPr/>
            <p:nvPr/>
          </p:nvSpPr>
          <p:spPr bwMode="auto">
            <a:xfrm>
              <a:off x="9147600" y="1283400"/>
              <a:ext cx="1253880" cy="375840"/>
            </a:xfrm>
            <a:custGeom>
              <a:avLst/>
              <a:gdLst>
                <a:gd name="textAreaLeft" fmla="*/ 0 w 1253880"/>
                <a:gd name="textAreaRight" fmla="*/ 1254240 w 1253880"/>
                <a:gd name="textAreaTop" fmla="*/ 0 h 375840"/>
                <a:gd name="textAreaBottom" fmla="*/ 376200 h 375840"/>
                <a:gd name="GluePoint1X" fmla="*/ 1254319 w 1254319"/>
                <a:gd name="GluePoint1Y" fmla="*/ 368585 h 376203"/>
                <a:gd name="GluePoint2X" fmla="*/ 94083 w 1254319"/>
                <a:gd name="GluePoint2Y" fmla="*/ 18791 h 376203"/>
                <a:gd name="GluePoint3X" fmla="*/ 0 w 1254319"/>
                <a:gd name="GluePoint3Y" fmla="*/ 0 h 376203"/>
                <a:gd name="GluePoint4X" fmla="*/ 0 w 1254319"/>
                <a:gd name="GluePoint4Y" fmla="*/ 0 h 376203"/>
                <a:gd name="GluePoint5X" fmla="*/ 1245812 w 1254319"/>
                <a:gd name="GluePoint5Y" fmla="*/ 376203 h 376203"/>
                <a:gd name="GluePoint6X" fmla="*/ 1252796 w 1254319"/>
                <a:gd name="GluePoint6Y" fmla="*/ 370617 h 3762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</a:cxnLst>
              <a:rect l="textAreaLeft" t="textAreaTop" r="textAreaRight" b="textAreaBottom"/>
              <a:pathLst>
                <a:path w="1254319" h="376203" extrusionOk="0">
                  <a:moveTo>
                    <a:pt x="1254319" y="368585"/>
                  </a:moveTo>
                  <a:lnTo>
                    <a:pt x="94083" y="18791"/>
                  </a:lnTo>
                  <a:lnTo>
                    <a:pt x="0" y="0"/>
                  </a:lnTo>
                  <a:lnTo>
                    <a:pt x="0" y="0"/>
                  </a:lnTo>
                  <a:lnTo>
                    <a:pt x="1245812" y="376203"/>
                  </a:lnTo>
                  <a:lnTo>
                    <a:pt x="1252796" y="37061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2" name="Freeform: Shape 392"/>
            <p:cNvSpPr/>
            <p:nvPr/>
          </p:nvSpPr>
          <p:spPr bwMode="auto">
            <a:xfrm>
              <a:off x="10398960" y="1549440"/>
              <a:ext cx="141120" cy="106920"/>
            </a:xfrm>
            <a:custGeom>
              <a:avLst/>
              <a:gdLst>
                <a:gd name="textAreaLeft" fmla="*/ 0 w 141120"/>
                <a:gd name="textAreaRight" fmla="*/ 141480 w 141120"/>
                <a:gd name="textAreaTop" fmla="*/ 0 h 106920"/>
                <a:gd name="textAreaBottom" fmla="*/ 107280 h 106920"/>
                <a:gd name="GluePoint1X" fmla="*/ 139665 w 141315"/>
                <a:gd name="GluePoint1Y" fmla="*/ 2032 h 107287"/>
                <a:gd name="GluePoint2X" fmla="*/ 129254 w 141315"/>
                <a:gd name="GluePoint2Y" fmla="*/ 0 h 107287"/>
                <a:gd name="GluePoint3X" fmla="*/ 2285 w 141315"/>
                <a:gd name="GluePoint3Y" fmla="*/ 102716 h 107287"/>
                <a:gd name="GluePoint4X" fmla="*/ 0 w 141315"/>
                <a:gd name="GluePoint4Y" fmla="*/ 104621 h 107287"/>
                <a:gd name="GluePoint5X" fmla="*/ 0 w 141315"/>
                <a:gd name="GluePoint5Y" fmla="*/ 104621 h 107287"/>
                <a:gd name="GluePoint6X" fmla="*/ 1016 w 141315"/>
                <a:gd name="GluePoint6Y" fmla="*/ 104621 h 107287"/>
                <a:gd name="GluePoint7X" fmla="*/ 1905 w 141315"/>
                <a:gd name="GluePoint7Y" fmla="*/ 104621 h 107287"/>
                <a:gd name="GluePoint8X" fmla="*/ 5587 w 141315"/>
                <a:gd name="GluePoint8Y" fmla="*/ 104621 h 107287"/>
                <a:gd name="GluePoint9X" fmla="*/ 14347 w 141315"/>
                <a:gd name="GluePoint9Y" fmla="*/ 107287 h 107287"/>
                <a:gd name="GluePoint10X" fmla="*/ 141316 w 141315"/>
                <a:gd name="GluePoint10Y" fmla="*/ 3555 h 107287"/>
                <a:gd name="GluePoint11X" fmla="*/ 138776 w 141315"/>
                <a:gd name="GluePoint11Y" fmla="*/ 3555 h 1072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41315" h="107287" extrusionOk="0">
                  <a:moveTo>
                    <a:pt x="139665" y="2032"/>
                  </a:moveTo>
                  <a:lnTo>
                    <a:pt x="129254" y="0"/>
                  </a:lnTo>
                  <a:lnTo>
                    <a:pt x="2285" y="102716"/>
                  </a:lnTo>
                  <a:lnTo>
                    <a:pt x="0" y="104621"/>
                  </a:lnTo>
                  <a:lnTo>
                    <a:pt x="0" y="104621"/>
                  </a:lnTo>
                  <a:lnTo>
                    <a:pt x="1016" y="104621"/>
                  </a:lnTo>
                  <a:lnTo>
                    <a:pt x="1905" y="104621"/>
                  </a:lnTo>
                  <a:lnTo>
                    <a:pt x="5587" y="104621"/>
                  </a:lnTo>
                  <a:lnTo>
                    <a:pt x="14347" y="107287"/>
                  </a:lnTo>
                  <a:lnTo>
                    <a:pt x="141316" y="3555"/>
                  </a:lnTo>
                  <a:lnTo>
                    <a:pt x="138776" y="355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3" name="Freeform: Shape 432"/>
            <p:cNvSpPr/>
            <p:nvPr/>
          </p:nvSpPr>
          <p:spPr bwMode="auto">
            <a:xfrm>
              <a:off x="6533640" y="16574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  <a:gd name="GluePoint5X" fmla="*/ 0 w 12696"/>
                <a:gd name="GluePoint5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4" name="Freeform: Shape 433"/>
            <p:cNvSpPr/>
            <p:nvPr/>
          </p:nvSpPr>
          <p:spPr bwMode="auto">
            <a:xfrm>
              <a:off x="6538320" y="1559520"/>
              <a:ext cx="55440" cy="9504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95040"/>
                <a:gd name="textAreaBottom" fmla="*/ 95400 h 95040"/>
                <a:gd name="GluePoint1X" fmla="*/ 51295 w 55866"/>
                <a:gd name="GluePoint1Y" fmla="*/ 6221 h 95352"/>
                <a:gd name="GluePoint2X" fmla="*/ 45835 w 55866"/>
                <a:gd name="GluePoint2Y" fmla="*/ 1283 h 95352"/>
                <a:gd name="GluePoint3X" fmla="*/ 45835 w 55866"/>
                <a:gd name="GluePoint3Y" fmla="*/ 1270 h 95352"/>
                <a:gd name="GluePoint4X" fmla="*/ 45835 w 55866"/>
                <a:gd name="GluePoint4Y" fmla="*/ 0 h 95352"/>
                <a:gd name="GluePoint5X" fmla="*/ 762 w 55866"/>
                <a:gd name="GluePoint5Y" fmla="*/ 74149 h 95352"/>
                <a:gd name="GluePoint6X" fmla="*/ 762 w 55866"/>
                <a:gd name="GluePoint6Y" fmla="*/ 93194 h 95352"/>
                <a:gd name="GluePoint7X" fmla="*/ 762 w 55866"/>
                <a:gd name="GluePoint7Y" fmla="*/ 93194 h 95352"/>
                <a:gd name="GluePoint8X" fmla="*/ 762 w 55866"/>
                <a:gd name="GluePoint8Y" fmla="*/ 93829 h 95352"/>
                <a:gd name="GluePoint9X" fmla="*/ 0 w 55866"/>
                <a:gd name="GluePoint9Y" fmla="*/ 95352 h 95352"/>
                <a:gd name="GluePoint10X" fmla="*/ 0 w 55866"/>
                <a:gd name="GluePoint10Y" fmla="*/ 95352 h 95352"/>
                <a:gd name="GluePoint11X" fmla="*/ 55866 w 55866"/>
                <a:gd name="GluePoint11Y" fmla="*/ 3428 h 95352"/>
                <a:gd name="GluePoint12X" fmla="*/ 55866 w 55866"/>
                <a:gd name="GluePoint12Y" fmla="*/ 3428 h 95352"/>
                <a:gd name="GluePoint13X" fmla="*/ 51295 w 55866"/>
                <a:gd name="GluePoint13Y" fmla="*/ 6221 h 9535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5866" h="95352" extrusionOk="0">
                  <a:moveTo>
                    <a:pt x="51295" y="6221"/>
                  </a:moveTo>
                  <a:cubicBezTo>
                    <a:pt x="48426" y="6361"/>
                    <a:pt x="45975" y="4152"/>
                    <a:pt x="45835" y="1283"/>
                  </a:cubicBezTo>
                  <a:cubicBezTo>
                    <a:pt x="45835" y="1283"/>
                    <a:pt x="45835" y="1270"/>
                    <a:pt x="45835" y="1270"/>
                  </a:cubicBezTo>
                  <a:lnTo>
                    <a:pt x="45835" y="0"/>
                  </a:lnTo>
                  <a:lnTo>
                    <a:pt x="762" y="74149"/>
                  </a:lnTo>
                  <a:lnTo>
                    <a:pt x="762" y="93194"/>
                  </a:lnTo>
                  <a:cubicBezTo>
                    <a:pt x="762" y="93194"/>
                    <a:pt x="762" y="93194"/>
                    <a:pt x="762" y="93194"/>
                  </a:cubicBezTo>
                  <a:lnTo>
                    <a:pt x="762" y="93829"/>
                  </a:lnTo>
                  <a:cubicBezTo>
                    <a:pt x="660" y="94400"/>
                    <a:pt x="394" y="94933"/>
                    <a:pt x="0" y="95352"/>
                  </a:cubicBezTo>
                  <a:lnTo>
                    <a:pt x="0" y="95352"/>
                  </a:lnTo>
                  <a:lnTo>
                    <a:pt x="55866" y="3428"/>
                  </a:lnTo>
                  <a:cubicBezTo>
                    <a:pt x="55866" y="3428"/>
                    <a:pt x="55866" y="3428"/>
                    <a:pt x="55866" y="3428"/>
                  </a:cubicBezTo>
                  <a:cubicBezTo>
                    <a:pt x="54914" y="5079"/>
                    <a:pt x="53200" y="6133"/>
                    <a:pt x="51295" y="622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5" name="Freeform: Shape 434"/>
            <p:cNvSpPr/>
            <p:nvPr/>
          </p:nvSpPr>
          <p:spPr bwMode="auto">
            <a:xfrm>
              <a:off x="6533640" y="16574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6" name="Freeform: Shape 435"/>
            <p:cNvSpPr/>
            <p:nvPr/>
          </p:nvSpPr>
          <p:spPr bwMode="auto">
            <a:xfrm>
              <a:off x="5723640" y="1513440"/>
              <a:ext cx="809280" cy="144000"/>
            </a:xfrm>
            <a:custGeom>
              <a:avLst/>
              <a:gdLst>
                <a:gd name="textAreaLeft" fmla="*/ 0 w 809280"/>
                <a:gd name="textAreaRight" fmla="*/ 809640 w 809280"/>
                <a:gd name="textAreaTop" fmla="*/ 0 h 144000"/>
                <a:gd name="textAreaBottom" fmla="*/ 144360 h 144000"/>
                <a:gd name="GluePoint1X" fmla="*/ 804471 w 809803"/>
                <a:gd name="GluePoint1Y" fmla="*/ 139283 h 144494"/>
                <a:gd name="GluePoint2X" fmla="*/ 804471 w 809803"/>
                <a:gd name="GluePoint2Y" fmla="*/ 133442 h 144494"/>
                <a:gd name="GluePoint3X" fmla="*/ 6856 w 809803"/>
                <a:gd name="GluePoint3Y" fmla="*/ 0 h 144494"/>
                <a:gd name="GluePoint4X" fmla="*/ 6856 w 809803"/>
                <a:gd name="GluePoint4Y" fmla="*/ 4063 h 144494"/>
                <a:gd name="GluePoint5X" fmla="*/ 1663 w 809803"/>
                <a:gd name="GluePoint5Y" fmla="*/ 9015 h 144494"/>
                <a:gd name="GluePoint6X" fmla="*/ 1524 w 809803"/>
                <a:gd name="GluePoint6Y" fmla="*/ 9015 h 144494"/>
                <a:gd name="GluePoint7X" fmla="*/ 0 w 809803"/>
                <a:gd name="GluePoint7Y" fmla="*/ 9015 h 144494"/>
                <a:gd name="GluePoint8X" fmla="*/ 0 w 809803"/>
                <a:gd name="GluePoint8Y" fmla="*/ 9015 h 144494"/>
                <a:gd name="GluePoint9X" fmla="*/ 808915 w 809803"/>
                <a:gd name="GluePoint9Y" fmla="*/ 144489 h 144494"/>
                <a:gd name="GluePoint10X" fmla="*/ 809804 w 809803"/>
                <a:gd name="GluePoint10Y" fmla="*/ 144489 h 144494"/>
                <a:gd name="GluePoint11X" fmla="*/ 804471 w 809803"/>
                <a:gd name="GluePoint11Y" fmla="*/ 139677 h 144494"/>
                <a:gd name="GluePoint12X" fmla="*/ 804471 w 809803"/>
                <a:gd name="GluePoint12Y" fmla="*/ 139283 h 1444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09803" h="144494" extrusionOk="0">
                  <a:moveTo>
                    <a:pt x="804471" y="139283"/>
                  </a:moveTo>
                  <a:lnTo>
                    <a:pt x="804471" y="133442"/>
                  </a:lnTo>
                  <a:lnTo>
                    <a:pt x="6856" y="0"/>
                  </a:lnTo>
                  <a:lnTo>
                    <a:pt x="6856" y="4063"/>
                  </a:lnTo>
                  <a:cubicBezTo>
                    <a:pt x="6793" y="6869"/>
                    <a:pt x="4456" y="9091"/>
                    <a:pt x="1663" y="9015"/>
                  </a:cubicBezTo>
                  <a:cubicBezTo>
                    <a:pt x="1612" y="9015"/>
                    <a:pt x="1574" y="9015"/>
                    <a:pt x="1524" y="9015"/>
                  </a:cubicBezTo>
                  <a:lnTo>
                    <a:pt x="0" y="9015"/>
                  </a:lnTo>
                  <a:lnTo>
                    <a:pt x="0" y="9015"/>
                  </a:lnTo>
                  <a:lnTo>
                    <a:pt x="808915" y="144489"/>
                  </a:lnTo>
                  <a:lnTo>
                    <a:pt x="809804" y="144489"/>
                  </a:lnTo>
                  <a:cubicBezTo>
                    <a:pt x="806997" y="144628"/>
                    <a:pt x="804611" y="142470"/>
                    <a:pt x="804471" y="139677"/>
                  </a:cubicBezTo>
                  <a:cubicBezTo>
                    <a:pt x="804471" y="139537"/>
                    <a:pt x="804471" y="139410"/>
                    <a:pt x="804471" y="13928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7" name="Freeform: Shape 436"/>
            <p:cNvSpPr/>
            <p:nvPr/>
          </p:nvSpPr>
          <p:spPr bwMode="auto">
            <a:xfrm>
              <a:off x="6539039" y="16534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0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8" name="Freeform: Shape 437"/>
            <p:cNvSpPr/>
            <p:nvPr/>
          </p:nvSpPr>
          <p:spPr bwMode="auto">
            <a:xfrm>
              <a:off x="5720400" y="1411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7 w 56"/>
                <a:gd name="GluePoint1Y" fmla="*/ 0 h 888"/>
                <a:gd name="GluePoint2X" fmla="*/ 57 w 56"/>
                <a:gd name="GluePoint2Y" fmla="*/ 889 h 888"/>
                <a:gd name="GluePoint3X" fmla="*/ 57 w 5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6" h="888" extrusionOk="0">
                  <a:moveTo>
                    <a:pt x="57" y="0"/>
                  </a:moveTo>
                  <a:cubicBezTo>
                    <a:pt x="-19" y="292"/>
                    <a:pt x="-19" y="597"/>
                    <a:pt x="57" y="889"/>
                  </a:cubicBezTo>
                  <a:lnTo>
                    <a:pt x="57" y="88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39" name="Freeform: Shape 438"/>
            <p:cNvSpPr/>
            <p:nvPr/>
          </p:nvSpPr>
          <p:spPr bwMode="auto">
            <a:xfrm>
              <a:off x="5720760" y="1414440"/>
              <a:ext cx="9720" cy="10692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06920"/>
                <a:gd name="textAreaBottom" fmla="*/ 107280 h 106920"/>
                <a:gd name="GluePoint1X" fmla="*/ 9942 w 9941"/>
                <a:gd name="GluePoint1Y" fmla="*/ 103097 h 107336"/>
                <a:gd name="GluePoint2X" fmla="*/ 9942 w 9941"/>
                <a:gd name="GluePoint2Y" fmla="*/ 5459 h 107336"/>
                <a:gd name="GluePoint3X" fmla="*/ 3594 w 9941"/>
                <a:gd name="GluePoint3Y" fmla="*/ 4444 h 107336"/>
                <a:gd name="GluePoint4X" fmla="*/ 1816 w 9941"/>
                <a:gd name="GluePoint4Y" fmla="*/ 3809 h 107336"/>
                <a:gd name="GluePoint5X" fmla="*/ 1816 w 9941"/>
                <a:gd name="GluePoint5Y" fmla="*/ 3809 h 107336"/>
                <a:gd name="GluePoint6X" fmla="*/ 800 w 9941"/>
                <a:gd name="GluePoint6Y" fmla="*/ 2920 h 107336"/>
                <a:gd name="GluePoint7X" fmla="*/ 800 w 9941"/>
                <a:gd name="GluePoint7Y" fmla="*/ 2920 h 107336"/>
                <a:gd name="GluePoint8X" fmla="*/ 800 w 9941"/>
                <a:gd name="GluePoint8Y" fmla="*/ 2920 h 107336"/>
                <a:gd name="GluePoint9X" fmla="*/ 38 w 9941"/>
                <a:gd name="GluePoint9Y" fmla="*/ 1396 h 107336"/>
                <a:gd name="GluePoint10X" fmla="*/ 38 w 9941"/>
                <a:gd name="GluePoint10Y" fmla="*/ 0 h 107336"/>
                <a:gd name="GluePoint11X" fmla="*/ 38 w 9941"/>
                <a:gd name="GluePoint11Y" fmla="*/ 0 h 107336"/>
                <a:gd name="GluePoint12X" fmla="*/ 38 w 9941"/>
                <a:gd name="GluePoint12Y" fmla="*/ 103478 h 107336"/>
                <a:gd name="GluePoint13X" fmla="*/ 38 w 9941"/>
                <a:gd name="GluePoint13Y" fmla="*/ 104113 h 107336"/>
                <a:gd name="GluePoint14X" fmla="*/ 38 w 9941"/>
                <a:gd name="GluePoint14Y" fmla="*/ 105002 h 107336"/>
                <a:gd name="GluePoint15X" fmla="*/ 38 w 9941"/>
                <a:gd name="GluePoint15Y" fmla="*/ 105890 h 107336"/>
                <a:gd name="GluePoint16X" fmla="*/ 38 w 9941"/>
                <a:gd name="GluePoint16Y" fmla="*/ 106652 h 107336"/>
                <a:gd name="GluePoint17X" fmla="*/ 800 w 9941"/>
                <a:gd name="GluePoint17Y" fmla="*/ 107287 h 107336"/>
                <a:gd name="GluePoint18X" fmla="*/ 1689 w 9941"/>
                <a:gd name="GluePoint18Y" fmla="*/ 107287 h 107336"/>
                <a:gd name="GluePoint19X" fmla="*/ 2705 w 9941"/>
                <a:gd name="GluePoint19Y" fmla="*/ 107287 h 107336"/>
                <a:gd name="GluePoint20X" fmla="*/ 4228 w 9941"/>
                <a:gd name="GluePoint20Y" fmla="*/ 107287 h 107336"/>
                <a:gd name="GluePoint21X" fmla="*/ 9942 w 9941"/>
                <a:gd name="GluePoint21Y" fmla="*/ 103097 h 1073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941" h="107336" extrusionOk="0">
                  <a:moveTo>
                    <a:pt x="9942" y="103097"/>
                  </a:moveTo>
                  <a:lnTo>
                    <a:pt x="9942" y="5459"/>
                  </a:lnTo>
                  <a:lnTo>
                    <a:pt x="3594" y="4444"/>
                  </a:lnTo>
                  <a:lnTo>
                    <a:pt x="1816" y="3809"/>
                  </a:lnTo>
                  <a:lnTo>
                    <a:pt x="1816" y="3809"/>
                  </a:lnTo>
                  <a:cubicBezTo>
                    <a:pt x="1397" y="3619"/>
                    <a:pt x="1041" y="3301"/>
                    <a:pt x="800" y="2920"/>
                  </a:cubicBezTo>
                  <a:lnTo>
                    <a:pt x="800" y="2920"/>
                  </a:lnTo>
                  <a:lnTo>
                    <a:pt x="800" y="2920"/>
                  </a:lnTo>
                  <a:cubicBezTo>
                    <a:pt x="445" y="2463"/>
                    <a:pt x="191" y="1955"/>
                    <a:pt x="38" y="1396"/>
                  </a:cubicBezTo>
                  <a:lnTo>
                    <a:pt x="38" y="0"/>
                  </a:lnTo>
                  <a:cubicBezTo>
                    <a:pt x="38" y="0"/>
                    <a:pt x="38" y="0"/>
                    <a:pt x="38" y="0"/>
                  </a:cubicBezTo>
                  <a:lnTo>
                    <a:pt x="38" y="103478"/>
                  </a:lnTo>
                  <a:cubicBezTo>
                    <a:pt x="38" y="103478"/>
                    <a:pt x="38" y="103478"/>
                    <a:pt x="38" y="104113"/>
                  </a:cubicBezTo>
                  <a:cubicBezTo>
                    <a:pt x="-13" y="104405"/>
                    <a:pt x="-13" y="104709"/>
                    <a:pt x="38" y="105002"/>
                  </a:cubicBezTo>
                  <a:lnTo>
                    <a:pt x="38" y="105890"/>
                  </a:lnTo>
                  <a:lnTo>
                    <a:pt x="38" y="106652"/>
                  </a:lnTo>
                  <a:lnTo>
                    <a:pt x="800" y="107287"/>
                  </a:lnTo>
                  <a:lnTo>
                    <a:pt x="1689" y="107287"/>
                  </a:lnTo>
                  <a:lnTo>
                    <a:pt x="2705" y="107287"/>
                  </a:lnTo>
                  <a:lnTo>
                    <a:pt x="4228" y="107287"/>
                  </a:lnTo>
                  <a:cubicBezTo>
                    <a:pt x="6958" y="107668"/>
                    <a:pt x="9485" y="105814"/>
                    <a:pt x="9942" y="10309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0" name="Freeform: Shape 439"/>
            <p:cNvSpPr/>
            <p:nvPr/>
          </p:nvSpPr>
          <p:spPr bwMode="auto">
            <a:xfrm>
              <a:off x="5719680" y="1413000"/>
              <a:ext cx="360" cy="14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440"/>
                <a:gd name="textAreaBottom" fmla="*/ 1800 h 1440"/>
                <a:gd name="GluePoint1X" fmla="*/ 95 w 95"/>
                <a:gd name="GluePoint1Y" fmla="*/ 0 h 1650"/>
                <a:gd name="GluePoint2X" fmla="*/ 95 w 95"/>
                <a:gd name="GluePoint2Y" fmla="*/ 1651 h 1650"/>
                <a:gd name="GluePoint3X" fmla="*/ 95 w 95"/>
                <a:gd name="GluePoint3Y" fmla="*/ 0 h 16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5" h="1650" extrusionOk="0">
                  <a:moveTo>
                    <a:pt x="95" y="0"/>
                  </a:moveTo>
                  <a:lnTo>
                    <a:pt x="95" y="1651"/>
                  </a:lnTo>
                  <a:cubicBezTo>
                    <a:pt x="-32" y="1105"/>
                    <a:pt x="-32" y="546"/>
                    <a:pt x="95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200" rIns="90000" bIns="-432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1" name="Freeform: Shape 440"/>
            <p:cNvSpPr/>
            <p:nvPr/>
          </p:nvSpPr>
          <p:spPr bwMode="auto">
            <a:xfrm>
              <a:off x="5722200" y="14180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2" name="Freeform: Shape 441"/>
            <p:cNvSpPr/>
            <p:nvPr/>
          </p:nvSpPr>
          <p:spPr bwMode="auto">
            <a:xfrm>
              <a:off x="5720760" y="1303200"/>
              <a:ext cx="82080" cy="107640"/>
            </a:xfrm>
            <a:custGeom>
              <a:avLst/>
              <a:gdLst>
                <a:gd name="textAreaLeft" fmla="*/ 0 w 82080"/>
                <a:gd name="textAreaRight" fmla="*/ 82440 w 82080"/>
                <a:gd name="textAreaTop" fmla="*/ 0 h 107640"/>
                <a:gd name="textAreaBottom" fmla="*/ 108000 h 107640"/>
                <a:gd name="GluePoint1X" fmla="*/ 5460 w 82275"/>
                <a:gd name="GluePoint1Y" fmla="*/ 106018 h 108175"/>
                <a:gd name="GluePoint2X" fmla="*/ 13332 w 82275"/>
                <a:gd name="GluePoint2Y" fmla="*/ 107287 h 108175"/>
                <a:gd name="GluePoint3X" fmla="*/ 82276 w 82275"/>
                <a:gd name="GluePoint3Y" fmla="*/ 8253 h 108175"/>
                <a:gd name="GluePoint4X" fmla="*/ 78593 w 82275"/>
                <a:gd name="GluePoint4Y" fmla="*/ 7491 h 108175"/>
                <a:gd name="GluePoint5X" fmla="*/ 74366 w 82275"/>
                <a:gd name="GluePoint5Y" fmla="*/ 1917 h 108175"/>
                <a:gd name="GluePoint6X" fmla="*/ 74404 w 82275"/>
                <a:gd name="GluePoint6Y" fmla="*/ 1651 h 108175"/>
                <a:gd name="GluePoint7X" fmla="*/ 75165 w 82275"/>
                <a:gd name="GluePoint7Y" fmla="*/ 0 h 108175"/>
                <a:gd name="GluePoint8X" fmla="*/ 75165 w 82275"/>
                <a:gd name="GluePoint8Y" fmla="*/ 0 h 108175"/>
                <a:gd name="GluePoint9X" fmla="*/ 0 w 82275"/>
                <a:gd name="GluePoint9Y" fmla="*/ 108176 h 108175"/>
                <a:gd name="GluePoint10X" fmla="*/ 0 w 82275"/>
                <a:gd name="GluePoint10Y" fmla="*/ 108176 h 108175"/>
                <a:gd name="GluePoint11X" fmla="*/ 0 w 82275"/>
                <a:gd name="GluePoint11Y" fmla="*/ 108176 h 108175"/>
                <a:gd name="GluePoint12X" fmla="*/ 5460 w 82275"/>
                <a:gd name="GluePoint12Y" fmla="*/ 106018 h 10817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2275" h="108175" extrusionOk="0">
                  <a:moveTo>
                    <a:pt x="5460" y="106018"/>
                  </a:moveTo>
                  <a:lnTo>
                    <a:pt x="13332" y="107287"/>
                  </a:lnTo>
                  <a:lnTo>
                    <a:pt x="82276" y="8253"/>
                  </a:lnTo>
                  <a:lnTo>
                    <a:pt x="78593" y="7491"/>
                  </a:lnTo>
                  <a:cubicBezTo>
                    <a:pt x="75889" y="7123"/>
                    <a:pt x="73985" y="4622"/>
                    <a:pt x="74366" y="1917"/>
                  </a:cubicBezTo>
                  <a:cubicBezTo>
                    <a:pt x="74378" y="1828"/>
                    <a:pt x="74391" y="1739"/>
                    <a:pt x="74404" y="1651"/>
                  </a:cubicBezTo>
                  <a:cubicBezTo>
                    <a:pt x="74531" y="1054"/>
                    <a:pt x="74784" y="482"/>
                    <a:pt x="75165" y="0"/>
                  </a:cubicBezTo>
                  <a:lnTo>
                    <a:pt x="75165" y="0"/>
                  </a:lnTo>
                  <a:lnTo>
                    <a:pt x="0" y="108176"/>
                  </a:lnTo>
                  <a:lnTo>
                    <a:pt x="0" y="108176"/>
                  </a:lnTo>
                  <a:lnTo>
                    <a:pt x="0" y="108176"/>
                  </a:lnTo>
                  <a:cubicBezTo>
                    <a:pt x="1219" y="106424"/>
                    <a:pt x="3378" y="105586"/>
                    <a:pt x="5460" y="10601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3" name="Freeform: Shape 442"/>
            <p:cNvSpPr/>
            <p:nvPr/>
          </p:nvSpPr>
          <p:spPr bwMode="auto">
            <a:xfrm>
              <a:off x="6593039" y="1453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4" name="Freeform: Shape 443"/>
            <p:cNvSpPr/>
            <p:nvPr/>
          </p:nvSpPr>
          <p:spPr bwMode="auto">
            <a:xfrm>
              <a:off x="6595200" y="14565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5" name="Freeform: Shape 444"/>
            <p:cNvSpPr/>
            <p:nvPr/>
          </p:nvSpPr>
          <p:spPr bwMode="auto">
            <a:xfrm>
              <a:off x="6594120" y="1454759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6" name="Freeform: Shape 445"/>
            <p:cNvSpPr/>
            <p:nvPr/>
          </p:nvSpPr>
          <p:spPr bwMode="auto">
            <a:xfrm>
              <a:off x="5794920" y="1302480"/>
              <a:ext cx="794879" cy="157680"/>
            </a:xfrm>
            <a:custGeom>
              <a:avLst/>
              <a:gdLst>
                <a:gd name="textAreaLeft" fmla="*/ 0 w 794880"/>
                <a:gd name="textAreaRight" fmla="*/ 795240 w 794880"/>
                <a:gd name="textAreaTop" fmla="*/ 0 h 157680"/>
                <a:gd name="textAreaBottom" fmla="*/ 158040 h 157680"/>
                <a:gd name="GluePoint1X" fmla="*/ 4317 w 795328"/>
                <a:gd name="GluePoint1Y" fmla="*/ 7999 h 158074"/>
                <a:gd name="GluePoint2X" fmla="*/ 7999 w 795328"/>
                <a:gd name="GluePoint2Y" fmla="*/ 8761 h 158074"/>
                <a:gd name="GluePoint3X" fmla="*/ 786315 w 795328"/>
                <a:gd name="GluePoint3Y" fmla="*/ 158074 h 158074"/>
                <a:gd name="GluePoint4X" fmla="*/ 789742 w 795328"/>
                <a:gd name="GluePoint4Y" fmla="*/ 152234 h 158074"/>
                <a:gd name="GluePoint5X" fmla="*/ 789742 w 795328"/>
                <a:gd name="GluePoint5Y" fmla="*/ 152234 h 158074"/>
                <a:gd name="GluePoint6X" fmla="*/ 790504 w 795328"/>
                <a:gd name="GluePoint6Y" fmla="*/ 151472 h 158074"/>
                <a:gd name="GluePoint7X" fmla="*/ 791393 w 795328"/>
                <a:gd name="GluePoint7Y" fmla="*/ 151472 h 158074"/>
                <a:gd name="GluePoint8X" fmla="*/ 792155 w 795328"/>
                <a:gd name="GluePoint8Y" fmla="*/ 151472 h 158074"/>
                <a:gd name="GluePoint9X" fmla="*/ 793298 w 795328"/>
                <a:gd name="GluePoint9Y" fmla="*/ 151472 h 158074"/>
                <a:gd name="GluePoint10X" fmla="*/ 794314 w 795328"/>
                <a:gd name="GluePoint10Y" fmla="*/ 151472 h 158074"/>
                <a:gd name="GluePoint11X" fmla="*/ 795329 w 795328"/>
                <a:gd name="GluePoint11Y" fmla="*/ 151472 h 158074"/>
                <a:gd name="GluePoint12X" fmla="*/ 795329 w 795328"/>
                <a:gd name="GluePoint12Y" fmla="*/ 151472 h 158074"/>
                <a:gd name="GluePoint13X" fmla="*/ 6222 w 795328"/>
                <a:gd name="GluePoint13Y" fmla="*/ 0 h 158074"/>
                <a:gd name="GluePoint14X" fmla="*/ 4190 w 795328"/>
                <a:gd name="GluePoint14Y" fmla="*/ 0 h 158074"/>
                <a:gd name="GluePoint15X" fmla="*/ 2286 w 795328"/>
                <a:gd name="GluePoint15Y" fmla="*/ 762 h 158074"/>
                <a:gd name="GluePoint16X" fmla="*/ 2286 w 795328"/>
                <a:gd name="GluePoint16Y" fmla="*/ 762 h 158074"/>
                <a:gd name="GluePoint17X" fmla="*/ 1397 w 795328"/>
                <a:gd name="GluePoint17Y" fmla="*/ 1524 h 158074"/>
                <a:gd name="GluePoint18X" fmla="*/ 762 w 795328"/>
                <a:gd name="GluePoint18Y" fmla="*/ 2159 h 158074"/>
                <a:gd name="GluePoint19X" fmla="*/ 0 w 795328"/>
                <a:gd name="GluePoint19Y" fmla="*/ 3809 h 158074"/>
                <a:gd name="GluePoint20X" fmla="*/ 4317 w 795328"/>
                <a:gd name="GluePoint20Y" fmla="*/ 7999 h 1580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795328" h="158074" extrusionOk="0">
                  <a:moveTo>
                    <a:pt x="4317" y="7999"/>
                  </a:moveTo>
                  <a:lnTo>
                    <a:pt x="7999" y="8761"/>
                  </a:lnTo>
                  <a:lnTo>
                    <a:pt x="786315" y="158074"/>
                  </a:lnTo>
                  <a:lnTo>
                    <a:pt x="789742" y="152234"/>
                  </a:lnTo>
                  <a:lnTo>
                    <a:pt x="789742" y="152234"/>
                  </a:lnTo>
                  <a:lnTo>
                    <a:pt x="790504" y="151472"/>
                  </a:lnTo>
                  <a:lnTo>
                    <a:pt x="791393" y="151472"/>
                  </a:lnTo>
                  <a:lnTo>
                    <a:pt x="792155" y="151472"/>
                  </a:lnTo>
                  <a:lnTo>
                    <a:pt x="793298" y="151472"/>
                  </a:lnTo>
                  <a:lnTo>
                    <a:pt x="794314" y="151472"/>
                  </a:lnTo>
                  <a:lnTo>
                    <a:pt x="795329" y="151472"/>
                  </a:lnTo>
                  <a:lnTo>
                    <a:pt x="795329" y="151472"/>
                  </a:lnTo>
                  <a:lnTo>
                    <a:pt x="6222" y="0"/>
                  </a:lnTo>
                  <a:lnTo>
                    <a:pt x="4190" y="0"/>
                  </a:lnTo>
                  <a:cubicBezTo>
                    <a:pt x="3504" y="102"/>
                    <a:pt x="2844" y="356"/>
                    <a:pt x="2286" y="762"/>
                  </a:cubicBezTo>
                  <a:lnTo>
                    <a:pt x="2286" y="762"/>
                  </a:lnTo>
                  <a:lnTo>
                    <a:pt x="1397" y="1524"/>
                  </a:lnTo>
                  <a:lnTo>
                    <a:pt x="762" y="2159"/>
                  </a:lnTo>
                  <a:cubicBezTo>
                    <a:pt x="381" y="2641"/>
                    <a:pt x="127" y="3213"/>
                    <a:pt x="0" y="3809"/>
                  </a:cubicBezTo>
                  <a:cubicBezTo>
                    <a:pt x="330" y="6018"/>
                    <a:pt x="2095" y="7732"/>
                    <a:pt x="4317" y="799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7" name="Freeform: Shape 446"/>
            <p:cNvSpPr/>
            <p:nvPr/>
          </p:nvSpPr>
          <p:spPr bwMode="auto">
            <a:xfrm>
              <a:off x="6590880" y="14526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8" name="Freeform: Shape 447"/>
            <p:cNvSpPr/>
            <p:nvPr/>
          </p:nvSpPr>
          <p:spPr bwMode="auto">
            <a:xfrm>
              <a:off x="6593400" y="14540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49" name="Freeform: Shape 448"/>
            <p:cNvSpPr/>
            <p:nvPr/>
          </p:nvSpPr>
          <p:spPr bwMode="auto">
            <a:xfrm>
              <a:off x="6585120" y="1456560"/>
              <a:ext cx="10080" cy="108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8720"/>
                <a:gd name="textAreaBottom" fmla="*/ 109080 h 108720"/>
                <a:gd name="GluePoint1X" fmla="*/ 10157 w 10433"/>
                <a:gd name="GluePoint1Y" fmla="*/ 0 h 109070"/>
                <a:gd name="GluePoint2X" fmla="*/ 10157 w 10433"/>
                <a:gd name="GluePoint2Y" fmla="*/ 2920 h 109070"/>
                <a:gd name="GluePoint3X" fmla="*/ 0 w 10433"/>
                <a:gd name="GluePoint3Y" fmla="*/ 19680 h 109070"/>
                <a:gd name="GluePoint4X" fmla="*/ 0 w 10433"/>
                <a:gd name="GluePoint4Y" fmla="*/ 104113 h 109070"/>
                <a:gd name="GluePoint5X" fmla="*/ 5447 w 10433"/>
                <a:gd name="GluePoint5Y" fmla="*/ 109065 h 109070"/>
                <a:gd name="GluePoint6X" fmla="*/ 5460 w 10433"/>
                <a:gd name="GluePoint6Y" fmla="*/ 109065 h 109070"/>
                <a:gd name="GluePoint7X" fmla="*/ 10284 w 10433"/>
                <a:gd name="GluePoint7Y" fmla="*/ 106271 h 109070"/>
                <a:gd name="GluePoint8X" fmla="*/ 10284 w 10433"/>
                <a:gd name="GluePoint8Y" fmla="*/ 105383 h 109070"/>
                <a:gd name="GluePoint9X" fmla="*/ 10284 w 10433"/>
                <a:gd name="GluePoint9Y" fmla="*/ 104367 h 109070"/>
                <a:gd name="GluePoint10X" fmla="*/ 10284 w 10433"/>
                <a:gd name="GluePoint10Y" fmla="*/ 635 h 109070"/>
                <a:gd name="GluePoint11X" fmla="*/ 10284 w 10433"/>
                <a:gd name="GluePoint11Y" fmla="*/ 635 h 109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433" h="109070" extrusionOk="0">
                  <a:moveTo>
                    <a:pt x="10157" y="0"/>
                  </a:moveTo>
                  <a:cubicBezTo>
                    <a:pt x="10525" y="940"/>
                    <a:pt x="10525" y="1981"/>
                    <a:pt x="10157" y="2920"/>
                  </a:cubicBezTo>
                  <a:lnTo>
                    <a:pt x="0" y="19680"/>
                  </a:lnTo>
                  <a:lnTo>
                    <a:pt x="0" y="104113"/>
                  </a:lnTo>
                  <a:cubicBezTo>
                    <a:pt x="139" y="106982"/>
                    <a:pt x="2577" y="109205"/>
                    <a:pt x="5447" y="109065"/>
                  </a:cubicBezTo>
                  <a:cubicBezTo>
                    <a:pt x="5447" y="109065"/>
                    <a:pt x="5460" y="109065"/>
                    <a:pt x="5460" y="109065"/>
                  </a:cubicBezTo>
                  <a:cubicBezTo>
                    <a:pt x="7453" y="109065"/>
                    <a:pt x="9294" y="107998"/>
                    <a:pt x="10284" y="106271"/>
                  </a:cubicBezTo>
                  <a:cubicBezTo>
                    <a:pt x="10284" y="106271"/>
                    <a:pt x="10284" y="106271"/>
                    <a:pt x="10284" y="105383"/>
                  </a:cubicBezTo>
                  <a:cubicBezTo>
                    <a:pt x="10335" y="105053"/>
                    <a:pt x="10335" y="104697"/>
                    <a:pt x="10284" y="104367"/>
                  </a:cubicBezTo>
                  <a:lnTo>
                    <a:pt x="10284" y="635"/>
                  </a:lnTo>
                  <a:cubicBezTo>
                    <a:pt x="10284" y="635"/>
                    <a:pt x="10284" y="635"/>
                    <a:pt x="10284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0" name="Freeform: Shape 449"/>
            <p:cNvSpPr/>
            <p:nvPr/>
          </p:nvSpPr>
          <p:spPr bwMode="auto">
            <a:xfrm>
              <a:off x="6594480" y="145475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635 h 635"/>
                <a:gd name="GluePoint2X" fmla="*/ 0 w 47"/>
                <a:gd name="GluePoint2Y" fmla="*/ 0 h 635"/>
                <a:gd name="GluePoint3X" fmla="*/ 0 w 47"/>
                <a:gd name="GluePoint3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635" extrusionOk="0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1" name="Freeform: Shape 450"/>
            <p:cNvSpPr/>
            <p:nvPr/>
          </p:nvSpPr>
          <p:spPr bwMode="auto">
            <a:xfrm>
              <a:off x="6589440" y="14522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2" name="Freeform: Shape 451"/>
            <p:cNvSpPr/>
            <p:nvPr/>
          </p:nvSpPr>
          <p:spPr bwMode="auto">
            <a:xfrm>
              <a:off x="6531120" y="1451160"/>
              <a:ext cx="61560" cy="95400"/>
            </a:xfrm>
            <a:custGeom>
              <a:avLst/>
              <a:gdLst>
                <a:gd name="textAreaLeft" fmla="*/ 0 w 61560"/>
                <a:gd name="textAreaRight" fmla="*/ 61920 w 61560"/>
                <a:gd name="textAreaTop" fmla="*/ 0 h 95400"/>
                <a:gd name="textAreaBottom" fmla="*/ 95760 h 95400"/>
                <a:gd name="GluePoint1X" fmla="*/ 58786 w 61856"/>
                <a:gd name="GluePoint1Y" fmla="*/ 1143 h 95733"/>
                <a:gd name="GluePoint2X" fmla="*/ 57770 w 61856"/>
                <a:gd name="GluePoint2Y" fmla="*/ 1143 h 95733"/>
                <a:gd name="GluePoint3X" fmla="*/ 56628 w 61856"/>
                <a:gd name="GluePoint3Y" fmla="*/ 1143 h 95733"/>
                <a:gd name="GluePoint4X" fmla="*/ 55866 w 61856"/>
                <a:gd name="GluePoint4Y" fmla="*/ 1143 h 95733"/>
                <a:gd name="GluePoint5X" fmla="*/ 54977 w 61856"/>
                <a:gd name="GluePoint5Y" fmla="*/ 1143 h 95733"/>
                <a:gd name="GluePoint6X" fmla="*/ 54216 w 61856"/>
                <a:gd name="GluePoint6Y" fmla="*/ 1904 h 95733"/>
                <a:gd name="GluePoint7X" fmla="*/ 54216 w 61856"/>
                <a:gd name="GluePoint7Y" fmla="*/ 1904 h 95733"/>
                <a:gd name="GluePoint8X" fmla="*/ 50787 w 61856"/>
                <a:gd name="GluePoint8Y" fmla="*/ 7745 h 95733"/>
                <a:gd name="GluePoint9X" fmla="*/ 0 w 61856"/>
                <a:gd name="GluePoint9Y" fmla="*/ 91162 h 95733"/>
                <a:gd name="GluePoint10X" fmla="*/ 3809 w 61856"/>
                <a:gd name="GluePoint10Y" fmla="*/ 91162 h 95733"/>
                <a:gd name="GluePoint11X" fmla="*/ 3809 w 61856"/>
                <a:gd name="GluePoint11Y" fmla="*/ 91162 h 95733"/>
                <a:gd name="GluePoint12X" fmla="*/ 4698 w 61856"/>
                <a:gd name="GluePoint12Y" fmla="*/ 91162 h 95733"/>
                <a:gd name="GluePoint13X" fmla="*/ 5587 w 61856"/>
                <a:gd name="GluePoint13Y" fmla="*/ 91162 h 95733"/>
                <a:gd name="GluePoint14X" fmla="*/ 6348 w 61856"/>
                <a:gd name="GluePoint14Y" fmla="*/ 91797 h 95733"/>
                <a:gd name="GluePoint15X" fmla="*/ 6348 w 61856"/>
                <a:gd name="GluePoint15Y" fmla="*/ 92559 h 95733"/>
                <a:gd name="GluePoint16X" fmla="*/ 6348 w 61856"/>
                <a:gd name="GluePoint16Y" fmla="*/ 93448 h 95733"/>
                <a:gd name="GluePoint17X" fmla="*/ 6348 w 61856"/>
                <a:gd name="GluePoint17Y" fmla="*/ 94464 h 95733"/>
                <a:gd name="GluePoint18X" fmla="*/ 6348 w 61856"/>
                <a:gd name="GluePoint18Y" fmla="*/ 94464 h 95733"/>
                <a:gd name="GluePoint19X" fmla="*/ 6348 w 61856"/>
                <a:gd name="GluePoint19Y" fmla="*/ 95733 h 95733"/>
                <a:gd name="GluePoint20X" fmla="*/ 51422 w 61856"/>
                <a:gd name="GluePoint20Y" fmla="*/ 21204 h 95733"/>
                <a:gd name="GluePoint21X" fmla="*/ 61580 w 61856"/>
                <a:gd name="GluePoint21Y" fmla="*/ 4444 h 95733"/>
                <a:gd name="GluePoint22X" fmla="*/ 61580 w 61856"/>
                <a:gd name="GluePoint22Y" fmla="*/ 1524 h 95733"/>
                <a:gd name="GluePoint23X" fmla="*/ 61580 w 61856"/>
                <a:gd name="GluePoint23Y" fmla="*/ 1524 h 95733"/>
                <a:gd name="GluePoint24X" fmla="*/ 61580 w 61856"/>
                <a:gd name="GluePoint24Y" fmla="*/ 1524 h 95733"/>
                <a:gd name="GluePoint25X" fmla="*/ 61580 w 61856"/>
                <a:gd name="GluePoint25Y" fmla="*/ 635 h 95733"/>
                <a:gd name="GluePoint26X" fmla="*/ 61580 w 61856"/>
                <a:gd name="GluePoint26Y" fmla="*/ 635 h 95733"/>
                <a:gd name="GluePoint27X" fmla="*/ 61580 w 61856"/>
                <a:gd name="GluePoint27Y" fmla="*/ 635 h 95733"/>
                <a:gd name="GluePoint28X" fmla="*/ 60818 w 61856"/>
                <a:gd name="GluePoint28Y" fmla="*/ 0 h 95733"/>
                <a:gd name="GluePoint29X" fmla="*/ 60818 w 61856"/>
                <a:gd name="GluePoint29Y" fmla="*/ 0 h 95733"/>
                <a:gd name="GluePoint30X" fmla="*/ 60818 w 61856"/>
                <a:gd name="GluePoint30Y" fmla="*/ 0 h 95733"/>
                <a:gd name="GluePoint31X" fmla="*/ 59802 w 61856"/>
                <a:gd name="GluePoint31Y" fmla="*/ 0 h 957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</a:cxnLst>
              <a:rect l="textAreaLeft" t="textAreaTop" r="textAreaRight" b="textAreaBottom"/>
              <a:pathLst>
                <a:path w="61856" h="95733" extrusionOk="0">
                  <a:moveTo>
                    <a:pt x="58786" y="1143"/>
                  </a:moveTo>
                  <a:lnTo>
                    <a:pt x="57770" y="1143"/>
                  </a:lnTo>
                  <a:lnTo>
                    <a:pt x="56628" y="1143"/>
                  </a:lnTo>
                  <a:lnTo>
                    <a:pt x="55866" y="1143"/>
                  </a:lnTo>
                  <a:lnTo>
                    <a:pt x="54977" y="1143"/>
                  </a:lnTo>
                  <a:cubicBezTo>
                    <a:pt x="54698" y="1358"/>
                    <a:pt x="54431" y="1625"/>
                    <a:pt x="54216" y="1904"/>
                  </a:cubicBezTo>
                  <a:lnTo>
                    <a:pt x="54216" y="1904"/>
                  </a:lnTo>
                  <a:lnTo>
                    <a:pt x="50787" y="7745"/>
                  </a:lnTo>
                  <a:lnTo>
                    <a:pt x="0" y="91162"/>
                  </a:lnTo>
                  <a:lnTo>
                    <a:pt x="3809" y="91162"/>
                  </a:lnTo>
                  <a:lnTo>
                    <a:pt x="3809" y="91162"/>
                  </a:lnTo>
                  <a:lnTo>
                    <a:pt x="4698" y="91162"/>
                  </a:lnTo>
                  <a:lnTo>
                    <a:pt x="5587" y="91162"/>
                  </a:lnTo>
                  <a:lnTo>
                    <a:pt x="6348" y="91797"/>
                  </a:lnTo>
                  <a:lnTo>
                    <a:pt x="6348" y="92559"/>
                  </a:lnTo>
                  <a:cubicBezTo>
                    <a:pt x="6348" y="92559"/>
                    <a:pt x="6348" y="93194"/>
                    <a:pt x="6348" y="93448"/>
                  </a:cubicBezTo>
                  <a:cubicBezTo>
                    <a:pt x="6400" y="93778"/>
                    <a:pt x="6400" y="94133"/>
                    <a:pt x="6348" y="94464"/>
                  </a:cubicBezTo>
                  <a:cubicBezTo>
                    <a:pt x="6348" y="94464"/>
                    <a:pt x="6348" y="94464"/>
                    <a:pt x="6348" y="94464"/>
                  </a:cubicBezTo>
                  <a:lnTo>
                    <a:pt x="6348" y="95733"/>
                  </a:lnTo>
                  <a:lnTo>
                    <a:pt x="51422" y="21204"/>
                  </a:lnTo>
                  <a:lnTo>
                    <a:pt x="61580" y="4444"/>
                  </a:lnTo>
                  <a:cubicBezTo>
                    <a:pt x="61948" y="3504"/>
                    <a:pt x="61948" y="2463"/>
                    <a:pt x="61580" y="1524"/>
                  </a:cubicBezTo>
                  <a:lnTo>
                    <a:pt x="61580" y="1524"/>
                  </a:lnTo>
                  <a:cubicBezTo>
                    <a:pt x="61580" y="1524"/>
                    <a:pt x="61580" y="1524"/>
                    <a:pt x="61580" y="1524"/>
                  </a:cubicBezTo>
                  <a:lnTo>
                    <a:pt x="61580" y="635"/>
                  </a:lnTo>
                  <a:lnTo>
                    <a:pt x="61580" y="635"/>
                  </a:lnTo>
                  <a:lnTo>
                    <a:pt x="61580" y="635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60818" y="0"/>
                  </a:lnTo>
                  <a:lnTo>
                    <a:pt x="5980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3" name="Freeform: Shape 452"/>
            <p:cNvSpPr/>
            <p:nvPr/>
          </p:nvSpPr>
          <p:spPr bwMode="auto">
            <a:xfrm>
              <a:off x="6528240" y="1550160"/>
              <a:ext cx="10440" cy="108359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360"/>
                <a:gd name="textAreaBottom" fmla="*/ 108720 h 108360"/>
                <a:gd name="GluePoint1X" fmla="*/ 10665 w 10712"/>
                <a:gd name="GluePoint1Y" fmla="*/ 103097 h 108558"/>
                <a:gd name="GluePoint2X" fmla="*/ 10665 w 10712"/>
                <a:gd name="GluePoint2Y" fmla="*/ 103097 h 108558"/>
                <a:gd name="GluePoint3X" fmla="*/ 10665 w 10712"/>
                <a:gd name="GluePoint3Y" fmla="*/ 0 h 108558"/>
                <a:gd name="GluePoint4X" fmla="*/ 10665 w 10712"/>
                <a:gd name="GluePoint4Y" fmla="*/ 0 h 108558"/>
                <a:gd name="GluePoint5X" fmla="*/ 10665 w 10712"/>
                <a:gd name="GluePoint5Y" fmla="*/ 1396 h 108558"/>
                <a:gd name="GluePoint6X" fmla="*/ 5332 w 10712"/>
                <a:gd name="GluePoint6Y" fmla="*/ 5332 h 108558"/>
                <a:gd name="GluePoint7X" fmla="*/ 4444 w 10712"/>
                <a:gd name="GluePoint7Y" fmla="*/ 5332 h 108558"/>
                <a:gd name="GluePoint8X" fmla="*/ 0 w 10712"/>
                <a:gd name="GluePoint8Y" fmla="*/ 4571 h 108558"/>
                <a:gd name="GluePoint9X" fmla="*/ 0 w 10712"/>
                <a:gd name="GluePoint9Y" fmla="*/ 103605 h 108558"/>
                <a:gd name="GluePoint10X" fmla="*/ 5193 w 10712"/>
                <a:gd name="GluePoint10Y" fmla="*/ 108557 h 108558"/>
                <a:gd name="GluePoint11X" fmla="*/ 5332 w 10712"/>
                <a:gd name="GluePoint11Y" fmla="*/ 108557 h 108558"/>
                <a:gd name="GluePoint12X" fmla="*/ 5332 w 10712"/>
                <a:gd name="GluePoint12Y" fmla="*/ 108557 h 108558"/>
                <a:gd name="GluePoint13X" fmla="*/ 7745 w 10712"/>
                <a:gd name="GluePoint13Y" fmla="*/ 107922 h 108558"/>
                <a:gd name="GluePoint14X" fmla="*/ 7745 w 10712"/>
                <a:gd name="GluePoint14Y" fmla="*/ 107922 h 108558"/>
                <a:gd name="GluePoint15X" fmla="*/ 7745 w 10712"/>
                <a:gd name="GluePoint15Y" fmla="*/ 107922 h 108558"/>
                <a:gd name="GluePoint16X" fmla="*/ 7745 w 10712"/>
                <a:gd name="GluePoint16Y" fmla="*/ 107922 h 108558"/>
                <a:gd name="GluePoint17X" fmla="*/ 8634 w 10712"/>
                <a:gd name="GluePoint17Y" fmla="*/ 106906 h 108558"/>
                <a:gd name="GluePoint18X" fmla="*/ 9396 w 10712"/>
                <a:gd name="GluePoint18Y" fmla="*/ 105382 h 108558"/>
                <a:gd name="GluePoint19X" fmla="*/ 10665 w 10712"/>
                <a:gd name="GluePoint19Y" fmla="*/ 103097 h 1085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</a:cxnLst>
              <a:rect l="textAreaLeft" t="textAreaTop" r="textAreaRight" b="textAreaBottom"/>
              <a:pathLst>
                <a:path w="10712" h="108558" extrusionOk="0">
                  <a:moveTo>
                    <a:pt x="10665" y="103097"/>
                  </a:moveTo>
                  <a:cubicBezTo>
                    <a:pt x="10665" y="103097"/>
                    <a:pt x="10665" y="103097"/>
                    <a:pt x="10665" y="103097"/>
                  </a:cubicBez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8" y="470"/>
                    <a:pt x="10728" y="940"/>
                    <a:pt x="10665" y="1396"/>
                  </a:cubicBezTo>
                  <a:cubicBezTo>
                    <a:pt x="10018" y="3784"/>
                    <a:pt x="7808" y="5422"/>
                    <a:pt x="5332" y="5332"/>
                  </a:cubicBezTo>
                  <a:lnTo>
                    <a:pt x="4444" y="5332"/>
                  </a:lnTo>
                  <a:lnTo>
                    <a:pt x="0" y="4571"/>
                  </a:lnTo>
                  <a:lnTo>
                    <a:pt x="0" y="103605"/>
                  </a:lnTo>
                  <a:cubicBezTo>
                    <a:pt x="64" y="106411"/>
                    <a:pt x="2399" y="108633"/>
                    <a:pt x="5193" y="108557"/>
                  </a:cubicBezTo>
                  <a:cubicBezTo>
                    <a:pt x="5243" y="108557"/>
                    <a:pt x="5281" y="108557"/>
                    <a:pt x="5332" y="108557"/>
                  </a:cubicBezTo>
                  <a:lnTo>
                    <a:pt x="5332" y="108557"/>
                  </a:lnTo>
                  <a:cubicBezTo>
                    <a:pt x="6170" y="108544"/>
                    <a:pt x="7009" y="108328"/>
                    <a:pt x="7745" y="107922"/>
                  </a:cubicBezTo>
                  <a:lnTo>
                    <a:pt x="7745" y="107922"/>
                  </a:lnTo>
                  <a:lnTo>
                    <a:pt x="7745" y="107922"/>
                  </a:lnTo>
                  <a:lnTo>
                    <a:pt x="7745" y="107922"/>
                  </a:lnTo>
                  <a:cubicBezTo>
                    <a:pt x="8101" y="107643"/>
                    <a:pt x="8405" y="107300"/>
                    <a:pt x="8634" y="106906"/>
                  </a:cubicBezTo>
                  <a:cubicBezTo>
                    <a:pt x="9040" y="106487"/>
                    <a:pt x="9294" y="105954"/>
                    <a:pt x="9396" y="105382"/>
                  </a:cubicBezTo>
                  <a:cubicBezTo>
                    <a:pt x="9396" y="105382"/>
                    <a:pt x="10665" y="103351"/>
                    <a:pt x="10665" y="10309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4" name="Freeform: Shape 453"/>
            <p:cNvSpPr/>
            <p:nvPr/>
          </p:nvSpPr>
          <p:spPr bwMode="auto">
            <a:xfrm>
              <a:off x="5720039" y="1409759"/>
              <a:ext cx="817920" cy="143280"/>
            </a:xfrm>
            <a:custGeom>
              <a:avLst/>
              <a:gdLst>
                <a:gd name="textAreaLeft" fmla="*/ 0 w 817920"/>
                <a:gd name="textAreaRight" fmla="*/ 818280 w 817920"/>
                <a:gd name="textAreaTop" fmla="*/ 0 h 143280"/>
                <a:gd name="textAreaBottom" fmla="*/ 143640 h 143280"/>
                <a:gd name="GluePoint1X" fmla="*/ 0 w 818231"/>
                <a:gd name="GluePoint1Y" fmla="*/ 5044 h 143695"/>
                <a:gd name="GluePoint2X" fmla="*/ 762 w 818231"/>
                <a:gd name="GluePoint2Y" fmla="*/ 6568 h 143695"/>
                <a:gd name="GluePoint3X" fmla="*/ 762 w 818231"/>
                <a:gd name="GluePoint3Y" fmla="*/ 6568 h 143695"/>
                <a:gd name="GluePoint4X" fmla="*/ 762 w 818231"/>
                <a:gd name="GluePoint4Y" fmla="*/ 6568 h 143695"/>
                <a:gd name="GluePoint5X" fmla="*/ 1778 w 818231"/>
                <a:gd name="GluePoint5Y" fmla="*/ 7457 h 143695"/>
                <a:gd name="GluePoint6X" fmla="*/ 1778 w 818231"/>
                <a:gd name="GluePoint6Y" fmla="*/ 7457 h 143695"/>
                <a:gd name="GluePoint7X" fmla="*/ 3555 w 818231"/>
                <a:gd name="GluePoint7Y" fmla="*/ 8091 h 143695"/>
                <a:gd name="GluePoint8X" fmla="*/ 9904 w 818231"/>
                <a:gd name="GluePoint8Y" fmla="*/ 9107 h 143695"/>
                <a:gd name="GluePoint9X" fmla="*/ 807519 w 818231"/>
                <a:gd name="GluePoint9Y" fmla="*/ 142931 h 143695"/>
                <a:gd name="GluePoint10X" fmla="*/ 811962 w 818231"/>
                <a:gd name="GluePoint10Y" fmla="*/ 143692 h 143695"/>
                <a:gd name="GluePoint11X" fmla="*/ 812851 w 818231"/>
                <a:gd name="GluePoint11Y" fmla="*/ 143692 h 143695"/>
                <a:gd name="GluePoint12X" fmla="*/ 818183 w 818231"/>
                <a:gd name="GluePoint12Y" fmla="*/ 139756 h 143695"/>
                <a:gd name="GluePoint13X" fmla="*/ 818183 w 818231"/>
                <a:gd name="GluePoint13Y" fmla="*/ 138360 h 143695"/>
                <a:gd name="GluePoint14X" fmla="*/ 818183 w 818231"/>
                <a:gd name="GluePoint14Y" fmla="*/ 137344 h 143695"/>
                <a:gd name="GluePoint15X" fmla="*/ 818183 w 818231"/>
                <a:gd name="GluePoint15Y" fmla="*/ 136455 h 143695"/>
                <a:gd name="GluePoint16X" fmla="*/ 818183 w 818231"/>
                <a:gd name="GluePoint16Y" fmla="*/ 135693 h 143695"/>
                <a:gd name="GluePoint17X" fmla="*/ 817422 w 818231"/>
                <a:gd name="GluePoint17Y" fmla="*/ 135058 h 143695"/>
                <a:gd name="GluePoint18X" fmla="*/ 816533 w 818231"/>
                <a:gd name="GluePoint18Y" fmla="*/ 135058 h 143695"/>
                <a:gd name="GluePoint19X" fmla="*/ 815644 w 818231"/>
                <a:gd name="GluePoint19Y" fmla="*/ 135058 h 143695"/>
                <a:gd name="GluePoint20X" fmla="*/ 815644 w 818231"/>
                <a:gd name="GluePoint20Y" fmla="*/ 135058 h 143695"/>
                <a:gd name="GluePoint21X" fmla="*/ 811835 w 818231"/>
                <a:gd name="GluePoint21Y" fmla="*/ 135058 h 143695"/>
                <a:gd name="GluePoint22X" fmla="*/ 15109 w 818231"/>
                <a:gd name="GluePoint22Y" fmla="*/ 1362 h 143695"/>
                <a:gd name="GluePoint23X" fmla="*/ 7237 w 818231"/>
                <a:gd name="GluePoint23Y" fmla="*/ 93 h 143695"/>
                <a:gd name="GluePoint24X" fmla="*/ 1397 w 818231"/>
                <a:gd name="GluePoint24Y" fmla="*/ 3140 h 143695"/>
                <a:gd name="GluePoint25X" fmla="*/ 1397 w 818231"/>
                <a:gd name="GluePoint25Y" fmla="*/ 3140 h 143695"/>
                <a:gd name="GluePoint26X" fmla="*/ 1397 w 818231"/>
                <a:gd name="GluePoint26Y" fmla="*/ 3140 h 143695"/>
                <a:gd name="GluePoint27X" fmla="*/ 1397 w 818231"/>
                <a:gd name="GluePoint27Y" fmla="*/ 4790 h 1436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818231" h="143695" extrusionOk="0">
                  <a:moveTo>
                    <a:pt x="0" y="5044"/>
                  </a:moveTo>
                  <a:cubicBezTo>
                    <a:pt x="153" y="5603"/>
                    <a:pt x="406" y="6111"/>
                    <a:pt x="762" y="6568"/>
                  </a:cubicBezTo>
                  <a:lnTo>
                    <a:pt x="762" y="6568"/>
                  </a:lnTo>
                  <a:lnTo>
                    <a:pt x="762" y="6568"/>
                  </a:lnTo>
                  <a:cubicBezTo>
                    <a:pt x="1003" y="6949"/>
                    <a:pt x="1359" y="7266"/>
                    <a:pt x="1778" y="7457"/>
                  </a:cubicBezTo>
                  <a:lnTo>
                    <a:pt x="1778" y="7457"/>
                  </a:lnTo>
                  <a:lnTo>
                    <a:pt x="3555" y="8091"/>
                  </a:lnTo>
                  <a:lnTo>
                    <a:pt x="9904" y="9107"/>
                  </a:lnTo>
                  <a:lnTo>
                    <a:pt x="807519" y="142931"/>
                  </a:lnTo>
                  <a:lnTo>
                    <a:pt x="811962" y="143692"/>
                  </a:lnTo>
                  <a:lnTo>
                    <a:pt x="812851" y="143692"/>
                  </a:lnTo>
                  <a:cubicBezTo>
                    <a:pt x="815327" y="143781"/>
                    <a:pt x="817536" y="142143"/>
                    <a:pt x="818183" y="139756"/>
                  </a:cubicBezTo>
                  <a:cubicBezTo>
                    <a:pt x="818247" y="139299"/>
                    <a:pt x="818247" y="138817"/>
                    <a:pt x="818183" y="138360"/>
                  </a:cubicBezTo>
                  <a:cubicBezTo>
                    <a:pt x="818235" y="138029"/>
                    <a:pt x="818235" y="137674"/>
                    <a:pt x="818183" y="137344"/>
                  </a:cubicBezTo>
                  <a:cubicBezTo>
                    <a:pt x="818183" y="137344"/>
                    <a:pt x="818183" y="137344"/>
                    <a:pt x="818183" y="136455"/>
                  </a:cubicBezTo>
                  <a:lnTo>
                    <a:pt x="818183" y="135693"/>
                  </a:lnTo>
                  <a:lnTo>
                    <a:pt x="817422" y="135058"/>
                  </a:lnTo>
                  <a:lnTo>
                    <a:pt x="816533" y="135058"/>
                  </a:lnTo>
                  <a:lnTo>
                    <a:pt x="815644" y="135058"/>
                  </a:lnTo>
                  <a:lnTo>
                    <a:pt x="815644" y="135058"/>
                  </a:lnTo>
                  <a:lnTo>
                    <a:pt x="811835" y="135058"/>
                  </a:lnTo>
                  <a:lnTo>
                    <a:pt x="15109" y="1362"/>
                  </a:lnTo>
                  <a:lnTo>
                    <a:pt x="7237" y="93"/>
                  </a:lnTo>
                  <a:cubicBezTo>
                    <a:pt x="4825" y="-365"/>
                    <a:pt x="2412" y="905"/>
                    <a:pt x="1397" y="3140"/>
                  </a:cubicBezTo>
                  <a:lnTo>
                    <a:pt x="1397" y="3140"/>
                  </a:lnTo>
                  <a:lnTo>
                    <a:pt x="1397" y="3140"/>
                  </a:lnTo>
                  <a:cubicBezTo>
                    <a:pt x="1270" y="3686"/>
                    <a:pt x="1270" y="4244"/>
                    <a:pt x="1397" y="479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5" name="Freeform: Shape 454"/>
            <p:cNvSpPr/>
            <p:nvPr/>
          </p:nvSpPr>
          <p:spPr bwMode="auto">
            <a:xfrm>
              <a:off x="4083840" y="983879"/>
              <a:ext cx="174960" cy="14796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47960"/>
                <a:gd name="textAreaBottom" fmla="*/ 148320 h 147960"/>
                <a:gd name="GluePoint1X" fmla="*/ 166709 w 175216"/>
                <a:gd name="GluePoint1Y" fmla="*/ 2158 h 148170"/>
                <a:gd name="GluePoint2X" fmla="*/ 166709 w 175216"/>
                <a:gd name="GluePoint2Y" fmla="*/ 0 h 148170"/>
                <a:gd name="GluePoint3X" fmla="*/ 1650 w 175216"/>
                <a:gd name="GluePoint3Y" fmla="*/ 134204 h 148170"/>
                <a:gd name="GluePoint4X" fmla="*/ 1650 w 175216"/>
                <a:gd name="GluePoint4Y" fmla="*/ 145250 h 148170"/>
                <a:gd name="GluePoint5X" fmla="*/ 1650 w 175216"/>
                <a:gd name="GluePoint5Y" fmla="*/ 145885 h 148170"/>
                <a:gd name="GluePoint6X" fmla="*/ 1650 w 175216"/>
                <a:gd name="GluePoint6Y" fmla="*/ 145885 h 148170"/>
                <a:gd name="GluePoint7X" fmla="*/ 1650 w 175216"/>
                <a:gd name="GluePoint7Y" fmla="*/ 145885 h 148170"/>
                <a:gd name="GluePoint8X" fmla="*/ 0 w 175216"/>
                <a:gd name="GluePoint8Y" fmla="*/ 148171 h 148170"/>
                <a:gd name="GluePoint9X" fmla="*/ 0 w 175216"/>
                <a:gd name="GluePoint9Y" fmla="*/ 148171 h 148170"/>
                <a:gd name="GluePoint10X" fmla="*/ 175216 w 175216"/>
                <a:gd name="GluePoint10Y" fmla="*/ 5840 h 148170"/>
                <a:gd name="GluePoint11X" fmla="*/ 175216 w 175216"/>
                <a:gd name="GluePoint11Y" fmla="*/ 5840 h 148170"/>
                <a:gd name="GluePoint12X" fmla="*/ 171534 w 175216"/>
                <a:gd name="GluePoint12Y" fmla="*/ 7237 h 148170"/>
                <a:gd name="GluePoint13X" fmla="*/ 166709 w 175216"/>
                <a:gd name="GluePoint13Y" fmla="*/ 2158 h 1481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75216" h="148170" extrusionOk="0">
                  <a:moveTo>
                    <a:pt x="166709" y="2158"/>
                  </a:moveTo>
                  <a:lnTo>
                    <a:pt x="166709" y="0"/>
                  </a:lnTo>
                  <a:lnTo>
                    <a:pt x="1650" y="134204"/>
                  </a:lnTo>
                  <a:lnTo>
                    <a:pt x="1650" y="145250"/>
                  </a:lnTo>
                  <a:cubicBezTo>
                    <a:pt x="1650" y="145250"/>
                    <a:pt x="1650" y="145250"/>
                    <a:pt x="1650" y="145885"/>
                  </a:cubicBezTo>
                  <a:lnTo>
                    <a:pt x="1650" y="145885"/>
                  </a:lnTo>
                  <a:lnTo>
                    <a:pt x="1650" y="145885"/>
                  </a:lnTo>
                  <a:cubicBezTo>
                    <a:pt x="1358" y="146812"/>
                    <a:pt x="787" y="147612"/>
                    <a:pt x="0" y="148171"/>
                  </a:cubicBezTo>
                  <a:lnTo>
                    <a:pt x="0" y="148171"/>
                  </a:lnTo>
                  <a:lnTo>
                    <a:pt x="175216" y="5840"/>
                  </a:lnTo>
                  <a:lnTo>
                    <a:pt x="175216" y="5840"/>
                  </a:lnTo>
                  <a:cubicBezTo>
                    <a:pt x="174175" y="6691"/>
                    <a:pt x="172880" y="7186"/>
                    <a:pt x="171534" y="7237"/>
                  </a:cubicBezTo>
                  <a:cubicBezTo>
                    <a:pt x="168855" y="7047"/>
                    <a:pt x="166773" y="4837"/>
                    <a:pt x="166709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6" name="Freeform: Shape 455"/>
            <p:cNvSpPr/>
            <p:nvPr/>
          </p:nvSpPr>
          <p:spPr bwMode="auto">
            <a:xfrm>
              <a:off x="4085280" y="11304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  <a:gd name="GluePoint4X" fmla="*/ 0 w 1269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7" name="Freeform: Shape 456"/>
            <p:cNvSpPr/>
            <p:nvPr/>
          </p:nvSpPr>
          <p:spPr bwMode="auto">
            <a:xfrm>
              <a:off x="5760" y="100800"/>
              <a:ext cx="4074120" cy="1032480"/>
            </a:xfrm>
            <a:custGeom>
              <a:avLst/>
              <a:gdLst>
                <a:gd name="textAreaLeft" fmla="*/ 0 w 4074120"/>
                <a:gd name="textAreaRight" fmla="*/ 4074480 w 4074120"/>
                <a:gd name="textAreaTop" fmla="*/ 0 h 1032480"/>
                <a:gd name="textAreaBottom" fmla="*/ 1032840 h 1032480"/>
                <a:gd name="GluePoint1X" fmla="*/ 4068952 w 4074411"/>
                <a:gd name="GluePoint1Y" fmla="*/ 1028306 h 1033011"/>
                <a:gd name="GluePoint2X" fmla="*/ 4068952 w 4074411"/>
                <a:gd name="GluePoint2Y" fmla="*/ 1021831 h 1033011"/>
                <a:gd name="GluePoint3X" fmla="*/ 0 w 4074411"/>
                <a:gd name="GluePoint3Y" fmla="*/ 0 h 1033011"/>
                <a:gd name="GluePoint4X" fmla="*/ 0 w 4074411"/>
                <a:gd name="GluePoint4Y" fmla="*/ 10157 h 1033011"/>
                <a:gd name="GluePoint5X" fmla="*/ 4072888 w 4074411"/>
                <a:gd name="GluePoint5Y" fmla="*/ 1033004 h 1033011"/>
                <a:gd name="GluePoint6X" fmla="*/ 4074411 w 4074411"/>
                <a:gd name="GluePoint6Y" fmla="*/ 1033004 h 1033011"/>
                <a:gd name="GluePoint7X" fmla="*/ 4068952 w 4074411"/>
                <a:gd name="GluePoint7Y" fmla="*/ 1028306 h 103301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4074411" h="1033011" extrusionOk="0">
                  <a:moveTo>
                    <a:pt x="4068952" y="1028306"/>
                  </a:moveTo>
                  <a:lnTo>
                    <a:pt x="4068952" y="1021831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1631" y="1033156"/>
                    <a:pt x="4069218" y="1031087"/>
                    <a:pt x="4068952" y="102830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8" name="Freeform: Shape 457"/>
            <p:cNvSpPr/>
            <p:nvPr/>
          </p:nvSpPr>
          <p:spPr bwMode="auto">
            <a:xfrm>
              <a:off x="4074840" y="102744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8 w 10538"/>
                <a:gd name="GluePoint1Y" fmla="*/ 102208 h 106531"/>
                <a:gd name="GluePoint2X" fmla="*/ 10538 w 10538"/>
                <a:gd name="GluePoint2Y" fmla="*/ 101574 h 106531"/>
                <a:gd name="GluePoint3X" fmla="*/ 10538 w 10538"/>
                <a:gd name="GluePoint3Y" fmla="*/ 0 h 106531"/>
                <a:gd name="GluePoint4X" fmla="*/ 8761 w 10538"/>
                <a:gd name="GluePoint4Y" fmla="*/ 1524 h 106531"/>
                <a:gd name="GluePoint5X" fmla="*/ 8761 w 10538"/>
                <a:gd name="GluePoint5Y" fmla="*/ 1524 h 106531"/>
                <a:gd name="GluePoint6X" fmla="*/ 5460 w 10538"/>
                <a:gd name="GluePoint6Y" fmla="*/ 2666 h 106531"/>
                <a:gd name="GluePoint7X" fmla="*/ 3936 w 10538"/>
                <a:gd name="GluePoint7Y" fmla="*/ 2666 h 106531"/>
                <a:gd name="GluePoint8X" fmla="*/ 0 w 10538"/>
                <a:gd name="GluePoint8Y" fmla="*/ 1778 h 106531"/>
                <a:gd name="GluePoint9X" fmla="*/ 0 w 10538"/>
                <a:gd name="GluePoint9Y" fmla="*/ 101574 h 106531"/>
                <a:gd name="GluePoint10X" fmla="*/ 5447 w 10538"/>
                <a:gd name="GluePoint10Y" fmla="*/ 106525 h 106531"/>
                <a:gd name="GluePoint11X" fmla="*/ 5460 w 10538"/>
                <a:gd name="GluePoint11Y" fmla="*/ 106525 h 106531"/>
                <a:gd name="GluePoint12X" fmla="*/ 8380 w 10538"/>
                <a:gd name="GluePoint12Y" fmla="*/ 105636 h 106531"/>
                <a:gd name="GluePoint13X" fmla="*/ 8380 w 10538"/>
                <a:gd name="GluePoint13Y" fmla="*/ 105636 h 106531"/>
                <a:gd name="GluePoint14X" fmla="*/ 8380 w 10538"/>
                <a:gd name="GluePoint14Y" fmla="*/ 105636 h 106531"/>
                <a:gd name="GluePoint15X" fmla="*/ 10030 w 10538"/>
                <a:gd name="GluePoint15Y" fmla="*/ 103351 h 106531"/>
                <a:gd name="GluePoint16X" fmla="*/ 10538 w 10538"/>
                <a:gd name="GluePoint16Y" fmla="*/ 102208 h 1065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8" h="106531" extrusionOk="0">
                  <a:moveTo>
                    <a:pt x="10538" y="102208"/>
                  </a:moveTo>
                  <a:cubicBezTo>
                    <a:pt x="10538" y="102208"/>
                    <a:pt x="10538" y="102208"/>
                    <a:pt x="10538" y="101574"/>
                  </a:cubicBezTo>
                  <a:lnTo>
                    <a:pt x="10538" y="0"/>
                  </a:lnTo>
                  <a:lnTo>
                    <a:pt x="8761" y="1524"/>
                  </a:lnTo>
                  <a:lnTo>
                    <a:pt x="8761" y="1524"/>
                  </a:lnTo>
                  <a:cubicBezTo>
                    <a:pt x="7808" y="2235"/>
                    <a:pt x="6653" y="2641"/>
                    <a:pt x="5460" y="2666"/>
                  </a:cubicBezTo>
                  <a:lnTo>
                    <a:pt x="3936" y="2666"/>
                  </a:lnTo>
                  <a:lnTo>
                    <a:pt x="0" y="1778"/>
                  </a:lnTo>
                  <a:lnTo>
                    <a:pt x="0" y="101574"/>
                  </a:lnTo>
                  <a:cubicBezTo>
                    <a:pt x="139" y="104443"/>
                    <a:pt x="2577" y="106665"/>
                    <a:pt x="5447" y="106525"/>
                  </a:cubicBezTo>
                  <a:cubicBezTo>
                    <a:pt x="5447" y="106525"/>
                    <a:pt x="5460" y="106525"/>
                    <a:pt x="5460" y="106525"/>
                  </a:cubicBezTo>
                  <a:cubicBezTo>
                    <a:pt x="6488" y="106487"/>
                    <a:pt x="7504" y="106170"/>
                    <a:pt x="8380" y="105636"/>
                  </a:cubicBezTo>
                  <a:lnTo>
                    <a:pt x="8380" y="105636"/>
                  </a:lnTo>
                  <a:lnTo>
                    <a:pt x="8380" y="105636"/>
                  </a:lnTo>
                  <a:cubicBezTo>
                    <a:pt x="9167" y="105078"/>
                    <a:pt x="9738" y="104278"/>
                    <a:pt x="10030" y="103351"/>
                  </a:cubicBezTo>
                  <a:cubicBezTo>
                    <a:pt x="10030" y="103351"/>
                    <a:pt x="10538" y="102462"/>
                    <a:pt x="10538" y="10220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59" name="Freeform: Shape 458"/>
            <p:cNvSpPr/>
            <p:nvPr/>
          </p:nvSpPr>
          <p:spPr bwMode="auto">
            <a:xfrm>
              <a:off x="4080240" y="102924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 extrusionOk="0">
                  <a:moveTo>
                    <a:pt x="3301" y="0"/>
                  </a:moveTo>
                  <a:cubicBezTo>
                    <a:pt x="2336" y="698"/>
                    <a:pt x="1193" y="1092"/>
                    <a:pt x="0" y="1143"/>
                  </a:cubicBezTo>
                  <a:cubicBezTo>
                    <a:pt x="1193" y="1117"/>
                    <a:pt x="2349" y="711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0" name="Freeform: Shape 459"/>
            <p:cNvSpPr/>
            <p:nvPr/>
          </p:nvSpPr>
          <p:spPr bwMode="auto">
            <a:xfrm>
              <a:off x="5760" y="-2880"/>
              <a:ext cx="4074120" cy="1032480"/>
            </a:xfrm>
            <a:custGeom>
              <a:avLst/>
              <a:gdLst>
                <a:gd name="textAreaLeft" fmla="*/ 0 w 4074120"/>
                <a:gd name="textAreaRight" fmla="*/ 4074480 w 4074120"/>
                <a:gd name="textAreaTop" fmla="*/ 0 h 1032480"/>
                <a:gd name="textAreaBottom" fmla="*/ 1032840 h 1032480"/>
                <a:gd name="GluePoint1X" fmla="*/ 4070729 w 4074411"/>
                <a:gd name="GluePoint1Y" fmla="*/ 1024624 h 1033003"/>
                <a:gd name="GluePoint2X" fmla="*/ 4073015 w 4074411"/>
                <a:gd name="GluePoint2Y" fmla="*/ 1022847 h 1033003"/>
                <a:gd name="GluePoint3X" fmla="*/ 0 w 4074411"/>
                <a:gd name="GluePoint3Y" fmla="*/ 0 h 1033003"/>
                <a:gd name="GluePoint4X" fmla="*/ 0 w 4074411"/>
                <a:gd name="GluePoint4Y" fmla="*/ 10157 h 1033003"/>
                <a:gd name="GluePoint5X" fmla="*/ 4068952 w 4074411"/>
                <a:gd name="GluePoint5Y" fmla="*/ 1032115 h 1033003"/>
                <a:gd name="GluePoint6X" fmla="*/ 4072888 w 4074411"/>
                <a:gd name="GluePoint6Y" fmla="*/ 1033004 h 1033003"/>
                <a:gd name="GluePoint7X" fmla="*/ 4074411 w 4074411"/>
                <a:gd name="GluePoint7Y" fmla="*/ 1033004 h 1033003"/>
                <a:gd name="GluePoint8X" fmla="*/ 4070348 w 4074411"/>
                <a:gd name="GluePoint8Y" fmla="*/ 1031353 h 1033003"/>
                <a:gd name="GluePoint9X" fmla="*/ 4070627 w 4074411"/>
                <a:gd name="GluePoint9Y" fmla="*/ 1024713 h 1033003"/>
                <a:gd name="GluePoint10X" fmla="*/ 4070729 w 4074411"/>
                <a:gd name="GluePoint10Y" fmla="*/ 1024624 h 103300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4074411" h="1033003" extrusionOk="0">
                  <a:moveTo>
                    <a:pt x="4070729" y="1024624"/>
                  </a:moveTo>
                  <a:lnTo>
                    <a:pt x="4073015" y="1022847"/>
                  </a:lnTo>
                  <a:lnTo>
                    <a:pt x="0" y="0"/>
                  </a:lnTo>
                  <a:lnTo>
                    <a:pt x="0" y="10157"/>
                  </a:lnTo>
                  <a:lnTo>
                    <a:pt x="4068952" y="1032115"/>
                  </a:lnTo>
                  <a:lnTo>
                    <a:pt x="4072888" y="1033004"/>
                  </a:lnTo>
                  <a:lnTo>
                    <a:pt x="4074411" y="1033004"/>
                  </a:lnTo>
                  <a:cubicBezTo>
                    <a:pt x="4072888" y="1033004"/>
                    <a:pt x="4071440" y="1032407"/>
                    <a:pt x="4070348" y="1031353"/>
                  </a:cubicBezTo>
                  <a:cubicBezTo>
                    <a:pt x="4068596" y="1029449"/>
                    <a:pt x="4068723" y="1026478"/>
                    <a:pt x="4070627" y="1024713"/>
                  </a:cubicBezTo>
                  <a:cubicBezTo>
                    <a:pt x="4070666" y="1024688"/>
                    <a:pt x="4070691" y="1024649"/>
                    <a:pt x="4070729" y="10246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1" name="Freeform: Shape 460"/>
            <p:cNvSpPr/>
            <p:nvPr/>
          </p:nvSpPr>
          <p:spPr bwMode="auto">
            <a:xfrm>
              <a:off x="4260960" y="8794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635 h 634"/>
                <a:gd name="GluePoint2X" fmla="*/ 0 w 12696"/>
                <a:gd name="GluePoint2Y" fmla="*/ 0 h 634"/>
                <a:gd name="GluePoint3X" fmla="*/ 0 w 12696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extrusionOk="0">
                  <a:moveTo>
                    <a:pt x="0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2" name="Freeform: Shape 461"/>
            <p:cNvSpPr/>
            <p:nvPr/>
          </p:nvSpPr>
          <p:spPr bwMode="auto">
            <a:xfrm>
              <a:off x="4261320" y="881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3" name="Freeform: Shape 462"/>
            <p:cNvSpPr/>
            <p:nvPr/>
          </p:nvSpPr>
          <p:spPr bwMode="auto">
            <a:xfrm>
              <a:off x="4258440" y="8787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4" name="Freeform 811"/>
            <p:cNvSpPr/>
            <p:nvPr/>
          </p:nvSpPr>
          <p:spPr bwMode="auto">
            <a:xfrm>
              <a:off x="678600" y="-12600"/>
              <a:ext cx="3578040" cy="897120"/>
            </a:xfrm>
            <a:custGeom>
              <a:avLst/>
              <a:gdLst>
                <a:gd name="textAreaLeft" fmla="*/ 0 w 3578040"/>
                <a:gd name="textAreaRight" fmla="*/ 3578400 w 3578040"/>
                <a:gd name="textAreaTop" fmla="*/ 0 h 897120"/>
                <a:gd name="textAreaBottom" fmla="*/ 897480 h 897120"/>
                <a:gd name="GluePoint1X" fmla="*/ 0 w 3578310"/>
                <a:gd name="GluePoint1Y" fmla="*/ 0 h 897391"/>
                <a:gd name="GluePoint2X" fmla="*/ 39959 w 3578310"/>
                <a:gd name="GluePoint2Y" fmla="*/ 0 h 897391"/>
                <a:gd name="GluePoint3X" fmla="*/ 3578310 w 3578310"/>
                <a:gd name="GluePoint3Y" fmla="*/ 890788 h 897391"/>
                <a:gd name="GluePoint4X" fmla="*/ 3577168 w 3578310"/>
                <a:gd name="GluePoint4Y" fmla="*/ 890788 h 897391"/>
                <a:gd name="GluePoint5X" fmla="*/ 3575136 w 3578310"/>
                <a:gd name="GluePoint5Y" fmla="*/ 890788 h 897391"/>
                <a:gd name="GluePoint6X" fmla="*/ 3573993 w 3578310"/>
                <a:gd name="GluePoint6Y" fmla="*/ 891423 h 897391"/>
                <a:gd name="GluePoint7X" fmla="*/ 3566629 w 3578310"/>
                <a:gd name="GluePoint7Y" fmla="*/ 897391 h 8973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578310" h="897391" extrusionOk="0">
                  <a:moveTo>
                    <a:pt x="0" y="0"/>
                  </a:moveTo>
                  <a:lnTo>
                    <a:pt x="39959" y="0"/>
                  </a:lnTo>
                  <a:lnTo>
                    <a:pt x="3578310" y="890788"/>
                  </a:lnTo>
                  <a:lnTo>
                    <a:pt x="3577168" y="890788"/>
                  </a:lnTo>
                  <a:lnTo>
                    <a:pt x="3575136" y="890788"/>
                  </a:lnTo>
                  <a:lnTo>
                    <a:pt x="3573993" y="891423"/>
                  </a:lnTo>
                  <a:lnTo>
                    <a:pt x="3566629" y="89739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5" name="Freeform: Shape 464"/>
            <p:cNvSpPr/>
            <p:nvPr/>
          </p:nvSpPr>
          <p:spPr bwMode="auto">
            <a:xfrm>
              <a:off x="4258440" y="8776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6" name="Freeform: Shape 465"/>
            <p:cNvSpPr/>
            <p:nvPr/>
          </p:nvSpPr>
          <p:spPr bwMode="auto">
            <a:xfrm>
              <a:off x="4256280" y="8773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7" name="Freeform: Shape 466"/>
            <p:cNvSpPr/>
            <p:nvPr/>
          </p:nvSpPr>
          <p:spPr bwMode="auto">
            <a:xfrm>
              <a:off x="4260960" y="8805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8" name="Freeform: Shape 467"/>
            <p:cNvSpPr/>
            <p:nvPr/>
          </p:nvSpPr>
          <p:spPr bwMode="auto">
            <a:xfrm>
              <a:off x="4259520" y="87912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635 w 635"/>
                <a:gd name="GluePoint1Y" fmla="*/ 0 h 12696"/>
                <a:gd name="GluePoint2X" fmla="*/ 635 w 635"/>
                <a:gd name="GluePoint2Y" fmla="*/ 0 h 12696"/>
                <a:gd name="GluePoint3X" fmla="*/ 0 w 63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5" h="12696" extrusionOk="0">
                  <a:moveTo>
                    <a:pt x="635" y="0"/>
                  </a:moveTo>
                  <a:lnTo>
                    <a:pt x="6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69" name="Freeform: Shape 468"/>
            <p:cNvSpPr/>
            <p:nvPr/>
          </p:nvSpPr>
          <p:spPr bwMode="auto">
            <a:xfrm>
              <a:off x="4250520" y="881640"/>
              <a:ext cx="10440" cy="1087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720"/>
                <a:gd name="textAreaBottom" fmla="*/ 109080 h 108720"/>
                <a:gd name="GluePoint1X" fmla="*/ 10666 w 10726"/>
                <a:gd name="GluePoint1Y" fmla="*/ 0 h 109197"/>
                <a:gd name="GluePoint2X" fmla="*/ 9015 w 10726"/>
                <a:gd name="GluePoint2Y" fmla="*/ 4317 h 109197"/>
                <a:gd name="GluePoint3X" fmla="*/ 0 w 10726"/>
                <a:gd name="GluePoint3Y" fmla="*/ 11681 h 109197"/>
                <a:gd name="GluePoint4X" fmla="*/ 0 w 10726"/>
                <a:gd name="GluePoint4Y" fmla="*/ 104240 h 109197"/>
                <a:gd name="GluePoint5X" fmla="*/ 5447 w 10726"/>
                <a:gd name="GluePoint5Y" fmla="*/ 109192 h 109197"/>
                <a:gd name="GluePoint6X" fmla="*/ 5460 w 10726"/>
                <a:gd name="GluePoint6Y" fmla="*/ 109192 h 109197"/>
                <a:gd name="GluePoint7X" fmla="*/ 9142 w 10726"/>
                <a:gd name="GluePoint7Y" fmla="*/ 107795 h 109197"/>
                <a:gd name="GluePoint8X" fmla="*/ 9904 w 10726"/>
                <a:gd name="GluePoint8Y" fmla="*/ 106906 h 109197"/>
                <a:gd name="GluePoint9X" fmla="*/ 9904 w 10726"/>
                <a:gd name="GluePoint9Y" fmla="*/ 106906 h 109197"/>
                <a:gd name="GluePoint10X" fmla="*/ 9904 w 10726"/>
                <a:gd name="GluePoint10Y" fmla="*/ 106018 h 109197"/>
                <a:gd name="GluePoint11X" fmla="*/ 9904 w 10726"/>
                <a:gd name="GluePoint11Y" fmla="*/ 105002 h 109197"/>
                <a:gd name="GluePoint12X" fmla="*/ 9904 w 10726"/>
                <a:gd name="GluePoint12Y" fmla="*/ 105002 h 109197"/>
                <a:gd name="GluePoint13X" fmla="*/ 9904 w 10726"/>
                <a:gd name="GluePoint13Y" fmla="*/ 381 h 109197"/>
                <a:gd name="GluePoint14X" fmla="*/ 10666 w 10726"/>
                <a:gd name="GluePoint14Y" fmla="*/ 0 h 10919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726" h="109197" extrusionOk="0">
                  <a:moveTo>
                    <a:pt x="10666" y="0"/>
                  </a:moveTo>
                  <a:cubicBezTo>
                    <a:pt x="10932" y="1638"/>
                    <a:pt x="10310" y="3288"/>
                    <a:pt x="9015" y="4317"/>
                  </a:cubicBezTo>
                  <a:lnTo>
                    <a:pt x="0" y="11681"/>
                  </a:lnTo>
                  <a:lnTo>
                    <a:pt x="0" y="104240"/>
                  </a:lnTo>
                  <a:cubicBezTo>
                    <a:pt x="140" y="107109"/>
                    <a:pt x="2577" y="109331"/>
                    <a:pt x="5447" y="109192"/>
                  </a:cubicBezTo>
                  <a:cubicBezTo>
                    <a:pt x="5447" y="109192"/>
                    <a:pt x="5460" y="109192"/>
                    <a:pt x="5460" y="109192"/>
                  </a:cubicBezTo>
                  <a:cubicBezTo>
                    <a:pt x="6806" y="109141"/>
                    <a:pt x="8101" y="108646"/>
                    <a:pt x="9142" y="107795"/>
                  </a:cubicBezTo>
                  <a:lnTo>
                    <a:pt x="9904" y="106906"/>
                  </a:lnTo>
                  <a:lnTo>
                    <a:pt x="9904" y="106906"/>
                  </a:lnTo>
                  <a:cubicBezTo>
                    <a:pt x="9955" y="106614"/>
                    <a:pt x="9955" y="106310"/>
                    <a:pt x="9904" y="106018"/>
                  </a:cubicBezTo>
                  <a:cubicBezTo>
                    <a:pt x="9980" y="105687"/>
                    <a:pt x="9980" y="105332"/>
                    <a:pt x="9904" y="105002"/>
                  </a:cubicBezTo>
                  <a:lnTo>
                    <a:pt x="9904" y="105002"/>
                  </a:lnTo>
                  <a:lnTo>
                    <a:pt x="9904" y="381"/>
                  </a:lnTo>
                  <a:cubicBezTo>
                    <a:pt x="9904" y="381"/>
                    <a:pt x="10666" y="127"/>
                    <a:pt x="1066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0" name="Freeform: Shape 469"/>
            <p:cNvSpPr/>
            <p:nvPr/>
          </p:nvSpPr>
          <p:spPr bwMode="auto">
            <a:xfrm>
              <a:off x="4075560" y="877320"/>
              <a:ext cx="186120" cy="151920"/>
            </a:xfrm>
            <a:custGeom>
              <a:avLst/>
              <a:gdLst>
                <a:gd name="textAreaLeft" fmla="*/ 0 w 186120"/>
                <a:gd name="textAreaRight" fmla="*/ 186480 w 186120"/>
                <a:gd name="textAreaTop" fmla="*/ 0 h 151920"/>
                <a:gd name="textAreaBottom" fmla="*/ 152280 h 151920"/>
                <a:gd name="GluePoint1X" fmla="*/ 180706 w 186480"/>
                <a:gd name="GluePoint1Y" fmla="*/ 0 h 152233"/>
                <a:gd name="GluePoint2X" fmla="*/ 178674 w 186480"/>
                <a:gd name="GluePoint2Y" fmla="*/ 0 h 152233"/>
                <a:gd name="GluePoint3X" fmla="*/ 177532 w 186480"/>
                <a:gd name="GluePoint3Y" fmla="*/ 635 h 152233"/>
                <a:gd name="GluePoint4X" fmla="*/ 177532 w 186480"/>
                <a:gd name="GluePoint4Y" fmla="*/ 635 h 152233"/>
                <a:gd name="GluePoint5X" fmla="*/ 170168 w 186480"/>
                <a:gd name="GluePoint5Y" fmla="*/ 6602 h 152233"/>
                <a:gd name="GluePoint6X" fmla="*/ 3839 w 186480"/>
                <a:gd name="GluePoint6Y" fmla="*/ 141822 h 152233"/>
                <a:gd name="GluePoint7X" fmla="*/ 1554 w 186480"/>
                <a:gd name="GluePoint7Y" fmla="*/ 143600 h 152233"/>
                <a:gd name="GluePoint8X" fmla="*/ 1211 w 186480"/>
                <a:gd name="GluePoint8Y" fmla="*/ 150240 h 152233"/>
                <a:gd name="GluePoint9X" fmla="*/ 1554 w 186480"/>
                <a:gd name="GluePoint9Y" fmla="*/ 150583 h 152233"/>
                <a:gd name="GluePoint10X" fmla="*/ 5617 w 186480"/>
                <a:gd name="GluePoint10Y" fmla="*/ 152234 h 152233"/>
                <a:gd name="GluePoint11X" fmla="*/ 8918 w 186480"/>
                <a:gd name="GluePoint11Y" fmla="*/ 151091 h 152233"/>
                <a:gd name="GluePoint12X" fmla="*/ 8918 w 186480"/>
                <a:gd name="GluePoint12Y" fmla="*/ 151091 h 152233"/>
                <a:gd name="GluePoint13X" fmla="*/ 10695 w 186480"/>
                <a:gd name="GluePoint13Y" fmla="*/ 149567 h 152233"/>
                <a:gd name="GluePoint14X" fmla="*/ 175754 w 186480"/>
                <a:gd name="GluePoint14Y" fmla="*/ 15363 h 152233"/>
                <a:gd name="GluePoint15X" fmla="*/ 184769 w 186480"/>
                <a:gd name="GluePoint15Y" fmla="*/ 7999 h 152233"/>
                <a:gd name="GluePoint16X" fmla="*/ 186419 w 186480"/>
                <a:gd name="GluePoint16Y" fmla="*/ 3682 h 152233"/>
                <a:gd name="GluePoint17X" fmla="*/ 186419 w 186480"/>
                <a:gd name="GluePoint17Y" fmla="*/ 3682 h 152233"/>
                <a:gd name="GluePoint18X" fmla="*/ 186419 w 186480"/>
                <a:gd name="GluePoint18Y" fmla="*/ 3047 h 152233"/>
                <a:gd name="GluePoint19X" fmla="*/ 186419 w 186480"/>
                <a:gd name="GluePoint19Y" fmla="*/ 2032 h 152233"/>
                <a:gd name="GluePoint20X" fmla="*/ 186419 w 186480"/>
                <a:gd name="GluePoint20Y" fmla="*/ 2032 h 152233"/>
                <a:gd name="GluePoint21X" fmla="*/ 186419 w 186480"/>
                <a:gd name="GluePoint21Y" fmla="*/ 2032 h 152233"/>
                <a:gd name="GluePoint22X" fmla="*/ 186419 w 186480"/>
                <a:gd name="GluePoint22Y" fmla="*/ 2032 h 152233"/>
                <a:gd name="GluePoint23X" fmla="*/ 185404 w 186480"/>
                <a:gd name="GluePoint23Y" fmla="*/ 2032 h 152233"/>
                <a:gd name="GluePoint24X" fmla="*/ 185404 w 186480"/>
                <a:gd name="GluePoint24Y" fmla="*/ 2032 h 152233"/>
                <a:gd name="GluePoint25X" fmla="*/ 184769 w 186480"/>
                <a:gd name="GluePoint25Y" fmla="*/ 2032 h 152233"/>
                <a:gd name="GluePoint26X" fmla="*/ 183880 w 186480"/>
                <a:gd name="GluePoint26Y" fmla="*/ 2032 h 15223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186480" h="152233" extrusionOk="0">
                  <a:moveTo>
                    <a:pt x="180706" y="0"/>
                  </a:moveTo>
                  <a:lnTo>
                    <a:pt x="178674" y="0"/>
                  </a:lnTo>
                  <a:lnTo>
                    <a:pt x="177532" y="635"/>
                  </a:lnTo>
                  <a:lnTo>
                    <a:pt x="177532" y="635"/>
                  </a:lnTo>
                  <a:lnTo>
                    <a:pt x="170168" y="6602"/>
                  </a:lnTo>
                  <a:lnTo>
                    <a:pt x="3839" y="141822"/>
                  </a:lnTo>
                  <a:lnTo>
                    <a:pt x="1554" y="143600"/>
                  </a:lnTo>
                  <a:cubicBezTo>
                    <a:pt x="-376" y="145339"/>
                    <a:pt x="-529" y="148310"/>
                    <a:pt x="1211" y="150240"/>
                  </a:cubicBezTo>
                  <a:cubicBezTo>
                    <a:pt x="1312" y="150355"/>
                    <a:pt x="1427" y="150469"/>
                    <a:pt x="1554" y="150583"/>
                  </a:cubicBezTo>
                  <a:cubicBezTo>
                    <a:pt x="2646" y="151637"/>
                    <a:pt x="4106" y="152234"/>
                    <a:pt x="5617" y="152234"/>
                  </a:cubicBezTo>
                  <a:cubicBezTo>
                    <a:pt x="6810" y="152183"/>
                    <a:pt x="7953" y="151789"/>
                    <a:pt x="8918" y="151091"/>
                  </a:cubicBezTo>
                  <a:lnTo>
                    <a:pt x="8918" y="151091"/>
                  </a:lnTo>
                  <a:lnTo>
                    <a:pt x="10695" y="149567"/>
                  </a:lnTo>
                  <a:lnTo>
                    <a:pt x="175754" y="15363"/>
                  </a:lnTo>
                  <a:lnTo>
                    <a:pt x="184769" y="7999"/>
                  </a:lnTo>
                  <a:cubicBezTo>
                    <a:pt x="186064" y="6971"/>
                    <a:pt x="186686" y="5320"/>
                    <a:pt x="186419" y="3682"/>
                  </a:cubicBezTo>
                  <a:lnTo>
                    <a:pt x="186419" y="3682"/>
                  </a:lnTo>
                  <a:cubicBezTo>
                    <a:pt x="186419" y="3682"/>
                    <a:pt x="186419" y="3682"/>
                    <a:pt x="186419" y="3047"/>
                  </a:cubicBezTo>
                  <a:cubicBezTo>
                    <a:pt x="186457" y="2705"/>
                    <a:pt x="186457" y="2374"/>
                    <a:pt x="186419" y="2032"/>
                  </a:cubicBezTo>
                  <a:lnTo>
                    <a:pt x="186419" y="2032"/>
                  </a:lnTo>
                  <a:lnTo>
                    <a:pt x="186419" y="2032"/>
                  </a:lnTo>
                  <a:lnTo>
                    <a:pt x="186419" y="2032"/>
                  </a:lnTo>
                  <a:lnTo>
                    <a:pt x="185404" y="2032"/>
                  </a:lnTo>
                  <a:lnTo>
                    <a:pt x="185404" y="2032"/>
                  </a:lnTo>
                  <a:lnTo>
                    <a:pt x="184769" y="2032"/>
                  </a:lnTo>
                  <a:lnTo>
                    <a:pt x="183880" y="203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1" name="Freeform: Shape 470"/>
            <p:cNvSpPr/>
            <p:nvPr/>
          </p:nvSpPr>
          <p:spPr bwMode="auto">
            <a:xfrm>
              <a:off x="5459400" y="1332000"/>
              <a:ext cx="93960" cy="127800"/>
            </a:xfrm>
            <a:custGeom>
              <a:avLst/>
              <a:gdLst>
                <a:gd name="textAreaLeft" fmla="*/ 0 w 93960"/>
                <a:gd name="textAreaRight" fmla="*/ 94320 w 93960"/>
                <a:gd name="textAreaTop" fmla="*/ 0 h 127800"/>
                <a:gd name="textAreaBottom" fmla="*/ 128160 h 127800"/>
                <a:gd name="GluePoint1X" fmla="*/ 90020 w 94464"/>
                <a:gd name="GluePoint1Y" fmla="*/ 6348 h 128236"/>
                <a:gd name="GluePoint2X" fmla="*/ 84561 w 94464"/>
                <a:gd name="GluePoint2Y" fmla="*/ 1524 h 128236"/>
                <a:gd name="GluePoint3X" fmla="*/ 84561 w 94464"/>
                <a:gd name="GluePoint3Y" fmla="*/ 0 h 128236"/>
                <a:gd name="GluePoint4X" fmla="*/ 1016 w 94464"/>
                <a:gd name="GluePoint4Y" fmla="*/ 109826 h 128236"/>
                <a:gd name="GluePoint5X" fmla="*/ 1016 w 94464"/>
                <a:gd name="GluePoint5Y" fmla="*/ 126459 h 128236"/>
                <a:gd name="GluePoint6X" fmla="*/ 1016 w 94464"/>
                <a:gd name="GluePoint6Y" fmla="*/ 126459 h 128236"/>
                <a:gd name="GluePoint7X" fmla="*/ 0 w 94464"/>
                <a:gd name="GluePoint7Y" fmla="*/ 128237 h 128236"/>
                <a:gd name="GluePoint8X" fmla="*/ 0 w 94464"/>
                <a:gd name="GluePoint8Y" fmla="*/ 128237 h 128236"/>
                <a:gd name="GluePoint9X" fmla="*/ 94464 w 94464"/>
                <a:gd name="GluePoint9Y" fmla="*/ 4698 h 128236"/>
                <a:gd name="GluePoint10X" fmla="*/ 90020 w 94464"/>
                <a:gd name="GluePoint10Y" fmla="*/ 6348 h 1282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94464" h="128236" extrusionOk="0">
                  <a:moveTo>
                    <a:pt x="90020" y="6348"/>
                  </a:moveTo>
                  <a:cubicBezTo>
                    <a:pt x="87189" y="6488"/>
                    <a:pt x="84764" y="4355"/>
                    <a:pt x="84561" y="1524"/>
                  </a:cubicBezTo>
                  <a:lnTo>
                    <a:pt x="84561" y="0"/>
                  </a:lnTo>
                  <a:lnTo>
                    <a:pt x="1016" y="109826"/>
                  </a:lnTo>
                  <a:lnTo>
                    <a:pt x="1016" y="126459"/>
                  </a:lnTo>
                  <a:cubicBezTo>
                    <a:pt x="1016" y="126459"/>
                    <a:pt x="1016" y="126459"/>
                    <a:pt x="1016" y="126459"/>
                  </a:cubicBezTo>
                  <a:cubicBezTo>
                    <a:pt x="800" y="127119"/>
                    <a:pt x="457" y="127716"/>
                    <a:pt x="0" y="128237"/>
                  </a:cubicBezTo>
                  <a:lnTo>
                    <a:pt x="0" y="128237"/>
                  </a:lnTo>
                  <a:lnTo>
                    <a:pt x="94464" y="4698"/>
                  </a:lnTo>
                  <a:cubicBezTo>
                    <a:pt x="93335" y="5929"/>
                    <a:pt x="91684" y="6539"/>
                    <a:pt x="90020" y="63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2" name="Freeform: Shape 471"/>
            <p:cNvSpPr/>
            <p:nvPr/>
          </p:nvSpPr>
          <p:spPr bwMode="auto">
            <a:xfrm>
              <a:off x="4374000" y="1257480"/>
              <a:ext cx="1080000" cy="204120"/>
            </a:xfrm>
            <a:custGeom>
              <a:avLst/>
              <a:gdLst>
                <a:gd name="textAreaLeft" fmla="*/ 0 w 1080000"/>
                <a:gd name="textAreaRight" fmla="*/ 1080360 w 1080000"/>
                <a:gd name="textAreaTop" fmla="*/ 0 h 204120"/>
                <a:gd name="textAreaBottom" fmla="*/ 204480 h 204120"/>
                <a:gd name="GluePoint1X" fmla="*/ 1075421 w 1080246"/>
                <a:gd name="GluePoint1Y" fmla="*/ 199592 h 204416"/>
                <a:gd name="GluePoint2X" fmla="*/ 1075421 w 1080246"/>
                <a:gd name="GluePoint2Y" fmla="*/ 193498 h 204416"/>
                <a:gd name="GluePoint3X" fmla="*/ 6983 w 1080246"/>
                <a:gd name="GluePoint3Y" fmla="*/ 0 h 204416"/>
                <a:gd name="GluePoint4X" fmla="*/ 6983 w 1080246"/>
                <a:gd name="GluePoint4Y" fmla="*/ 4063 h 204416"/>
                <a:gd name="GluePoint5X" fmla="*/ 1663 w 1080246"/>
                <a:gd name="GluePoint5Y" fmla="*/ 8887 h 204416"/>
                <a:gd name="GluePoint6X" fmla="*/ 1651 w 1080246"/>
                <a:gd name="GluePoint6Y" fmla="*/ 8887 h 204416"/>
                <a:gd name="GluePoint7X" fmla="*/ 0 w 1080246"/>
                <a:gd name="GluePoint7Y" fmla="*/ 8887 h 204416"/>
                <a:gd name="GluePoint8X" fmla="*/ 0 w 1080246"/>
                <a:gd name="GluePoint8Y" fmla="*/ 8887 h 204416"/>
                <a:gd name="GluePoint9X" fmla="*/ 1079230 w 1080246"/>
                <a:gd name="GluePoint9Y" fmla="*/ 204417 h 204416"/>
                <a:gd name="GluePoint10X" fmla="*/ 1080246 w 1080246"/>
                <a:gd name="GluePoint10Y" fmla="*/ 204417 h 204416"/>
                <a:gd name="GluePoint11X" fmla="*/ 1075421 w 1080246"/>
                <a:gd name="GluePoint11Y" fmla="*/ 199592 h 2044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80246" h="204416" extrusionOk="0">
                  <a:moveTo>
                    <a:pt x="1075421" y="199592"/>
                  </a:moveTo>
                  <a:lnTo>
                    <a:pt x="1075421" y="193498"/>
                  </a:lnTo>
                  <a:lnTo>
                    <a:pt x="6983" y="0"/>
                  </a:lnTo>
                  <a:lnTo>
                    <a:pt x="6983" y="4063"/>
                  </a:lnTo>
                  <a:cubicBezTo>
                    <a:pt x="6844" y="6869"/>
                    <a:pt x="4470" y="9027"/>
                    <a:pt x="1663" y="8887"/>
                  </a:cubicBezTo>
                  <a:cubicBezTo>
                    <a:pt x="1663" y="8887"/>
                    <a:pt x="1651" y="8887"/>
                    <a:pt x="1651" y="8887"/>
                  </a:cubicBezTo>
                  <a:lnTo>
                    <a:pt x="0" y="8887"/>
                  </a:lnTo>
                  <a:lnTo>
                    <a:pt x="0" y="8887"/>
                  </a:lnTo>
                  <a:lnTo>
                    <a:pt x="1079230" y="204417"/>
                  </a:lnTo>
                  <a:lnTo>
                    <a:pt x="1080246" y="204417"/>
                  </a:lnTo>
                  <a:cubicBezTo>
                    <a:pt x="1077631" y="204290"/>
                    <a:pt x="1075548" y="202208"/>
                    <a:pt x="1075421" y="19959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3" name="Freeform: Shape 472"/>
            <p:cNvSpPr/>
            <p:nvPr/>
          </p:nvSpPr>
          <p:spPr bwMode="auto">
            <a:xfrm>
              <a:off x="5460120" y="1458000"/>
              <a:ext cx="12240" cy="7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"/>
                <a:gd name="textAreaBottom" fmla="*/ 1080 h 720"/>
                <a:gd name="GluePoint1X" fmla="*/ 0 w 12696"/>
                <a:gd name="GluePoint1Y" fmla="*/ 0 h 988"/>
                <a:gd name="GluePoint2X" fmla="*/ 0 w 12696"/>
                <a:gd name="GluePoint2Y" fmla="*/ 0 h 988"/>
                <a:gd name="GluePoint3X" fmla="*/ 0 w 12696"/>
                <a:gd name="GluePoint3Y" fmla="*/ 762 h 988"/>
                <a:gd name="GluePoint4X" fmla="*/ 0 w 12696"/>
                <a:gd name="GluePoint4Y" fmla="*/ 0 h 9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988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762"/>
                  </a:cubicBezTo>
                  <a:cubicBezTo>
                    <a:pt x="0" y="1524"/>
                    <a:pt x="0" y="127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4" name="Freeform: Shape 473"/>
            <p:cNvSpPr/>
            <p:nvPr/>
          </p:nvSpPr>
          <p:spPr bwMode="auto">
            <a:xfrm>
              <a:off x="4371120" y="11556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5" name="Freeform: Shape 474"/>
            <p:cNvSpPr/>
            <p:nvPr/>
          </p:nvSpPr>
          <p:spPr bwMode="auto">
            <a:xfrm>
              <a:off x="4371840" y="1158480"/>
              <a:ext cx="9000" cy="10584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05840"/>
                <a:gd name="textAreaBottom" fmla="*/ 106200 h 105840"/>
                <a:gd name="GluePoint1X" fmla="*/ 9355 w 9354"/>
                <a:gd name="GluePoint1Y" fmla="*/ 103224 h 106167"/>
                <a:gd name="GluePoint2X" fmla="*/ 9355 w 9354"/>
                <a:gd name="GluePoint2Y" fmla="*/ 5587 h 106167"/>
                <a:gd name="GluePoint3X" fmla="*/ 2879 w 9354"/>
                <a:gd name="GluePoint3Y" fmla="*/ 4444 h 106167"/>
                <a:gd name="GluePoint4X" fmla="*/ 721 w 9354"/>
                <a:gd name="GluePoint4Y" fmla="*/ 3555 h 106167"/>
                <a:gd name="GluePoint5X" fmla="*/ 721 w 9354"/>
                <a:gd name="GluePoint5Y" fmla="*/ 3555 h 106167"/>
                <a:gd name="GluePoint6X" fmla="*/ 721 w 9354"/>
                <a:gd name="GluePoint6Y" fmla="*/ 3555 h 106167"/>
                <a:gd name="GluePoint7X" fmla="*/ 86 w 9354"/>
                <a:gd name="GluePoint7Y" fmla="*/ 2793 h 106167"/>
                <a:gd name="GluePoint8X" fmla="*/ 86 w 9354"/>
                <a:gd name="GluePoint8Y" fmla="*/ 1905 h 106167"/>
                <a:gd name="GluePoint9X" fmla="*/ 86 w 9354"/>
                <a:gd name="GluePoint9Y" fmla="*/ 1016 h 106167"/>
                <a:gd name="GluePoint10X" fmla="*/ 86 w 9354"/>
                <a:gd name="GluePoint10Y" fmla="*/ 0 h 106167"/>
                <a:gd name="GluePoint11X" fmla="*/ 86 w 9354"/>
                <a:gd name="GluePoint11Y" fmla="*/ 0 h 106167"/>
                <a:gd name="GluePoint12X" fmla="*/ 86 w 9354"/>
                <a:gd name="GluePoint12Y" fmla="*/ 0 h 106167"/>
                <a:gd name="GluePoint13X" fmla="*/ 86 w 9354"/>
                <a:gd name="GluePoint13Y" fmla="*/ 103605 h 106167"/>
                <a:gd name="GluePoint14X" fmla="*/ 86 w 9354"/>
                <a:gd name="GluePoint14Y" fmla="*/ 103605 h 106167"/>
                <a:gd name="GluePoint15X" fmla="*/ 86 w 9354"/>
                <a:gd name="GluePoint15Y" fmla="*/ 104494 h 106167"/>
                <a:gd name="GluePoint16X" fmla="*/ 86 w 9354"/>
                <a:gd name="GluePoint16Y" fmla="*/ 105383 h 106167"/>
                <a:gd name="GluePoint17X" fmla="*/ 86 w 9354"/>
                <a:gd name="GluePoint17Y" fmla="*/ 106144 h 106167"/>
                <a:gd name="GluePoint18X" fmla="*/ 848 w 9354"/>
                <a:gd name="GluePoint18Y" fmla="*/ 106144 h 106167"/>
                <a:gd name="GluePoint19X" fmla="*/ 1736 w 9354"/>
                <a:gd name="GluePoint19Y" fmla="*/ 106144 h 106167"/>
                <a:gd name="GluePoint20X" fmla="*/ 2625 w 9354"/>
                <a:gd name="GluePoint20Y" fmla="*/ 106144 h 106167"/>
                <a:gd name="GluePoint21X" fmla="*/ 4276 w 9354"/>
                <a:gd name="GluePoint21Y" fmla="*/ 106144 h 106167"/>
                <a:gd name="GluePoint22X" fmla="*/ 9355 w 9354"/>
                <a:gd name="GluePoint22Y" fmla="*/ 103224 h 1061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9354" h="106167" extrusionOk="0">
                  <a:moveTo>
                    <a:pt x="9355" y="103224"/>
                  </a:moveTo>
                  <a:lnTo>
                    <a:pt x="9355" y="5587"/>
                  </a:lnTo>
                  <a:lnTo>
                    <a:pt x="2879" y="4444"/>
                  </a:lnTo>
                  <a:cubicBezTo>
                    <a:pt x="2117" y="4279"/>
                    <a:pt x="1381" y="3974"/>
                    <a:pt x="721" y="3555"/>
                  </a:cubicBezTo>
                  <a:lnTo>
                    <a:pt x="721" y="3555"/>
                  </a:lnTo>
                  <a:lnTo>
                    <a:pt x="721" y="3555"/>
                  </a:lnTo>
                  <a:cubicBezTo>
                    <a:pt x="721" y="3555"/>
                    <a:pt x="721" y="3555"/>
                    <a:pt x="86" y="2793"/>
                  </a:cubicBezTo>
                  <a:cubicBezTo>
                    <a:pt x="22" y="2501"/>
                    <a:pt x="22" y="2197"/>
                    <a:pt x="86" y="1905"/>
                  </a:cubicBezTo>
                  <a:cubicBezTo>
                    <a:pt x="10" y="1612"/>
                    <a:pt x="10" y="1308"/>
                    <a:pt x="86" y="1016"/>
                  </a:cubicBezTo>
                  <a:cubicBezTo>
                    <a:pt x="86" y="1016"/>
                    <a:pt x="86" y="1016"/>
                    <a:pt x="86" y="0"/>
                  </a:cubicBezTo>
                  <a:lnTo>
                    <a:pt x="86" y="0"/>
                  </a:lnTo>
                  <a:cubicBezTo>
                    <a:pt x="86" y="0"/>
                    <a:pt x="86" y="0"/>
                    <a:pt x="86" y="0"/>
                  </a:cubicBezTo>
                  <a:lnTo>
                    <a:pt x="86" y="103605"/>
                  </a:lnTo>
                  <a:cubicBezTo>
                    <a:pt x="86" y="103605"/>
                    <a:pt x="86" y="103605"/>
                    <a:pt x="86" y="103605"/>
                  </a:cubicBezTo>
                  <a:cubicBezTo>
                    <a:pt x="35" y="103897"/>
                    <a:pt x="35" y="104202"/>
                    <a:pt x="86" y="104494"/>
                  </a:cubicBezTo>
                  <a:cubicBezTo>
                    <a:pt x="-29" y="104773"/>
                    <a:pt x="-29" y="105103"/>
                    <a:pt x="86" y="105383"/>
                  </a:cubicBezTo>
                  <a:lnTo>
                    <a:pt x="86" y="106144"/>
                  </a:lnTo>
                  <a:lnTo>
                    <a:pt x="848" y="106144"/>
                  </a:lnTo>
                  <a:lnTo>
                    <a:pt x="1736" y="106144"/>
                  </a:lnTo>
                  <a:lnTo>
                    <a:pt x="2625" y="106144"/>
                  </a:lnTo>
                  <a:lnTo>
                    <a:pt x="4276" y="106144"/>
                  </a:lnTo>
                  <a:cubicBezTo>
                    <a:pt x="6421" y="106347"/>
                    <a:pt x="8453" y="105180"/>
                    <a:pt x="9355" y="1032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6" name="Freeform: Shape 475"/>
            <p:cNvSpPr/>
            <p:nvPr/>
          </p:nvSpPr>
          <p:spPr bwMode="auto">
            <a:xfrm>
              <a:off x="4505040" y="999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7" name="Freeform: Shape 476"/>
            <p:cNvSpPr/>
            <p:nvPr/>
          </p:nvSpPr>
          <p:spPr bwMode="auto">
            <a:xfrm>
              <a:off x="4370400" y="115560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256 w 256"/>
                <a:gd name="GluePoint1Y" fmla="*/ 1016 h 1015"/>
                <a:gd name="GluePoint2X" fmla="*/ 256 w 256"/>
                <a:gd name="GluePoint2Y" fmla="*/ 1016 h 1015"/>
                <a:gd name="GluePoint3X" fmla="*/ 256 w 256"/>
                <a:gd name="GluePoint3Y" fmla="*/ 0 h 1015"/>
                <a:gd name="GluePoint4X" fmla="*/ 129 w 256"/>
                <a:gd name="GluePoint4Y" fmla="*/ 889 h 1015"/>
                <a:gd name="GluePoint5X" fmla="*/ 256 w 256"/>
                <a:gd name="GluePoint5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256" h="1015" extrusionOk="0">
                  <a:moveTo>
                    <a:pt x="256" y="1016"/>
                  </a:moveTo>
                  <a:cubicBezTo>
                    <a:pt x="256" y="1016"/>
                    <a:pt x="256" y="1016"/>
                    <a:pt x="256" y="1016"/>
                  </a:cubicBezTo>
                  <a:cubicBezTo>
                    <a:pt x="231" y="673"/>
                    <a:pt x="231" y="343"/>
                    <a:pt x="256" y="0"/>
                  </a:cubicBezTo>
                  <a:cubicBezTo>
                    <a:pt x="-23" y="216"/>
                    <a:pt x="-87" y="609"/>
                    <a:pt x="129" y="889"/>
                  </a:cubicBezTo>
                  <a:cubicBezTo>
                    <a:pt x="167" y="940"/>
                    <a:pt x="205" y="978"/>
                    <a:pt x="256" y="101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8" name="Freeform: Shape 477"/>
            <p:cNvSpPr/>
            <p:nvPr/>
          </p:nvSpPr>
          <p:spPr bwMode="auto">
            <a:xfrm>
              <a:off x="4371480" y="1000080"/>
              <a:ext cx="139680" cy="154440"/>
            </a:xfrm>
            <a:custGeom>
              <a:avLst/>
              <a:gdLst>
                <a:gd name="textAreaLeft" fmla="*/ 0 w 139680"/>
                <a:gd name="textAreaRight" fmla="*/ 140040 w 139680"/>
                <a:gd name="textAreaTop" fmla="*/ 0 h 154440"/>
                <a:gd name="textAreaBottom" fmla="*/ 154800 h 154440"/>
                <a:gd name="GluePoint1X" fmla="*/ 13967 w 140173"/>
                <a:gd name="GluePoint1Y" fmla="*/ 154646 h 154772"/>
                <a:gd name="GluePoint2X" fmla="*/ 140173 w 140173"/>
                <a:gd name="GluePoint2Y" fmla="*/ 7745 h 154772"/>
                <a:gd name="GluePoint3X" fmla="*/ 136872 w 140173"/>
                <a:gd name="GluePoint3Y" fmla="*/ 7745 h 154772"/>
                <a:gd name="GluePoint4X" fmla="*/ 132796 w 140173"/>
                <a:gd name="GluePoint4Y" fmla="*/ 1828 h 154772"/>
                <a:gd name="GluePoint5X" fmla="*/ 132809 w 140173"/>
                <a:gd name="GluePoint5Y" fmla="*/ 1778 h 154772"/>
                <a:gd name="GluePoint6X" fmla="*/ 133698 w 140173"/>
                <a:gd name="GluePoint6Y" fmla="*/ 0 h 154772"/>
                <a:gd name="GluePoint7X" fmla="*/ 0 w 140173"/>
                <a:gd name="GluePoint7Y" fmla="*/ 154773 h 154772"/>
                <a:gd name="GluePoint8X" fmla="*/ 0 w 140173"/>
                <a:gd name="GluePoint8Y" fmla="*/ 154773 h 154772"/>
                <a:gd name="GluePoint9X" fmla="*/ 5460 w 140173"/>
                <a:gd name="GluePoint9Y" fmla="*/ 152741 h 15477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40173" h="154772" extrusionOk="0">
                  <a:moveTo>
                    <a:pt x="13967" y="154646"/>
                  </a:moveTo>
                  <a:lnTo>
                    <a:pt x="140173" y="7745"/>
                  </a:lnTo>
                  <a:lnTo>
                    <a:pt x="136872" y="7745"/>
                  </a:lnTo>
                  <a:cubicBezTo>
                    <a:pt x="134117" y="7237"/>
                    <a:pt x="132288" y="4583"/>
                    <a:pt x="132796" y="1828"/>
                  </a:cubicBezTo>
                  <a:cubicBezTo>
                    <a:pt x="132796" y="1816"/>
                    <a:pt x="132809" y="1790"/>
                    <a:pt x="132809" y="1778"/>
                  </a:cubicBezTo>
                  <a:cubicBezTo>
                    <a:pt x="133025" y="1155"/>
                    <a:pt x="133329" y="546"/>
                    <a:pt x="133698" y="0"/>
                  </a:cubicBezTo>
                  <a:lnTo>
                    <a:pt x="0" y="154773"/>
                  </a:lnTo>
                  <a:lnTo>
                    <a:pt x="0" y="154773"/>
                  </a:lnTo>
                  <a:cubicBezTo>
                    <a:pt x="1333" y="153173"/>
                    <a:pt x="3403" y="152398"/>
                    <a:pt x="5460" y="15274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79" name="Freeform: Shape 478"/>
            <p:cNvSpPr/>
            <p:nvPr/>
          </p:nvSpPr>
          <p:spPr bwMode="auto">
            <a:xfrm>
              <a:off x="4371480" y="11628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635 w 635"/>
                <a:gd name="GluePoint1Y" fmla="*/ 0 h 12696"/>
                <a:gd name="GluePoint2X" fmla="*/ 635 w 635"/>
                <a:gd name="GluePoint2Y" fmla="*/ 0 h 12696"/>
                <a:gd name="GluePoint3X" fmla="*/ 0 w 63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5" h="12696" extrusionOk="0">
                  <a:moveTo>
                    <a:pt x="635" y="0"/>
                  </a:moveTo>
                  <a:lnTo>
                    <a:pt x="635" y="0"/>
                  </a:lnTo>
                  <a:cubicBezTo>
                    <a:pt x="635" y="0"/>
                    <a:pt x="635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0" name="Freeform: Shape 479"/>
            <p:cNvSpPr/>
            <p:nvPr/>
          </p:nvSpPr>
          <p:spPr bwMode="auto">
            <a:xfrm>
              <a:off x="5554080" y="1227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1" name="Freeform: Shape 480"/>
            <p:cNvSpPr/>
            <p:nvPr/>
          </p:nvSpPr>
          <p:spPr bwMode="auto">
            <a:xfrm>
              <a:off x="5554080" y="1229759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2" name="Freeform: Shape 481"/>
            <p:cNvSpPr/>
            <p:nvPr/>
          </p:nvSpPr>
          <p:spPr bwMode="auto">
            <a:xfrm>
              <a:off x="5552640" y="1226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3" name="Freeform: Shape 482"/>
            <p:cNvSpPr/>
            <p:nvPr/>
          </p:nvSpPr>
          <p:spPr bwMode="auto">
            <a:xfrm>
              <a:off x="4504320" y="997560"/>
              <a:ext cx="1045800" cy="234719"/>
            </a:xfrm>
            <a:custGeom>
              <a:avLst/>
              <a:gdLst>
                <a:gd name="textAreaLeft" fmla="*/ 0 w 1045800"/>
                <a:gd name="textAreaRight" fmla="*/ 1046160 w 1045800"/>
                <a:gd name="textAreaTop" fmla="*/ 0 h 234720"/>
                <a:gd name="textAreaBottom" fmla="*/ 235080 h 234720"/>
                <a:gd name="GluePoint1X" fmla="*/ 4046 w 1046074"/>
                <a:gd name="GluePoint1Y" fmla="*/ 9862 h 234974"/>
                <a:gd name="GluePoint2X" fmla="*/ 7347 w 1046074"/>
                <a:gd name="GluePoint2Y" fmla="*/ 9862 h 234974"/>
                <a:gd name="GluePoint3X" fmla="*/ 1035790 w 1046074"/>
                <a:gd name="GluePoint3Y" fmla="*/ 234975 h 234974"/>
                <a:gd name="GluePoint4X" fmla="*/ 1040361 w 1046074"/>
                <a:gd name="GluePoint4Y" fmla="*/ 229134 h 234974"/>
                <a:gd name="GluePoint5X" fmla="*/ 1040361 w 1046074"/>
                <a:gd name="GluePoint5Y" fmla="*/ 229134 h 234974"/>
                <a:gd name="GluePoint6X" fmla="*/ 1041250 w 1046074"/>
                <a:gd name="GluePoint6Y" fmla="*/ 228373 h 234974"/>
                <a:gd name="GluePoint7X" fmla="*/ 1042012 w 1046074"/>
                <a:gd name="GluePoint7Y" fmla="*/ 228373 h 234974"/>
                <a:gd name="GluePoint8X" fmla="*/ 1043027 w 1046074"/>
                <a:gd name="GluePoint8Y" fmla="*/ 228373 h 234974"/>
                <a:gd name="GluePoint9X" fmla="*/ 1045059 w 1046074"/>
                <a:gd name="GluePoint9Y" fmla="*/ 228373 h 234974"/>
                <a:gd name="GluePoint10X" fmla="*/ 1046075 w 1046074"/>
                <a:gd name="GluePoint10Y" fmla="*/ 228373 h 234974"/>
                <a:gd name="GluePoint11X" fmla="*/ 1046075 w 1046074"/>
                <a:gd name="GluePoint11Y" fmla="*/ 228373 h 234974"/>
                <a:gd name="GluePoint12X" fmla="*/ 1046075 w 1046074"/>
                <a:gd name="GluePoint12Y" fmla="*/ 228373 h 234974"/>
                <a:gd name="GluePoint13X" fmla="*/ 6712 w 1046074"/>
                <a:gd name="GluePoint13Y" fmla="*/ 86 h 234974"/>
                <a:gd name="GluePoint14X" fmla="*/ 4554 w 1046074"/>
                <a:gd name="GluePoint14Y" fmla="*/ 86 h 234974"/>
                <a:gd name="GluePoint15X" fmla="*/ 2776 w 1046074"/>
                <a:gd name="GluePoint15Y" fmla="*/ 86 h 234974"/>
                <a:gd name="GluePoint16X" fmla="*/ 2776 w 1046074"/>
                <a:gd name="GluePoint16Y" fmla="*/ 86 h 234974"/>
                <a:gd name="GluePoint17X" fmla="*/ 1253 w 1046074"/>
                <a:gd name="GluePoint17Y" fmla="*/ 1228 h 234974"/>
                <a:gd name="GluePoint18X" fmla="*/ 1253 w 1046074"/>
                <a:gd name="GluePoint18Y" fmla="*/ 1228 h 234974"/>
                <a:gd name="GluePoint19X" fmla="*/ 1253 w 1046074"/>
                <a:gd name="GluePoint19Y" fmla="*/ 1228 h 234974"/>
                <a:gd name="GluePoint20X" fmla="*/ 364 w 1046074"/>
                <a:gd name="GluePoint20Y" fmla="*/ 3006 h 234974"/>
                <a:gd name="GluePoint21X" fmla="*/ 3196 w 1046074"/>
                <a:gd name="GluePoint21Y" fmla="*/ 9608 h 234974"/>
                <a:gd name="GluePoint22X" fmla="*/ 4046 w 1046074"/>
                <a:gd name="GluePoint22Y" fmla="*/ 9862 h 2349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046074" h="234974" extrusionOk="0">
                  <a:moveTo>
                    <a:pt x="4046" y="9862"/>
                  </a:moveTo>
                  <a:lnTo>
                    <a:pt x="7347" y="9862"/>
                  </a:lnTo>
                  <a:lnTo>
                    <a:pt x="1035790" y="234975"/>
                  </a:lnTo>
                  <a:lnTo>
                    <a:pt x="1040361" y="229134"/>
                  </a:lnTo>
                  <a:lnTo>
                    <a:pt x="1040361" y="229134"/>
                  </a:lnTo>
                  <a:cubicBezTo>
                    <a:pt x="1040361" y="229134"/>
                    <a:pt x="1040996" y="229134"/>
                    <a:pt x="1041250" y="228373"/>
                  </a:cubicBezTo>
                  <a:lnTo>
                    <a:pt x="1042012" y="228373"/>
                  </a:lnTo>
                  <a:lnTo>
                    <a:pt x="1043027" y="228373"/>
                  </a:lnTo>
                  <a:lnTo>
                    <a:pt x="1045059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1046075" y="228373"/>
                  </a:lnTo>
                  <a:lnTo>
                    <a:pt x="6712" y="86"/>
                  </a:lnTo>
                  <a:lnTo>
                    <a:pt x="4554" y="86"/>
                  </a:lnTo>
                  <a:cubicBezTo>
                    <a:pt x="3970" y="-29"/>
                    <a:pt x="3361" y="-29"/>
                    <a:pt x="2776" y="86"/>
                  </a:cubicBezTo>
                  <a:lnTo>
                    <a:pt x="2776" y="86"/>
                  </a:lnTo>
                  <a:lnTo>
                    <a:pt x="1253" y="1228"/>
                  </a:lnTo>
                  <a:lnTo>
                    <a:pt x="1253" y="1228"/>
                  </a:lnTo>
                  <a:lnTo>
                    <a:pt x="1253" y="1228"/>
                  </a:lnTo>
                  <a:cubicBezTo>
                    <a:pt x="885" y="1774"/>
                    <a:pt x="580" y="2384"/>
                    <a:pt x="364" y="3006"/>
                  </a:cubicBezTo>
                  <a:cubicBezTo>
                    <a:pt x="-677" y="5609"/>
                    <a:pt x="592" y="8567"/>
                    <a:pt x="3196" y="9608"/>
                  </a:cubicBezTo>
                  <a:cubicBezTo>
                    <a:pt x="3475" y="9710"/>
                    <a:pt x="3754" y="9799"/>
                    <a:pt x="4046" y="98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4" name="Freeform: Shape 483"/>
            <p:cNvSpPr/>
            <p:nvPr/>
          </p:nvSpPr>
          <p:spPr bwMode="auto">
            <a:xfrm>
              <a:off x="5550840" y="12261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76 h 76"/>
                <a:gd name="GluePoint2X" fmla="*/ 0 w 888"/>
                <a:gd name="GluePoint2Y" fmla="*/ 76 h 76"/>
                <a:gd name="GluePoint3X" fmla="*/ 0 w 888"/>
                <a:gd name="GluePoint3Y" fmla="*/ 76 h 76"/>
                <a:gd name="GluePoint4X" fmla="*/ 889 w 888"/>
                <a:gd name="GluePoint4Y" fmla="*/ 76 h 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88" h="76" extrusionOk="0">
                  <a:moveTo>
                    <a:pt x="889" y="76"/>
                  </a:moveTo>
                  <a:cubicBezTo>
                    <a:pt x="597" y="-25"/>
                    <a:pt x="292" y="-25"/>
                    <a:pt x="0" y="76"/>
                  </a:cubicBezTo>
                  <a:lnTo>
                    <a:pt x="0" y="76"/>
                  </a:lnTo>
                  <a:cubicBezTo>
                    <a:pt x="292" y="0"/>
                    <a:pt x="597" y="0"/>
                    <a:pt x="889" y="7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5" name="Freeform: Shape 484"/>
            <p:cNvSpPr/>
            <p:nvPr/>
          </p:nvSpPr>
          <p:spPr bwMode="auto">
            <a:xfrm>
              <a:off x="5543280" y="1229400"/>
              <a:ext cx="10440" cy="108359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360"/>
                <a:gd name="textAreaBottom" fmla="*/ 108720 h 108360"/>
                <a:gd name="GluePoint1X" fmla="*/ 10792 w 10800"/>
                <a:gd name="GluePoint1Y" fmla="*/ 127 h 108798"/>
                <a:gd name="GluePoint2X" fmla="*/ 9904 w 10800"/>
                <a:gd name="GluePoint2Y" fmla="*/ 3301 h 108798"/>
                <a:gd name="GluePoint3X" fmla="*/ 0 w 10800"/>
                <a:gd name="GluePoint3Y" fmla="*/ 15998 h 108798"/>
                <a:gd name="GluePoint4X" fmla="*/ 0 w 10800"/>
                <a:gd name="GluePoint4Y" fmla="*/ 103986 h 108798"/>
                <a:gd name="GluePoint5X" fmla="*/ 6069 w 10800"/>
                <a:gd name="GluePoint5Y" fmla="*/ 108760 h 108798"/>
                <a:gd name="GluePoint6X" fmla="*/ 10031 w 10800"/>
                <a:gd name="GluePoint6Y" fmla="*/ 106272 h 108798"/>
                <a:gd name="GluePoint7X" fmla="*/ 10031 w 10800"/>
                <a:gd name="GluePoint7Y" fmla="*/ 105383 h 108798"/>
                <a:gd name="GluePoint8X" fmla="*/ 10031 w 10800"/>
                <a:gd name="GluePoint8Y" fmla="*/ 104494 h 108798"/>
                <a:gd name="GluePoint9X" fmla="*/ 10031 w 10800"/>
                <a:gd name="GluePoint9Y" fmla="*/ 0 h 10879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800" h="108798" extrusionOk="0">
                  <a:moveTo>
                    <a:pt x="10792" y="127"/>
                  </a:moveTo>
                  <a:cubicBezTo>
                    <a:pt x="10856" y="1257"/>
                    <a:pt x="10539" y="2374"/>
                    <a:pt x="9904" y="3301"/>
                  </a:cubicBezTo>
                  <a:lnTo>
                    <a:pt x="0" y="15998"/>
                  </a:lnTo>
                  <a:lnTo>
                    <a:pt x="0" y="103986"/>
                  </a:lnTo>
                  <a:cubicBezTo>
                    <a:pt x="356" y="106983"/>
                    <a:pt x="3073" y="109116"/>
                    <a:pt x="6069" y="108760"/>
                  </a:cubicBezTo>
                  <a:cubicBezTo>
                    <a:pt x="7695" y="108570"/>
                    <a:pt x="9155" y="107655"/>
                    <a:pt x="10031" y="106272"/>
                  </a:cubicBezTo>
                  <a:cubicBezTo>
                    <a:pt x="10094" y="105980"/>
                    <a:pt x="10094" y="105675"/>
                    <a:pt x="10031" y="105383"/>
                  </a:cubicBezTo>
                  <a:cubicBezTo>
                    <a:pt x="10031" y="105383"/>
                    <a:pt x="10031" y="104748"/>
                    <a:pt x="10031" y="104494"/>
                  </a:cubicBezTo>
                  <a:lnTo>
                    <a:pt x="10031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6" name="Freeform: Shape 485"/>
            <p:cNvSpPr/>
            <p:nvPr/>
          </p:nvSpPr>
          <p:spPr bwMode="auto">
            <a:xfrm>
              <a:off x="5552640" y="12265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635 h 635"/>
                <a:gd name="GluePoint2X" fmla="*/ 0 w 634"/>
                <a:gd name="GluePoint2Y" fmla="*/ 0 h 635"/>
                <a:gd name="GluePoint3X" fmla="*/ 0 w 634"/>
                <a:gd name="GluePoint3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635" extrusionOk="0">
                  <a:moveTo>
                    <a:pt x="635" y="635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7" name="Freeform: Shape 486"/>
            <p:cNvSpPr/>
            <p:nvPr/>
          </p:nvSpPr>
          <p:spPr bwMode="auto">
            <a:xfrm>
              <a:off x="5549400" y="12250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8" name="Freeform: Shape 487"/>
            <p:cNvSpPr/>
            <p:nvPr/>
          </p:nvSpPr>
          <p:spPr bwMode="auto">
            <a:xfrm>
              <a:off x="5554080" y="12276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0 h 888"/>
                <a:gd name="GluePoint3X" fmla="*/ 0 w 12696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 extrusionOk="0">
                  <a:moveTo>
                    <a:pt x="0" y="889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89" name="Freeform: Shape 488"/>
            <p:cNvSpPr/>
            <p:nvPr/>
          </p:nvSpPr>
          <p:spPr bwMode="auto">
            <a:xfrm>
              <a:off x="5452560" y="1225080"/>
              <a:ext cx="100080" cy="128520"/>
            </a:xfrm>
            <a:custGeom>
              <a:avLst/>
              <a:gdLst>
                <a:gd name="textAreaLeft" fmla="*/ 0 w 100080"/>
                <a:gd name="textAreaRight" fmla="*/ 100440 w 100080"/>
                <a:gd name="textAreaTop" fmla="*/ 0 h 128520"/>
                <a:gd name="textAreaBottom" fmla="*/ 128880 h 128520"/>
                <a:gd name="GluePoint1X" fmla="*/ 97131 w 100439"/>
                <a:gd name="GluePoint1Y" fmla="*/ 0 h 128871"/>
                <a:gd name="GluePoint2X" fmla="*/ 95099 w 100439"/>
                <a:gd name="GluePoint2Y" fmla="*/ 0 h 128871"/>
                <a:gd name="GluePoint3X" fmla="*/ 94084 w 100439"/>
                <a:gd name="GluePoint3Y" fmla="*/ 0 h 128871"/>
                <a:gd name="GluePoint4X" fmla="*/ 93322 w 100439"/>
                <a:gd name="GluePoint4Y" fmla="*/ 0 h 128871"/>
                <a:gd name="GluePoint5X" fmla="*/ 92433 w 100439"/>
                <a:gd name="GluePoint5Y" fmla="*/ 762 h 128871"/>
                <a:gd name="GluePoint6X" fmla="*/ 92433 w 100439"/>
                <a:gd name="GluePoint6Y" fmla="*/ 762 h 128871"/>
                <a:gd name="GluePoint7X" fmla="*/ 87862 w 100439"/>
                <a:gd name="GluePoint7Y" fmla="*/ 6603 h 128871"/>
                <a:gd name="GluePoint8X" fmla="*/ 0 w 100439"/>
                <a:gd name="GluePoint8Y" fmla="*/ 122904 h 128871"/>
                <a:gd name="GluePoint9X" fmla="*/ 3555 w 100439"/>
                <a:gd name="GluePoint9Y" fmla="*/ 123539 h 128871"/>
                <a:gd name="GluePoint10X" fmla="*/ 3555 w 100439"/>
                <a:gd name="GluePoint10Y" fmla="*/ 123539 h 128871"/>
                <a:gd name="GluePoint11X" fmla="*/ 4444 w 100439"/>
                <a:gd name="GluePoint11Y" fmla="*/ 123539 h 128871"/>
                <a:gd name="GluePoint12X" fmla="*/ 5333 w 100439"/>
                <a:gd name="GluePoint12Y" fmla="*/ 124174 h 128871"/>
                <a:gd name="GluePoint13X" fmla="*/ 6095 w 100439"/>
                <a:gd name="GluePoint13Y" fmla="*/ 124809 h 128871"/>
                <a:gd name="GluePoint14X" fmla="*/ 6095 w 100439"/>
                <a:gd name="GluePoint14Y" fmla="*/ 125571 h 128871"/>
                <a:gd name="GluePoint15X" fmla="*/ 6095 w 100439"/>
                <a:gd name="GluePoint15Y" fmla="*/ 126332 h 128871"/>
                <a:gd name="GluePoint16X" fmla="*/ 6095 w 100439"/>
                <a:gd name="GluePoint16Y" fmla="*/ 127348 h 128871"/>
                <a:gd name="GluePoint17X" fmla="*/ 6095 w 100439"/>
                <a:gd name="GluePoint17Y" fmla="*/ 127348 h 128871"/>
                <a:gd name="GluePoint18X" fmla="*/ 6095 w 100439"/>
                <a:gd name="GluePoint18Y" fmla="*/ 128871 h 128871"/>
                <a:gd name="GluePoint19X" fmla="*/ 89640 w 100439"/>
                <a:gd name="GluePoint19Y" fmla="*/ 19426 h 128871"/>
                <a:gd name="GluePoint20X" fmla="*/ 99543 w 100439"/>
                <a:gd name="GluePoint20Y" fmla="*/ 6729 h 128871"/>
                <a:gd name="GluePoint21X" fmla="*/ 100432 w 100439"/>
                <a:gd name="GluePoint21Y" fmla="*/ 3555 h 128871"/>
                <a:gd name="GluePoint22X" fmla="*/ 100432 w 100439"/>
                <a:gd name="GluePoint22Y" fmla="*/ 3555 h 128871"/>
                <a:gd name="GluePoint23X" fmla="*/ 100432 w 100439"/>
                <a:gd name="GluePoint23Y" fmla="*/ 3555 h 128871"/>
                <a:gd name="GluePoint24X" fmla="*/ 100432 w 100439"/>
                <a:gd name="GluePoint24Y" fmla="*/ 2667 h 128871"/>
                <a:gd name="GluePoint25X" fmla="*/ 100432 w 100439"/>
                <a:gd name="GluePoint25Y" fmla="*/ 2667 h 128871"/>
                <a:gd name="GluePoint26X" fmla="*/ 100432 w 100439"/>
                <a:gd name="GluePoint26Y" fmla="*/ 2667 h 128871"/>
                <a:gd name="GluePoint27X" fmla="*/ 99797 w 100439"/>
                <a:gd name="GluePoint27Y" fmla="*/ 2032 h 128871"/>
                <a:gd name="GluePoint28X" fmla="*/ 99797 w 100439"/>
                <a:gd name="GluePoint28Y" fmla="*/ 2032 h 128871"/>
                <a:gd name="GluePoint29X" fmla="*/ 99162 w 100439"/>
                <a:gd name="GluePoint29Y" fmla="*/ 2032 h 128871"/>
                <a:gd name="GluePoint30X" fmla="*/ 98147 w 100439"/>
                <a:gd name="GluePoint30Y" fmla="*/ 2032 h 1288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</a:cxnLst>
              <a:rect l="textAreaLeft" t="textAreaTop" r="textAreaRight" b="textAreaBottom"/>
              <a:pathLst>
                <a:path w="100439" h="128871" extrusionOk="0">
                  <a:moveTo>
                    <a:pt x="97131" y="0"/>
                  </a:moveTo>
                  <a:lnTo>
                    <a:pt x="95099" y="0"/>
                  </a:lnTo>
                  <a:lnTo>
                    <a:pt x="94084" y="0"/>
                  </a:lnTo>
                  <a:lnTo>
                    <a:pt x="93322" y="0"/>
                  </a:lnTo>
                  <a:cubicBezTo>
                    <a:pt x="93322" y="0"/>
                    <a:pt x="92687" y="0"/>
                    <a:pt x="92433" y="762"/>
                  </a:cubicBezTo>
                  <a:lnTo>
                    <a:pt x="92433" y="762"/>
                  </a:lnTo>
                  <a:lnTo>
                    <a:pt x="87862" y="6603"/>
                  </a:lnTo>
                  <a:lnTo>
                    <a:pt x="0" y="122904"/>
                  </a:lnTo>
                  <a:lnTo>
                    <a:pt x="3555" y="123539"/>
                  </a:lnTo>
                  <a:lnTo>
                    <a:pt x="3555" y="123539"/>
                  </a:lnTo>
                  <a:lnTo>
                    <a:pt x="4444" y="123539"/>
                  </a:lnTo>
                  <a:lnTo>
                    <a:pt x="5333" y="124174"/>
                  </a:lnTo>
                  <a:lnTo>
                    <a:pt x="6095" y="124809"/>
                  </a:lnTo>
                  <a:lnTo>
                    <a:pt x="6095" y="125571"/>
                  </a:lnTo>
                  <a:cubicBezTo>
                    <a:pt x="6183" y="125812"/>
                    <a:pt x="6183" y="126091"/>
                    <a:pt x="6095" y="126332"/>
                  </a:cubicBezTo>
                  <a:cubicBezTo>
                    <a:pt x="6145" y="126662"/>
                    <a:pt x="6145" y="127018"/>
                    <a:pt x="6095" y="127348"/>
                  </a:cubicBezTo>
                  <a:cubicBezTo>
                    <a:pt x="6095" y="127348"/>
                    <a:pt x="6095" y="127348"/>
                    <a:pt x="6095" y="127348"/>
                  </a:cubicBezTo>
                  <a:lnTo>
                    <a:pt x="6095" y="128871"/>
                  </a:lnTo>
                  <a:lnTo>
                    <a:pt x="89640" y="19426"/>
                  </a:lnTo>
                  <a:lnTo>
                    <a:pt x="99543" y="6729"/>
                  </a:lnTo>
                  <a:cubicBezTo>
                    <a:pt x="100178" y="5802"/>
                    <a:pt x="100495" y="4685"/>
                    <a:pt x="100432" y="3555"/>
                  </a:cubicBezTo>
                  <a:lnTo>
                    <a:pt x="100432" y="3555"/>
                  </a:lnTo>
                  <a:lnTo>
                    <a:pt x="100432" y="3555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100432" y="2667"/>
                  </a:lnTo>
                  <a:lnTo>
                    <a:pt x="99797" y="2032"/>
                  </a:lnTo>
                  <a:lnTo>
                    <a:pt x="99797" y="2032"/>
                  </a:lnTo>
                  <a:lnTo>
                    <a:pt x="99162" y="2032"/>
                  </a:lnTo>
                  <a:cubicBezTo>
                    <a:pt x="98832" y="1930"/>
                    <a:pt x="98477" y="1930"/>
                    <a:pt x="98147" y="203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0" name="Freeform: Shape 489"/>
            <p:cNvSpPr/>
            <p:nvPr/>
          </p:nvSpPr>
          <p:spPr bwMode="auto">
            <a:xfrm>
              <a:off x="5449320" y="1353240"/>
              <a:ext cx="10440" cy="1087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8720"/>
                <a:gd name="textAreaBottom" fmla="*/ 109080 h 108720"/>
                <a:gd name="GluePoint1X" fmla="*/ 10665 w 10712"/>
                <a:gd name="GluePoint1Y" fmla="*/ 104494 h 109090"/>
                <a:gd name="GluePoint2X" fmla="*/ 10665 w 10712"/>
                <a:gd name="GluePoint2Y" fmla="*/ 0 h 109090"/>
                <a:gd name="GluePoint3X" fmla="*/ 10665 w 10712"/>
                <a:gd name="GluePoint3Y" fmla="*/ 0 h 109090"/>
                <a:gd name="GluePoint4X" fmla="*/ 10665 w 10712"/>
                <a:gd name="GluePoint4Y" fmla="*/ 1396 h 109090"/>
                <a:gd name="GluePoint5X" fmla="*/ 5333 w 10712"/>
                <a:gd name="GluePoint5Y" fmla="*/ 5333 h 109090"/>
                <a:gd name="GluePoint6X" fmla="*/ 4317 w 10712"/>
                <a:gd name="GluePoint6Y" fmla="*/ 5333 h 109090"/>
                <a:gd name="GluePoint7X" fmla="*/ 0 w 10712"/>
                <a:gd name="GluePoint7Y" fmla="*/ 4571 h 109090"/>
                <a:gd name="GluePoint8X" fmla="*/ 0 w 10712"/>
                <a:gd name="GluePoint8Y" fmla="*/ 104113 h 109090"/>
                <a:gd name="GluePoint9X" fmla="*/ 5320 w 10712"/>
                <a:gd name="GluePoint9Y" fmla="*/ 108938 h 109090"/>
                <a:gd name="GluePoint10X" fmla="*/ 5333 w 10712"/>
                <a:gd name="GluePoint10Y" fmla="*/ 108938 h 109090"/>
                <a:gd name="GluePoint11X" fmla="*/ 5333 w 10712"/>
                <a:gd name="GluePoint11Y" fmla="*/ 108938 h 109090"/>
                <a:gd name="GluePoint12X" fmla="*/ 7618 w 10712"/>
                <a:gd name="GluePoint12Y" fmla="*/ 108938 h 109090"/>
                <a:gd name="GluePoint13X" fmla="*/ 7618 w 10712"/>
                <a:gd name="GluePoint13Y" fmla="*/ 108938 h 109090"/>
                <a:gd name="GluePoint14X" fmla="*/ 7618 w 10712"/>
                <a:gd name="GluePoint14Y" fmla="*/ 108938 h 109090"/>
                <a:gd name="GluePoint15X" fmla="*/ 7618 w 10712"/>
                <a:gd name="GluePoint15Y" fmla="*/ 108938 h 109090"/>
                <a:gd name="GluePoint16X" fmla="*/ 8253 w 10712"/>
                <a:gd name="GluePoint16Y" fmla="*/ 108303 h 109090"/>
                <a:gd name="GluePoint17X" fmla="*/ 9269 w 10712"/>
                <a:gd name="GluePoint17Y" fmla="*/ 106526 h 109090"/>
                <a:gd name="GluePoint18X" fmla="*/ 10665 w 10712"/>
                <a:gd name="GluePoint18Y" fmla="*/ 104494 h 1090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0712" h="109090" extrusionOk="0">
                  <a:moveTo>
                    <a:pt x="10665" y="104494"/>
                  </a:moveTo>
                  <a:lnTo>
                    <a:pt x="10665" y="0"/>
                  </a:lnTo>
                  <a:cubicBezTo>
                    <a:pt x="10665" y="0"/>
                    <a:pt x="10665" y="0"/>
                    <a:pt x="10665" y="0"/>
                  </a:cubicBezTo>
                  <a:cubicBezTo>
                    <a:pt x="10729" y="457"/>
                    <a:pt x="10729" y="927"/>
                    <a:pt x="10665" y="1396"/>
                  </a:cubicBezTo>
                  <a:cubicBezTo>
                    <a:pt x="10056" y="3822"/>
                    <a:pt x="7821" y="5472"/>
                    <a:pt x="5333" y="5333"/>
                  </a:cubicBezTo>
                  <a:lnTo>
                    <a:pt x="4317" y="5333"/>
                  </a:lnTo>
                  <a:lnTo>
                    <a:pt x="0" y="4571"/>
                  </a:lnTo>
                  <a:lnTo>
                    <a:pt x="0" y="104113"/>
                  </a:lnTo>
                  <a:cubicBezTo>
                    <a:pt x="139" y="106919"/>
                    <a:pt x="2514" y="109077"/>
                    <a:pt x="5320" y="108938"/>
                  </a:cubicBezTo>
                  <a:cubicBezTo>
                    <a:pt x="5320" y="108938"/>
                    <a:pt x="5333" y="108938"/>
                    <a:pt x="5333" y="108938"/>
                  </a:cubicBezTo>
                  <a:lnTo>
                    <a:pt x="5333" y="108938"/>
                  </a:lnTo>
                  <a:cubicBezTo>
                    <a:pt x="6082" y="109141"/>
                    <a:pt x="6869" y="109141"/>
                    <a:pt x="7618" y="108938"/>
                  </a:cubicBezTo>
                  <a:lnTo>
                    <a:pt x="7618" y="108938"/>
                  </a:lnTo>
                  <a:lnTo>
                    <a:pt x="7618" y="108938"/>
                  </a:lnTo>
                  <a:lnTo>
                    <a:pt x="7618" y="108938"/>
                  </a:lnTo>
                  <a:cubicBezTo>
                    <a:pt x="7618" y="108938"/>
                    <a:pt x="7618" y="108938"/>
                    <a:pt x="8253" y="108303"/>
                  </a:cubicBezTo>
                  <a:cubicBezTo>
                    <a:pt x="8710" y="107783"/>
                    <a:pt x="9053" y="107185"/>
                    <a:pt x="9269" y="106526"/>
                  </a:cubicBezTo>
                  <a:cubicBezTo>
                    <a:pt x="9269" y="106526"/>
                    <a:pt x="10665" y="104748"/>
                    <a:pt x="10665" y="10449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1" name="Freeform: Shape 490"/>
            <p:cNvSpPr/>
            <p:nvPr/>
          </p:nvSpPr>
          <p:spPr bwMode="auto">
            <a:xfrm>
              <a:off x="4370400" y="1153080"/>
              <a:ext cx="1088640" cy="204480"/>
            </a:xfrm>
            <a:custGeom>
              <a:avLst/>
              <a:gdLst>
                <a:gd name="textAreaLeft" fmla="*/ 0 w 1088640"/>
                <a:gd name="textAreaRight" fmla="*/ 1089000 w 1088640"/>
                <a:gd name="textAreaTop" fmla="*/ 0 h 204480"/>
                <a:gd name="textAreaBottom" fmla="*/ 204840 h 204480"/>
                <a:gd name="GluePoint1X" fmla="*/ 57 w 1089130"/>
                <a:gd name="GluePoint1Y" fmla="*/ 5793 h 204759"/>
                <a:gd name="GluePoint2X" fmla="*/ 57 w 1089130"/>
                <a:gd name="GluePoint2Y" fmla="*/ 6682 h 204759"/>
                <a:gd name="GluePoint3X" fmla="*/ 57 w 1089130"/>
                <a:gd name="GluePoint3Y" fmla="*/ 7571 h 204759"/>
                <a:gd name="GluePoint4X" fmla="*/ 692 w 1089130"/>
                <a:gd name="GluePoint4Y" fmla="*/ 8333 h 204759"/>
                <a:gd name="GluePoint5X" fmla="*/ 1327 w 1089130"/>
                <a:gd name="GluePoint5Y" fmla="*/ 8333 h 204759"/>
                <a:gd name="GluePoint6X" fmla="*/ 3485 w 1089130"/>
                <a:gd name="GluePoint6Y" fmla="*/ 9222 h 204759"/>
                <a:gd name="GluePoint7X" fmla="*/ 9961 w 1089130"/>
                <a:gd name="GluePoint7Y" fmla="*/ 10364 h 204759"/>
                <a:gd name="GluePoint8X" fmla="*/ 1078399 w 1089130"/>
                <a:gd name="GluePoint8Y" fmla="*/ 203989 h 204759"/>
                <a:gd name="GluePoint9X" fmla="*/ 1082715 w 1089130"/>
                <a:gd name="GluePoint9Y" fmla="*/ 204751 h 204759"/>
                <a:gd name="GluePoint10X" fmla="*/ 1083731 w 1089130"/>
                <a:gd name="GluePoint10Y" fmla="*/ 204751 h 204759"/>
                <a:gd name="GluePoint11X" fmla="*/ 1089064 w 1089130"/>
                <a:gd name="GluePoint11Y" fmla="*/ 200815 h 204759"/>
                <a:gd name="GluePoint12X" fmla="*/ 1089064 w 1089130"/>
                <a:gd name="GluePoint12Y" fmla="*/ 199418 h 204759"/>
                <a:gd name="GluePoint13X" fmla="*/ 1089064 w 1089130"/>
                <a:gd name="GluePoint13Y" fmla="*/ 198402 h 204759"/>
                <a:gd name="GluePoint14X" fmla="*/ 1089064 w 1089130"/>
                <a:gd name="GluePoint14Y" fmla="*/ 197641 h 204759"/>
                <a:gd name="GluePoint15X" fmla="*/ 1089064 w 1089130"/>
                <a:gd name="GluePoint15Y" fmla="*/ 196879 h 204759"/>
                <a:gd name="GluePoint16X" fmla="*/ 1088302 w 1089130"/>
                <a:gd name="GluePoint16Y" fmla="*/ 196244 h 204759"/>
                <a:gd name="GluePoint17X" fmla="*/ 1087413 w 1089130"/>
                <a:gd name="GluePoint17Y" fmla="*/ 195609 h 204759"/>
                <a:gd name="GluePoint18X" fmla="*/ 1086524 w 1089130"/>
                <a:gd name="GluePoint18Y" fmla="*/ 195609 h 204759"/>
                <a:gd name="GluePoint19X" fmla="*/ 1086524 w 1089130"/>
                <a:gd name="GluePoint19Y" fmla="*/ 195609 h 204759"/>
                <a:gd name="GluePoint20X" fmla="*/ 1082969 w 1089130"/>
                <a:gd name="GluePoint20Y" fmla="*/ 194974 h 204759"/>
                <a:gd name="GluePoint21X" fmla="*/ 16436 w 1089130"/>
                <a:gd name="GluePoint21Y" fmla="*/ 1731 h 204759"/>
                <a:gd name="GluePoint22X" fmla="*/ 7802 w 1089130"/>
                <a:gd name="GluePoint22Y" fmla="*/ 80 h 204759"/>
                <a:gd name="GluePoint23X" fmla="*/ 2343 w 1089130"/>
                <a:gd name="GluePoint23Y" fmla="*/ 2111 h 204759"/>
                <a:gd name="GluePoint24X" fmla="*/ 2343 w 1089130"/>
                <a:gd name="GluePoint24Y" fmla="*/ 2111 h 204759"/>
                <a:gd name="GluePoint25X" fmla="*/ 2343 w 1089130"/>
                <a:gd name="GluePoint25Y" fmla="*/ 2111 h 204759"/>
                <a:gd name="GluePoint26X" fmla="*/ 2343 w 1089130"/>
                <a:gd name="GluePoint26Y" fmla="*/ 3127 h 204759"/>
                <a:gd name="GluePoint27X" fmla="*/ 2343 w 1089130"/>
                <a:gd name="GluePoint27Y" fmla="*/ 3127 h 204759"/>
                <a:gd name="GluePoint28X" fmla="*/ 2343 w 1089130"/>
                <a:gd name="GluePoint28Y" fmla="*/ 3762 h 204759"/>
                <a:gd name="GluePoint29X" fmla="*/ 57 w 1089130"/>
                <a:gd name="GluePoint29Y" fmla="*/ 5793 h 20475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</a:cxnLst>
              <a:rect l="textAreaLeft" t="textAreaTop" r="textAreaRight" b="textAreaBottom"/>
              <a:pathLst>
                <a:path w="1089130" h="204759" extrusionOk="0">
                  <a:moveTo>
                    <a:pt x="57" y="5793"/>
                  </a:moveTo>
                  <a:cubicBezTo>
                    <a:pt x="-19" y="6086"/>
                    <a:pt x="-19" y="6390"/>
                    <a:pt x="57" y="6682"/>
                  </a:cubicBezTo>
                  <a:cubicBezTo>
                    <a:pt x="-6" y="6974"/>
                    <a:pt x="-6" y="7279"/>
                    <a:pt x="57" y="7571"/>
                  </a:cubicBezTo>
                  <a:cubicBezTo>
                    <a:pt x="57" y="7571"/>
                    <a:pt x="57" y="7571"/>
                    <a:pt x="692" y="8333"/>
                  </a:cubicBezTo>
                  <a:cubicBezTo>
                    <a:pt x="1327" y="9095"/>
                    <a:pt x="692" y="8333"/>
                    <a:pt x="1327" y="8333"/>
                  </a:cubicBezTo>
                  <a:cubicBezTo>
                    <a:pt x="1987" y="8752"/>
                    <a:pt x="2723" y="9057"/>
                    <a:pt x="3485" y="9222"/>
                  </a:cubicBezTo>
                  <a:lnTo>
                    <a:pt x="9961" y="10364"/>
                  </a:lnTo>
                  <a:lnTo>
                    <a:pt x="1078399" y="203989"/>
                  </a:lnTo>
                  <a:lnTo>
                    <a:pt x="1082715" y="204751"/>
                  </a:lnTo>
                  <a:lnTo>
                    <a:pt x="1083731" y="204751"/>
                  </a:lnTo>
                  <a:cubicBezTo>
                    <a:pt x="1086220" y="204891"/>
                    <a:pt x="1088454" y="203240"/>
                    <a:pt x="1089064" y="200815"/>
                  </a:cubicBezTo>
                  <a:cubicBezTo>
                    <a:pt x="1089127" y="200345"/>
                    <a:pt x="1089127" y="199888"/>
                    <a:pt x="1089064" y="199418"/>
                  </a:cubicBezTo>
                  <a:cubicBezTo>
                    <a:pt x="1089115" y="199088"/>
                    <a:pt x="1089115" y="198733"/>
                    <a:pt x="1089064" y="198402"/>
                  </a:cubicBezTo>
                  <a:cubicBezTo>
                    <a:pt x="1089153" y="198161"/>
                    <a:pt x="1089153" y="197882"/>
                    <a:pt x="1089064" y="197641"/>
                  </a:cubicBezTo>
                  <a:lnTo>
                    <a:pt x="1089064" y="196879"/>
                  </a:lnTo>
                  <a:lnTo>
                    <a:pt x="1088302" y="196244"/>
                  </a:lnTo>
                  <a:lnTo>
                    <a:pt x="1087413" y="195609"/>
                  </a:lnTo>
                  <a:lnTo>
                    <a:pt x="1086524" y="195609"/>
                  </a:lnTo>
                  <a:lnTo>
                    <a:pt x="1086524" y="195609"/>
                  </a:lnTo>
                  <a:lnTo>
                    <a:pt x="1082969" y="194974"/>
                  </a:lnTo>
                  <a:lnTo>
                    <a:pt x="16436" y="1731"/>
                  </a:lnTo>
                  <a:lnTo>
                    <a:pt x="7802" y="80"/>
                  </a:lnTo>
                  <a:cubicBezTo>
                    <a:pt x="5745" y="-263"/>
                    <a:pt x="3676" y="512"/>
                    <a:pt x="2343" y="2111"/>
                  </a:cubicBezTo>
                  <a:lnTo>
                    <a:pt x="2343" y="2111"/>
                  </a:lnTo>
                  <a:lnTo>
                    <a:pt x="2343" y="2111"/>
                  </a:lnTo>
                  <a:cubicBezTo>
                    <a:pt x="2317" y="2454"/>
                    <a:pt x="2317" y="2784"/>
                    <a:pt x="2343" y="3127"/>
                  </a:cubicBezTo>
                  <a:lnTo>
                    <a:pt x="2343" y="3127"/>
                  </a:lnTo>
                  <a:lnTo>
                    <a:pt x="2343" y="3762"/>
                  </a:lnTo>
                  <a:cubicBezTo>
                    <a:pt x="2343" y="3762"/>
                    <a:pt x="-70" y="5539"/>
                    <a:pt x="57" y="5793"/>
                  </a:cubicBezTo>
                  <a:close/>
                </a:path>
              </a:pathLst>
            </a:custGeom>
            <a:solidFill>
              <a:schemeClr val="accent1">
                <a:lumMod val="75000"/>
              </a:schemeClr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2" name="Freeform: Shape 491"/>
            <p:cNvSpPr/>
            <p:nvPr/>
          </p:nvSpPr>
          <p:spPr bwMode="auto">
            <a:xfrm>
              <a:off x="8659080" y="2038680"/>
              <a:ext cx="97200" cy="84240"/>
            </a:xfrm>
            <a:custGeom>
              <a:avLst/>
              <a:gdLst>
                <a:gd name="textAreaLeft" fmla="*/ 0 w 97200"/>
                <a:gd name="textAreaRight" fmla="*/ 97560 w 97200"/>
                <a:gd name="textAreaTop" fmla="*/ 0 h 84240"/>
                <a:gd name="textAreaBottom" fmla="*/ 84600 h 84240"/>
                <a:gd name="GluePoint1X" fmla="*/ 88370 w 97638"/>
                <a:gd name="GluePoint1Y" fmla="*/ 2032 h 84687"/>
                <a:gd name="GluePoint2X" fmla="*/ 88370 w 97638"/>
                <a:gd name="GluePoint2Y" fmla="*/ 0 h 84687"/>
                <a:gd name="GluePoint3X" fmla="*/ 1651 w 97638"/>
                <a:gd name="GluePoint3Y" fmla="*/ 70721 h 84687"/>
                <a:gd name="GluePoint4X" fmla="*/ 1651 w 97638"/>
                <a:gd name="GluePoint4Y" fmla="*/ 81640 h 84687"/>
                <a:gd name="GluePoint5X" fmla="*/ 1651 w 97638"/>
                <a:gd name="GluePoint5Y" fmla="*/ 82401 h 84687"/>
                <a:gd name="GluePoint6X" fmla="*/ 1651 w 97638"/>
                <a:gd name="GluePoint6Y" fmla="*/ 82401 h 84687"/>
                <a:gd name="GluePoint7X" fmla="*/ 1651 w 97638"/>
                <a:gd name="GluePoint7Y" fmla="*/ 82401 h 84687"/>
                <a:gd name="GluePoint8X" fmla="*/ 0 w 97638"/>
                <a:gd name="GluePoint8Y" fmla="*/ 84687 h 84687"/>
                <a:gd name="GluePoint9X" fmla="*/ 0 w 97638"/>
                <a:gd name="GluePoint9Y" fmla="*/ 84687 h 84687"/>
                <a:gd name="GluePoint10X" fmla="*/ 97639 w 97638"/>
                <a:gd name="GluePoint10Y" fmla="*/ 5206 h 84687"/>
                <a:gd name="GluePoint11X" fmla="*/ 97639 w 97638"/>
                <a:gd name="GluePoint11Y" fmla="*/ 5206 h 84687"/>
                <a:gd name="GluePoint12X" fmla="*/ 93957 w 97638"/>
                <a:gd name="GluePoint12Y" fmla="*/ 6475 h 84687"/>
                <a:gd name="GluePoint13X" fmla="*/ 88370 w 97638"/>
                <a:gd name="GluePoint13Y" fmla="*/ 2032 h 846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97638" h="84687" extrusionOk="0">
                  <a:moveTo>
                    <a:pt x="88370" y="2032"/>
                  </a:moveTo>
                  <a:lnTo>
                    <a:pt x="88370" y="0"/>
                  </a:lnTo>
                  <a:lnTo>
                    <a:pt x="1651" y="70721"/>
                  </a:lnTo>
                  <a:lnTo>
                    <a:pt x="1651" y="81640"/>
                  </a:lnTo>
                  <a:cubicBezTo>
                    <a:pt x="1702" y="81894"/>
                    <a:pt x="1702" y="82148"/>
                    <a:pt x="1651" y="82401"/>
                  </a:cubicBezTo>
                  <a:cubicBezTo>
                    <a:pt x="1651" y="82401"/>
                    <a:pt x="1651" y="82401"/>
                    <a:pt x="1651" y="82401"/>
                  </a:cubicBezTo>
                  <a:lnTo>
                    <a:pt x="1651" y="82401"/>
                  </a:lnTo>
                  <a:cubicBezTo>
                    <a:pt x="1346" y="83316"/>
                    <a:pt x="762" y="84103"/>
                    <a:pt x="0" y="84687"/>
                  </a:cubicBezTo>
                  <a:lnTo>
                    <a:pt x="0" y="84687"/>
                  </a:lnTo>
                  <a:lnTo>
                    <a:pt x="97639" y="5206"/>
                  </a:lnTo>
                  <a:lnTo>
                    <a:pt x="97639" y="5206"/>
                  </a:lnTo>
                  <a:cubicBezTo>
                    <a:pt x="96585" y="6018"/>
                    <a:pt x="95290" y="6463"/>
                    <a:pt x="93957" y="6475"/>
                  </a:cubicBezTo>
                  <a:cubicBezTo>
                    <a:pt x="91214" y="6704"/>
                    <a:pt x="88764" y="4761"/>
                    <a:pt x="88370" y="203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39600" rIns="90000" bIns="396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3" name="Freeform: Shape 492"/>
            <p:cNvSpPr/>
            <p:nvPr/>
          </p:nvSpPr>
          <p:spPr bwMode="auto">
            <a:xfrm>
              <a:off x="8257680" y="2018160"/>
              <a:ext cx="397080" cy="106560"/>
            </a:xfrm>
            <a:custGeom>
              <a:avLst/>
              <a:gdLst>
                <a:gd name="textAreaLeft" fmla="*/ 0 w 397080"/>
                <a:gd name="textAreaRight" fmla="*/ 397440 w 397080"/>
                <a:gd name="textAreaTop" fmla="*/ 0 h 106560"/>
                <a:gd name="textAreaBottom" fmla="*/ 106920 h 106560"/>
                <a:gd name="GluePoint1X" fmla="*/ 392205 w 397410"/>
                <a:gd name="GluePoint1Y" fmla="*/ 101827 h 106906"/>
                <a:gd name="GluePoint2X" fmla="*/ 392205 w 397410"/>
                <a:gd name="GluePoint2Y" fmla="*/ 95479 h 106906"/>
                <a:gd name="GluePoint3X" fmla="*/ 7110 w 397410"/>
                <a:gd name="GluePoint3Y" fmla="*/ 0 h 106906"/>
                <a:gd name="GluePoint4X" fmla="*/ 7110 w 397410"/>
                <a:gd name="GluePoint4Y" fmla="*/ 3682 h 106906"/>
                <a:gd name="GluePoint5X" fmla="*/ 1778 w 397410"/>
                <a:gd name="GluePoint5Y" fmla="*/ 8634 h 106906"/>
                <a:gd name="GluePoint6X" fmla="*/ 0 w 397410"/>
                <a:gd name="GluePoint6Y" fmla="*/ 8634 h 106906"/>
                <a:gd name="GluePoint7X" fmla="*/ 0 w 397410"/>
                <a:gd name="GluePoint7Y" fmla="*/ 8634 h 106906"/>
                <a:gd name="GluePoint8X" fmla="*/ 396014 w 397410"/>
                <a:gd name="GluePoint8Y" fmla="*/ 106906 h 106906"/>
                <a:gd name="GluePoint9X" fmla="*/ 397410 w 397410"/>
                <a:gd name="GluePoint9Y" fmla="*/ 106906 h 106906"/>
                <a:gd name="GluePoint10X" fmla="*/ 392205 w 397410"/>
                <a:gd name="GluePoint10Y" fmla="*/ 101827 h 10690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97410" h="106906" extrusionOk="0">
                  <a:moveTo>
                    <a:pt x="392205" y="101827"/>
                  </a:moveTo>
                  <a:lnTo>
                    <a:pt x="392205" y="95479"/>
                  </a:lnTo>
                  <a:lnTo>
                    <a:pt x="7110" y="0"/>
                  </a:lnTo>
                  <a:lnTo>
                    <a:pt x="7110" y="3682"/>
                  </a:lnTo>
                  <a:cubicBezTo>
                    <a:pt x="6971" y="6501"/>
                    <a:pt x="4609" y="8710"/>
                    <a:pt x="1778" y="8634"/>
                  </a:cubicBezTo>
                  <a:cubicBezTo>
                    <a:pt x="1193" y="8760"/>
                    <a:pt x="584" y="8760"/>
                    <a:pt x="0" y="8634"/>
                  </a:cubicBezTo>
                  <a:lnTo>
                    <a:pt x="0" y="8634"/>
                  </a:lnTo>
                  <a:lnTo>
                    <a:pt x="396014" y="106906"/>
                  </a:lnTo>
                  <a:lnTo>
                    <a:pt x="397410" y="106906"/>
                  </a:lnTo>
                  <a:cubicBezTo>
                    <a:pt x="394580" y="106906"/>
                    <a:pt x="392269" y="104659"/>
                    <a:pt x="392205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4" name="Freeform: Shape 493"/>
            <p:cNvSpPr/>
            <p:nvPr/>
          </p:nvSpPr>
          <p:spPr bwMode="auto">
            <a:xfrm>
              <a:off x="8660520" y="21214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0 h 761"/>
                <a:gd name="GluePoint2X" fmla="*/ 0 w 47"/>
                <a:gd name="GluePoint2Y" fmla="*/ 0 h 761"/>
                <a:gd name="GluePoint3X" fmla="*/ 0 w 47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cubicBezTo>
                    <a:pt x="64" y="254"/>
                    <a:pt x="64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5" name="Freeform: Shape 494"/>
            <p:cNvSpPr/>
            <p:nvPr/>
          </p:nvSpPr>
          <p:spPr bwMode="auto">
            <a:xfrm>
              <a:off x="8255520" y="19152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6" name="Freeform: Shape 495"/>
            <p:cNvSpPr/>
            <p:nvPr/>
          </p:nvSpPr>
          <p:spPr bwMode="auto">
            <a:xfrm>
              <a:off x="8254440" y="19166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56"/>
                <a:gd name="GluePoint2X" fmla="*/ 56 w 56"/>
                <a:gd name="GluePoint2Y" fmla="*/ 0 h 56"/>
                <a:gd name="GluePoint3X" fmla="*/ 56 w 56"/>
                <a:gd name="GluePoint3Y" fmla="*/ 0 h 56"/>
                <a:gd name="GluePoint4X" fmla="*/ 56 w 56"/>
                <a:gd name="GluePoint4Y" fmla="*/ 0 h 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6" h="56" extrusionOk="0">
                  <a:moveTo>
                    <a:pt x="56" y="0"/>
                  </a:moveTo>
                  <a:lnTo>
                    <a:pt x="56" y="0"/>
                  </a:lnTo>
                  <a:lnTo>
                    <a:pt x="56" y="0"/>
                  </a:lnTo>
                  <a:cubicBezTo>
                    <a:pt x="56" y="0"/>
                    <a:pt x="-71" y="127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7" name="Freeform: Shape 496"/>
            <p:cNvSpPr/>
            <p:nvPr/>
          </p:nvSpPr>
          <p:spPr bwMode="auto">
            <a:xfrm>
              <a:off x="8255160" y="1920240"/>
              <a:ext cx="9000" cy="10620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06200"/>
                <a:gd name="textAreaBottom" fmla="*/ 106560 h 106200"/>
                <a:gd name="GluePoint1X" fmla="*/ 9443 w 9443"/>
                <a:gd name="GluePoint1Y" fmla="*/ 101827 h 106493"/>
                <a:gd name="GluePoint2X" fmla="*/ 9443 w 9443"/>
                <a:gd name="GluePoint2Y" fmla="*/ 5079 h 106493"/>
                <a:gd name="GluePoint3X" fmla="*/ 2587 w 9443"/>
                <a:gd name="GluePoint3Y" fmla="*/ 3428 h 106493"/>
                <a:gd name="GluePoint4X" fmla="*/ 2587 w 9443"/>
                <a:gd name="GluePoint4Y" fmla="*/ 3428 h 106493"/>
                <a:gd name="GluePoint5X" fmla="*/ 1825 w 9443"/>
                <a:gd name="GluePoint5Y" fmla="*/ 3428 h 106493"/>
                <a:gd name="GluePoint6X" fmla="*/ 682 w 9443"/>
                <a:gd name="GluePoint6Y" fmla="*/ 2666 h 106493"/>
                <a:gd name="GluePoint7X" fmla="*/ 682 w 9443"/>
                <a:gd name="GluePoint7Y" fmla="*/ 2666 h 106493"/>
                <a:gd name="GluePoint8X" fmla="*/ 682 w 9443"/>
                <a:gd name="GluePoint8Y" fmla="*/ 2666 h 106493"/>
                <a:gd name="GluePoint9X" fmla="*/ 48 w 9443"/>
                <a:gd name="GluePoint9Y" fmla="*/ 1777 h 106493"/>
                <a:gd name="GluePoint10X" fmla="*/ 48 w 9443"/>
                <a:gd name="GluePoint10Y" fmla="*/ 1016 h 106493"/>
                <a:gd name="GluePoint11X" fmla="*/ 48 w 9443"/>
                <a:gd name="GluePoint11Y" fmla="*/ 0 h 106493"/>
                <a:gd name="GluePoint12X" fmla="*/ 48 w 9443"/>
                <a:gd name="GluePoint12Y" fmla="*/ 0 h 106493"/>
                <a:gd name="GluePoint13X" fmla="*/ 48 w 9443"/>
                <a:gd name="GluePoint13Y" fmla="*/ 0 h 106493"/>
                <a:gd name="GluePoint14X" fmla="*/ 48 w 9443"/>
                <a:gd name="GluePoint14Y" fmla="*/ 103097 h 106493"/>
                <a:gd name="GluePoint15X" fmla="*/ 48 w 9443"/>
                <a:gd name="GluePoint15Y" fmla="*/ 103097 h 106493"/>
                <a:gd name="GluePoint16X" fmla="*/ 48 w 9443"/>
                <a:gd name="GluePoint16Y" fmla="*/ 103986 h 106493"/>
                <a:gd name="GluePoint17X" fmla="*/ 48 w 9443"/>
                <a:gd name="GluePoint17Y" fmla="*/ 104875 h 106493"/>
                <a:gd name="GluePoint18X" fmla="*/ 48 w 9443"/>
                <a:gd name="GluePoint18Y" fmla="*/ 105637 h 106493"/>
                <a:gd name="GluePoint19X" fmla="*/ 809 w 9443"/>
                <a:gd name="GluePoint19Y" fmla="*/ 106398 h 106493"/>
                <a:gd name="GluePoint20X" fmla="*/ 1571 w 9443"/>
                <a:gd name="GluePoint20Y" fmla="*/ 106398 h 106493"/>
                <a:gd name="GluePoint21X" fmla="*/ 2587 w 9443"/>
                <a:gd name="GluePoint21Y" fmla="*/ 106398 h 106493"/>
                <a:gd name="GluePoint22X" fmla="*/ 4365 w 9443"/>
                <a:gd name="GluePoint22Y" fmla="*/ 106398 h 106493"/>
                <a:gd name="GluePoint23X" fmla="*/ 9443 w 9443"/>
                <a:gd name="GluePoint23Y" fmla="*/ 101827 h 10649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443" h="106493" extrusionOk="0">
                  <a:moveTo>
                    <a:pt x="9443" y="101827"/>
                  </a:moveTo>
                  <a:lnTo>
                    <a:pt x="9443" y="5079"/>
                  </a:lnTo>
                  <a:lnTo>
                    <a:pt x="2587" y="3428"/>
                  </a:lnTo>
                  <a:lnTo>
                    <a:pt x="2587" y="3428"/>
                  </a:lnTo>
                  <a:lnTo>
                    <a:pt x="1825" y="3428"/>
                  </a:lnTo>
                  <a:lnTo>
                    <a:pt x="682" y="2666"/>
                  </a:lnTo>
                  <a:lnTo>
                    <a:pt x="682" y="2666"/>
                  </a:lnTo>
                  <a:lnTo>
                    <a:pt x="682" y="2666"/>
                  </a:lnTo>
                  <a:cubicBezTo>
                    <a:pt x="403" y="2425"/>
                    <a:pt x="187" y="2120"/>
                    <a:pt x="48" y="1777"/>
                  </a:cubicBezTo>
                  <a:cubicBezTo>
                    <a:pt x="-3" y="1524"/>
                    <a:pt x="-3" y="1270"/>
                    <a:pt x="48" y="1016"/>
                  </a:cubicBezTo>
                  <a:cubicBezTo>
                    <a:pt x="-16" y="685"/>
                    <a:pt x="-16" y="330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097"/>
                  </a:lnTo>
                  <a:lnTo>
                    <a:pt x="48" y="103097"/>
                  </a:lnTo>
                  <a:cubicBezTo>
                    <a:pt x="-16" y="103389"/>
                    <a:pt x="-16" y="103694"/>
                    <a:pt x="48" y="103986"/>
                  </a:cubicBezTo>
                  <a:lnTo>
                    <a:pt x="48" y="104875"/>
                  </a:lnTo>
                  <a:lnTo>
                    <a:pt x="48" y="105637"/>
                  </a:lnTo>
                  <a:lnTo>
                    <a:pt x="809" y="106398"/>
                  </a:lnTo>
                  <a:lnTo>
                    <a:pt x="1571" y="106398"/>
                  </a:lnTo>
                  <a:lnTo>
                    <a:pt x="2587" y="106398"/>
                  </a:lnTo>
                  <a:cubicBezTo>
                    <a:pt x="3171" y="106525"/>
                    <a:pt x="3781" y="106525"/>
                    <a:pt x="4365" y="106398"/>
                  </a:cubicBezTo>
                  <a:cubicBezTo>
                    <a:pt x="6955" y="106360"/>
                    <a:pt x="9126" y="104405"/>
                    <a:pt x="9443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8" name="Freeform: Shape 497"/>
            <p:cNvSpPr/>
            <p:nvPr/>
          </p:nvSpPr>
          <p:spPr bwMode="auto">
            <a:xfrm>
              <a:off x="8649720" y="2018520"/>
              <a:ext cx="10440" cy="1058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5840"/>
                <a:gd name="textAreaBottom" fmla="*/ 106200 h 105840"/>
                <a:gd name="GluePoint1X" fmla="*/ 10793 w 10830"/>
                <a:gd name="GluePoint1Y" fmla="*/ 102335 h 106277"/>
                <a:gd name="GluePoint2X" fmla="*/ 10793 w 10830"/>
                <a:gd name="GluePoint2Y" fmla="*/ 101574 h 106277"/>
                <a:gd name="GluePoint3X" fmla="*/ 10793 w 10830"/>
                <a:gd name="GluePoint3Y" fmla="*/ 0 h 106277"/>
                <a:gd name="GluePoint4X" fmla="*/ 8888 w 10830"/>
                <a:gd name="GluePoint4Y" fmla="*/ 1396 h 106277"/>
                <a:gd name="GluePoint5X" fmla="*/ 8888 w 10830"/>
                <a:gd name="GluePoint5Y" fmla="*/ 1396 h 106277"/>
                <a:gd name="GluePoint6X" fmla="*/ 5460 w 10830"/>
                <a:gd name="GluePoint6Y" fmla="*/ 2539 h 106277"/>
                <a:gd name="GluePoint7X" fmla="*/ 4063 w 10830"/>
                <a:gd name="GluePoint7Y" fmla="*/ 2539 h 106277"/>
                <a:gd name="GluePoint8X" fmla="*/ 0 w 10830"/>
                <a:gd name="GluePoint8Y" fmla="*/ 1524 h 106277"/>
                <a:gd name="GluePoint9X" fmla="*/ 0 w 10830"/>
                <a:gd name="GluePoint9Y" fmla="*/ 101320 h 106277"/>
                <a:gd name="GluePoint10X" fmla="*/ 5447 w 10830"/>
                <a:gd name="GluePoint10Y" fmla="*/ 106271 h 106277"/>
                <a:gd name="GluePoint11X" fmla="*/ 5460 w 10830"/>
                <a:gd name="GluePoint11Y" fmla="*/ 106271 h 106277"/>
                <a:gd name="GluePoint12X" fmla="*/ 8380 w 10830"/>
                <a:gd name="GluePoint12Y" fmla="*/ 105382 h 106277"/>
                <a:gd name="GluePoint13X" fmla="*/ 8380 w 10830"/>
                <a:gd name="GluePoint13Y" fmla="*/ 105382 h 106277"/>
                <a:gd name="GluePoint14X" fmla="*/ 8380 w 10830"/>
                <a:gd name="GluePoint14Y" fmla="*/ 105382 h 106277"/>
                <a:gd name="GluePoint15X" fmla="*/ 10031 w 10830"/>
                <a:gd name="GluePoint15Y" fmla="*/ 103097 h 106277"/>
                <a:gd name="GluePoint16X" fmla="*/ 10793 w 10830"/>
                <a:gd name="GluePoint16Y" fmla="*/ 102335 h 1062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830" h="106277" extrusionOk="0">
                  <a:moveTo>
                    <a:pt x="10793" y="102335"/>
                  </a:moveTo>
                  <a:cubicBezTo>
                    <a:pt x="10843" y="102082"/>
                    <a:pt x="10843" y="101827"/>
                    <a:pt x="10793" y="101574"/>
                  </a:cubicBezTo>
                  <a:lnTo>
                    <a:pt x="10793" y="0"/>
                  </a:lnTo>
                  <a:lnTo>
                    <a:pt x="8888" y="1396"/>
                  </a:lnTo>
                  <a:lnTo>
                    <a:pt x="8888" y="1396"/>
                  </a:lnTo>
                  <a:cubicBezTo>
                    <a:pt x="7898" y="2146"/>
                    <a:pt x="6704" y="2552"/>
                    <a:pt x="5460" y="2539"/>
                  </a:cubicBezTo>
                  <a:lnTo>
                    <a:pt x="4063" y="2539"/>
                  </a:lnTo>
                  <a:lnTo>
                    <a:pt x="0" y="1524"/>
                  </a:lnTo>
                  <a:lnTo>
                    <a:pt x="0" y="101320"/>
                  </a:lnTo>
                  <a:cubicBezTo>
                    <a:pt x="139" y="104189"/>
                    <a:pt x="2577" y="106411"/>
                    <a:pt x="5447" y="106271"/>
                  </a:cubicBezTo>
                  <a:cubicBezTo>
                    <a:pt x="5447" y="106271"/>
                    <a:pt x="5460" y="106271"/>
                    <a:pt x="5460" y="106271"/>
                  </a:cubicBezTo>
                  <a:cubicBezTo>
                    <a:pt x="6501" y="106246"/>
                    <a:pt x="7504" y="105941"/>
                    <a:pt x="8380" y="105382"/>
                  </a:cubicBezTo>
                  <a:lnTo>
                    <a:pt x="8380" y="105382"/>
                  </a:lnTo>
                  <a:lnTo>
                    <a:pt x="8380" y="105382"/>
                  </a:lnTo>
                  <a:cubicBezTo>
                    <a:pt x="9142" y="104799"/>
                    <a:pt x="9726" y="104011"/>
                    <a:pt x="10031" y="103097"/>
                  </a:cubicBezTo>
                  <a:cubicBezTo>
                    <a:pt x="10361" y="102932"/>
                    <a:pt x="10628" y="102666"/>
                    <a:pt x="10793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199" name="Freeform: Shape 498"/>
            <p:cNvSpPr/>
            <p:nvPr/>
          </p:nvSpPr>
          <p:spPr bwMode="auto">
            <a:xfrm>
              <a:off x="8254440" y="1916280"/>
              <a:ext cx="12240" cy="7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"/>
                <a:gd name="textAreaBottom" fmla="*/ 1080 h 720"/>
                <a:gd name="GluePoint1X" fmla="*/ 0 w 12696"/>
                <a:gd name="GluePoint1Y" fmla="*/ 1016 h 1015"/>
                <a:gd name="GluePoint2X" fmla="*/ 0 w 12696"/>
                <a:gd name="GluePoint2Y" fmla="*/ 1016 h 1015"/>
                <a:gd name="GluePoint3X" fmla="*/ 0 w 12696"/>
                <a:gd name="GluePoint3Y" fmla="*/ 1016 h 1015"/>
                <a:gd name="GluePoint4X" fmla="*/ 0 w 12696"/>
                <a:gd name="GluePoint4Y" fmla="*/ 0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015" extrusionOk="0">
                  <a:moveTo>
                    <a:pt x="0" y="1016"/>
                  </a:moveTo>
                  <a:lnTo>
                    <a:pt x="0" y="1016"/>
                  </a:lnTo>
                  <a:lnTo>
                    <a:pt x="0" y="1016"/>
                  </a:lnTo>
                  <a:cubicBezTo>
                    <a:pt x="0" y="1016"/>
                    <a:pt x="0" y="381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0" name="Freeform: Shape 499"/>
            <p:cNvSpPr/>
            <p:nvPr/>
          </p:nvSpPr>
          <p:spPr bwMode="auto">
            <a:xfrm>
              <a:off x="8255520" y="1915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761"/>
                <a:gd name="GluePoint1Y" fmla="*/ 127 h 888"/>
                <a:gd name="GluePoint2X" fmla="*/ 0 w 761"/>
                <a:gd name="GluePoint2Y" fmla="*/ 888 h 888"/>
                <a:gd name="GluePoint3X" fmla="*/ 762 w 761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888" extrusionOk="0">
                  <a:moveTo>
                    <a:pt x="0" y="127"/>
                  </a:moveTo>
                  <a:lnTo>
                    <a:pt x="0" y="888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1" name="Freeform: Shape 500"/>
            <p:cNvSpPr/>
            <p:nvPr/>
          </p:nvSpPr>
          <p:spPr bwMode="auto">
            <a:xfrm>
              <a:off x="8655480" y="2020320"/>
              <a:ext cx="3240" cy="72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720"/>
                <a:gd name="textAreaBottom" fmla="*/ 1080 h 720"/>
                <a:gd name="GluePoint1X" fmla="*/ 3428 w 3428"/>
                <a:gd name="GluePoint1Y" fmla="*/ 0 h 1143"/>
                <a:gd name="GluePoint2X" fmla="*/ 0 w 3428"/>
                <a:gd name="GluePoint2Y" fmla="*/ 1143 h 1143"/>
                <a:gd name="GluePoint3X" fmla="*/ 3428 w 3428"/>
                <a:gd name="GluePoint3Y" fmla="*/ 0 h 11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428" h="1143" extrusionOk="0">
                  <a:moveTo>
                    <a:pt x="3428" y="0"/>
                  </a:moveTo>
                  <a:cubicBezTo>
                    <a:pt x="2438" y="749"/>
                    <a:pt x="1245" y="1155"/>
                    <a:pt x="0" y="1143"/>
                  </a:cubicBezTo>
                  <a:cubicBezTo>
                    <a:pt x="1231" y="1155"/>
                    <a:pt x="2438" y="749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2" name="Freeform: Shape 501"/>
            <p:cNvSpPr/>
            <p:nvPr/>
          </p:nvSpPr>
          <p:spPr bwMode="auto">
            <a:xfrm>
              <a:off x="8258039" y="1916640"/>
              <a:ext cx="397080" cy="104760"/>
            </a:xfrm>
            <a:custGeom>
              <a:avLst/>
              <a:gdLst>
                <a:gd name="textAreaLeft" fmla="*/ 0 w 397080"/>
                <a:gd name="textAreaRight" fmla="*/ 397440 w 397080"/>
                <a:gd name="textAreaTop" fmla="*/ 0 h 104760"/>
                <a:gd name="textAreaBottom" fmla="*/ 105120 h 104760"/>
                <a:gd name="GluePoint1X" fmla="*/ 394236 w 397410"/>
                <a:gd name="GluePoint1Y" fmla="*/ 96495 h 105002"/>
                <a:gd name="GluePoint2X" fmla="*/ 396395 w 397410"/>
                <a:gd name="GluePoint2Y" fmla="*/ 94717 h 105002"/>
                <a:gd name="GluePoint3X" fmla="*/ 12824 w 397410"/>
                <a:gd name="GluePoint3Y" fmla="*/ 0 h 105002"/>
                <a:gd name="GluePoint4X" fmla="*/ 5460 w 397410"/>
                <a:gd name="GluePoint4Y" fmla="*/ 6095 h 105002"/>
                <a:gd name="GluePoint5X" fmla="*/ 1904 w 397410"/>
                <a:gd name="GluePoint5Y" fmla="*/ 7237 h 105002"/>
                <a:gd name="GluePoint6X" fmla="*/ 0 w 397410"/>
                <a:gd name="GluePoint6Y" fmla="*/ 7237 h 105002"/>
                <a:gd name="GluePoint7X" fmla="*/ 0 w 397410"/>
                <a:gd name="GluePoint7Y" fmla="*/ 7237 h 105002"/>
                <a:gd name="GluePoint8X" fmla="*/ 6856 w 397410"/>
                <a:gd name="GluePoint8Y" fmla="*/ 8888 h 105002"/>
                <a:gd name="GluePoint9X" fmla="*/ 391951 w 397410"/>
                <a:gd name="GluePoint9Y" fmla="*/ 103986 h 105002"/>
                <a:gd name="GluePoint10X" fmla="*/ 396014 w 397410"/>
                <a:gd name="GluePoint10Y" fmla="*/ 105002 h 105002"/>
                <a:gd name="GluePoint11X" fmla="*/ 397410 w 397410"/>
                <a:gd name="GluePoint11Y" fmla="*/ 105002 h 105002"/>
                <a:gd name="GluePoint12X" fmla="*/ 393347 w 397410"/>
                <a:gd name="GluePoint12Y" fmla="*/ 103351 h 105002"/>
                <a:gd name="GluePoint13X" fmla="*/ 393716 w 397410"/>
                <a:gd name="GluePoint13Y" fmla="*/ 96901 h 105002"/>
                <a:gd name="GluePoint14X" fmla="*/ 394236 w 397410"/>
                <a:gd name="GluePoint14Y" fmla="*/ 96495 h 10500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397410" h="105002" extrusionOk="0">
                  <a:moveTo>
                    <a:pt x="394236" y="96495"/>
                  </a:moveTo>
                  <a:lnTo>
                    <a:pt x="396395" y="94717"/>
                  </a:lnTo>
                  <a:lnTo>
                    <a:pt x="12824" y="0"/>
                  </a:lnTo>
                  <a:lnTo>
                    <a:pt x="5460" y="6095"/>
                  </a:lnTo>
                  <a:cubicBezTo>
                    <a:pt x="4431" y="6844"/>
                    <a:pt x="3187" y="7250"/>
                    <a:pt x="1904" y="7237"/>
                  </a:cubicBezTo>
                  <a:lnTo>
                    <a:pt x="0" y="7237"/>
                  </a:lnTo>
                  <a:lnTo>
                    <a:pt x="0" y="7237"/>
                  </a:lnTo>
                  <a:lnTo>
                    <a:pt x="6856" y="8888"/>
                  </a:lnTo>
                  <a:lnTo>
                    <a:pt x="391951" y="103986"/>
                  </a:lnTo>
                  <a:lnTo>
                    <a:pt x="396014" y="105002"/>
                  </a:lnTo>
                  <a:lnTo>
                    <a:pt x="397410" y="105002"/>
                  </a:lnTo>
                  <a:cubicBezTo>
                    <a:pt x="395887" y="105027"/>
                    <a:pt x="394414" y="104430"/>
                    <a:pt x="393347" y="103351"/>
                  </a:cubicBezTo>
                  <a:cubicBezTo>
                    <a:pt x="391671" y="101472"/>
                    <a:pt x="391836" y="98577"/>
                    <a:pt x="393716" y="96901"/>
                  </a:cubicBezTo>
                  <a:cubicBezTo>
                    <a:pt x="393881" y="96749"/>
                    <a:pt x="394059" y="96622"/>
                    <a:pt x="394236" y="9649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3" name="Freeform: Shape 502"/>
            <p:cNvSpPr/>
            <p:nvPr/>
          </p:nvSpPr>
          <p:spPr bwMode="auto">
            <a:xfrm>
              <a:off x="8650800" y="1939320"/>
              <a:ext cx="97200" cy="82080"/>
            </a:xfrm>
            <a:custGeom>
              <a:avLst/>
              <a:gdLst>
                <a:gd name="textAreaLeft" fmla="*/ 0 w 97200"/>
                <a:gd name="textAreaRight" fmla="*/ 97560 w 97200"/>
                <a:gd name="textAreaTop" fmla="*/ 0 h 82080"/>
                <a:gd name="textAreaBottom" fmla="*/ 82440 h 82080"/>
                <a:gd name="GluePoint1X" fmla="*/ 96772 w 97660"/>
                <a:gd name="GluePoint1Y" fmla="*/ 1524 h 82404"/>
                <a:gd name="GluePoint2X" fmla="*/ 91692 w 97660"/>
                <a:gd name="GluePoint2Y" fmla="*/ 0 h 82404"/>
                <a:gd name="GluePoint3X" fmla="*/ 2815 w 97660"/>
                <a:gd name="GluePoint3Y" fmla="*/ 71990 h 82404"/>
                <a:gd name="GluePoint4X" fmla="*/ 1545 w 97660"/>
                <a:gd name="GluePoint4Y" fmla="*/ 74149 h 82404"/>
                <a:gd name="GluePoint5X" fmla="*/ 1139 w 97660"/>
                <a:gd name="GluePoint5Y" fmla="*/ 80599 h 82404"/>
                <a:gd name="GluePoint6X" fmla="*/ 1545 w 97660"/>
                <a:gd name="GluePoint6Y" fmla="*/ 81005 h 82404"/>
                <a:gd name="GluePoint7X" fmla="*/ 9037 w 97660"/>
                <a:gd name="GluePoint7Y" fmla="*/ 81005 h 82404"/>
                <a:gd name="GluePoint8X" fmla="*/ 9037 w 97660"/>
                <a:gd name="GluePoint8Y" fmla="*/ 81005 h 82404"/>
                <a:gd name="GluePoint9X" fmla="*/ 10941 w 97660"/>
                <a:gd name="GluePoint9Y" fmla="*/ 79608 h 82404"/>
                <a:gd name="GluePoint10X" fmla="*/ 97660 w 97660"/>
                <a:gd name="GluePoint10Y" fmla="*/ 8887 h 82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97660" h="82404" extrusionOk="0">
                  <a:moveTo>
                    <a:pt x="96772" y="1524"/>
                  </a:moveTo>
                  <a:lnTo>
                    <a:pt x="91692" y="0"/>
                  </a:lnTo>
                  <a:lnTo>
                    <a:pt x="2815" y="71990"/>
                  </a:lnTo>
                  <a:lnTo>
                    <a:pt x="1545" y="74149"/>
                  </a:lnTo>
                  <a:cubicBezTo>
                    <a:pt x="-346" y="75825"/>
                    <a:pt x="-525" y="78707"/>
                    <a:pt x="1139" y="80599"/>
                  </a:cubicBezTo>
                  <a:cubicBezTo>
                    <a:pt x="1266" y="80738"/>
                    <a:pt x="1406" y="80878"/>
                    <a:pt x="1545" y="81005"/>
                  </a:cubicBezTo>
                  <a:cubicBezTo>
                    <a:pt x="3691" y="82871"/>
                    <a:pt x="6891" y="82871"/>
                    <a:pt x="9037" y="81005"/>
                  </a:cubicBezTo>
                  <a:lnTo>
                    <a:pt x="9037" y="81005"/>
                  </a:lnTo>
                  <a:lnTo>
                    <a:pt x="10941" y="79608"/>
                  </a:lnTo>
                  <a:lnTo>
                    <a:pt x="97660" y="888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37440" rIns="9000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4" name="Freeform: Shape 503"/>
            <p:cNvSpPr/>
            <p:nvPr/>
          </p:nvSpPr>
          <p:spPr bwMode="auto">
            <a:xfrm>
              <a:off x="8757360" y="19342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5" name="Freeform: Shape 504"/>
            <p:cNvSpPr/>
            <p:nvPr/>
          </p:nvSpPr>
          <p:spPr bwMode="auto">
            <a:xfrm>
              <a:off x="8755200" y="19332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762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0" y="0"/>
                  </a:ln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6" name="Freeform: Shape 505"/>
            <p:cNvSpPr/>
            <p:nvPr/>
          </p:nvSpPr>
          <p:spPr bwMode="auto">
            <a:xfrm>
              <a:off x="8758080" y="19353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762 h 762"/>
                <a:gd name="GluePoint2X" fmla="*/ 0 w 47"/>
                <a:gd name="GluePoint2Y" fmla="*/ 0 h 762"/>
                <a:gd name="GluePoint3X" fmla="*/ 0 w 47"/>
                <a:gd name="GluePoint3Y" fmla="*/ 635 h 7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2" extrusionOk="0">
                  <a:moveTo>
                    <a:pt x="0" y="762"/>
                  </a:moveTo>
                  <a:lnTo>
                    <a:pt x="0" y="0"/>
                  </a:lnTo>
                  <a:cubicBezTo>
                    <a:pt x="63" y="203"/>
                    <a:pt x="63" y="432"/>
                    <a:pt x="0" y="6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7" name="Freeform: Shape 506"/>
            <p:cNvSpPr/>
            <p:nvPr/>
          </p:nvSpPr>
          <p:spPr bwMode="auto">
            <a:xfrm>
              <a:off x="8580960" y="18892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35 w 634"/>
                <a:gd name="GluePoint1Y" fmla="*/ 762 h 761"/>
                <a:gd name="GluePoint2X" fmla="*/ 635 w 634"/>
                <a:gd name="GluePoint2Y" fmla="*/ 762 h 761"/>
                <a:gd name="GluePoint3X" fmla="*/ 0 w 634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34" h="761" extrusionOk="0">
                  <a:moveTo>
                    <a:pt x="635" y="762"/>
                  </a:moveTo>
                  <a:lnTo>
                    <a:pt x="635" y="7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8" name="Freeform: Shape 507"/>
            <p:cNvSpPr/>
            <p:nvPr/>
          </p:nvSpPr>
          <p:spPr bwMode="auto">
            <a:xfrm>
              <a:off x="8582760" y="1816560"/>
              <a:ext cx="80280" cy="67680"/>
            </a:xfrm>
            <a:custGeom>
              <a:avLst/>
              <a:gdLst>
                <a:gd name="textAreaLeft" fmla="*/ 0 w 80280"/>
                <a:gd name="textAreaRight" fmla="*/ 80640 w 80280"/>
                <a:gd name="textAreaTop" fmla="*/ 0 h 67680"/>
                <a:gd name="textAreaBottom" fmla="*/ 68040 h 67680"/>
                <a:gd name="GluePoint1X" fmla="*/ 4698 w 80624"/>
                <a:gd name="GluePoint1Y" fmla="*/ 65515 h 68181"/>
                <a:gd name="GluePoint2X" fmla="*/ 13459 w 80624"/>
                <a:gd name="GluePoint2Y" fmla="*/ 68181 h 68181"/>
                <a:gd name="GluePoint3X" fmla="*/ 78212 w 80624"/>
                <a:gd name="GluePoint3Y" fmla="*/ 15109 h 68181"/>
                <a:gd name="GluePoint4X" fmla="*/ 78212 w 80624"/>
                <a:gd name="GluePoint4Y" fmla="*/ 4063 h 68181"/>
                <a:gd name="GluePoint5X" fmla="*/ 80625 w 80624"/>
                <a:gd name="GluePoint5Y" fmla="*/ 0 h 68181"/>
                <a:gd name="GluePoint6X" fmla="*/ 80625 w 80624"/>
                <a:gd name="GluePoint6Y" fmla="*/ 0 h 68181"/>
                <a:gd name="GluePoint7X" fmla="*/ 32757 w 80624"/>
                <a:gd name="GluePoint7Y" fmla="*/ 39233 h 68181"/>
                <a:gd name="GluePoint8X" fmla="*/ 0 w 80624"/>
                <a:gd name="GluePoint8Y" fmla="*/ 66150 h 68181"/>
                <a:gd name="GluePoint9X" fmla="*/ 0 w 80624"/>
                <a:gd name="GluePoint9Y" fmla="*/ 66150 h 68181"/>
                <a:gd name="GluePoint10X" fmla="*/ 4698 w 80624"/>
                <a:gd name="GluePoint10Y" fmla="*/ 65515 h 681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80624" h="68181" extrusionOk="0">
                  <a:moveTo>
                    <a:pt x="4698" y="65515"/>
                  </a:moveTo>
                  <a:lnTo>
                    <a:pt x="13459" y="68181"/>
                  </a:lnTo>
                  <a:lnTo>
                    <a:pt x="78212" y="15109"/>
                  </a:lnTo>
                  <a:lnTo>
                    <a:pt x="78212" y="4063"/>
                  </a:lnTo>
                  <a:cubicBezTo>
                    <a:pt x="78250" y="2374"/>
                    <a:pt x="79165" y="838"/>
                    <a:pt x="80625" y="0"/>
                  </a:cubicBezTo>
                  <a:lnTo>
                    <a:pt x="80625" y="0"/>
                  </a:lnTo>
                  <a:lnTo>
                    <a:pt x="32757" y="39233"/>
                  </a:lnTo>
                  <a:lnTo>
                    <a:pt x="0" y="66150"/>
                  </a:lnTo>
                  <a:lnTo>
                    <a:pt x="0" y="66150"/>
                  </a:lnTo>
                  <a:cubicBezTo>
                    <a:pt x="1409" y="65286"/>
                    <a:pt x="3111" y="65058"/>
                    <a:pt x="4698" y="6551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3040" rIns="90000" bIns="230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09" name="Freeform: Shape 508"/>
            <p:cNvSpPr/>
            <p:nvPr/>
          </p:nvSpPr>
          <p:spPr bwMode="auto">
            <a:xfrm>
              <a:off x="8670240" y="1817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0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extrusionOk="0">
                  <a:moveTo>
                    <a:pt x="0" y="0"/>
                  </a:moveTo>
                  <a:lnTo>
                    <a:pt x="0" y="0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0" name="Freeform: Shape 509"/>
            <p:cNvSpPr/>
            <p:nvPr/>
          </p:nvSpPr>
          <p:spPr bwMode="auto">
            <a:xfrm>
              <a:off x="8474400" y="1739160"/>
              <a:ext cx="191520" cy="67680"/>
            </a:xfrm>
            <a:custGeom>
              <a:avLst/>
              <a:gdLst>
                <a:gd name="textAreaLeft" fmla="*/ 0 w 191520"/>
                <a:gd name="textAreaRight" fmla="*/ 191880 w 191520"/>
                <a:gd name="textAreaTop" fmla="*/ 0 h 67680"/>
                <a:gd name="textAreaBottom" fmla="*/ 68040 h 67680"/>
                <a:gd name="GluePoint1X" fmla="*/ 2920 w 191848"/>
                <a:gd name="GluePoint1Y" fmla="*/ 8634 h 67895"/>
                <a:gd name="GluePoint2X" fmla="*/ 635 w 191848"/>
                <a:gd name="GluePoint2Y" fmla="*/ 10538 h 67895"/>
                <a:gd name="GluePoint3X" fmla="*/ 187913 w 191848"/>
                <a:gd name="GluePoint3Y" fmla="*/ 67166 h 67895"/>
                <a:gd name="GluePoint4X" fmla="*/ 190071 w 191848"/>
                <a:gd name="GluePoint4Y" fmla="*/ 67800 h 67895"/>
                <a:gd name="GluePoint5X" fmla="*/ 191849 w 191848"/>
                <a:gd name="GluePoint5Y" fmla="*/ 67800 h 67895"/>
                <a:gd name="GluePoint6X" fmla="*/ 186389 w 191848"/>
                <a:gd name="GluePoint6Y" fmla="*/ 62861 h 67895"/>
                <a:gd name="GluePoint7X" fmla="*/ 186389 w 191848"/>
                <a:gd name="GluePoint7Y" fmla="*/ 62848 h 67895"/>
                <a:gd name="GluePoint8X" fmla="*/ 186389 w 191848"/>
                <a:gd name="GluePoint8Y" fmla="*/ 56119 h 67895"/>
                <a:gd name="GluePoint9X" fmla="*/ 1016 w 191848"/>
                <a:gd name="GluePoint9Y" fmla="*/ 0 h 67895"/>
                <a:gd name="GluePoint10X" fmla="*/ 0 w 191848"/>
                <a:gd name="GluePoint10Y" fmla="*/ 0 h 67895"/>
                <a:gd name="GluePoint11X" fmla="*/ 3047 w 191848"/>
                <a:gd name="GluePoint11Y" fmla="*/ 1524 h 67895"/>
                <a:gd name="GluePoint12X" fmla="*/ 3618 w 191848"/>
                <a:gd name="GluePoint12Y" fmla="*/ 7961 h 67895"/>
                <a:gd name="GluePoint13X" fmla="*/ 2920 w 191848"/>
                <a:gd name="GluePoint13Y" fmla="*/ 8634 h 6789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91848" h="67895" extrusionOk="0">
                  <a:moveTo>
                    <a:pt x="2920" y="8634"/>
                  </a:moveTo>
                  <a:lnTo>
                    <a:pt x="635" y="10538"/>
                  </a:lnTo>
                  <a:lnTo>
                    <a:pt x="187913" y="67166"/>
                  </a:lnTo>
                  <a:lnTo>
                    <a:pt x="190071" y="67800"/>
                  </a:lnTo>
                  <a:cubicBezTo>
                    <a:pt x="190655" y="67927"/>
                    <a:pt x="191265" y="67927"/>
                    <a:pt x="191849" y="67800"/>
                  </a:cubicBezTo>
                  <a:cubicBezTo>
                    <a:pt x="188979" y="67940"/>
                    <a:pt x="186529" y="65731"/>
                    <a:pt x="186389" y="62861"/>
                  </a:cubicBezTo>
                  <a:cubicBezTo>
                    <a:pt x="186389" y="62861"/>
                    <a:pt x="186389" y="62848"/>
                    <a:pt x="186389" y="62848"/>
                  </a:cubicBezTo>
                  <a:lnTo>
                    <a:pt x="186389" y="56119"/>
                  </a:lnTo>
                  <a:lnTo>
                    <a:pt x="1016" y="0"/>
                  </a:lnTo>
                  <a:lnTo>
                    <a:pt x="0" y="0"/>
                  </a:lnTo>
                  <a:cubicBezTo>
                    <a:pt x="1155" y="165"/>
                    <a:pt x="2222" y="698"/>
                    <a:pt x="3047" y="1524"/>
                  </a:cubicBezTo>
                  <a:cubicBezTo>
                    <a:pt x="4978" y="3149"/>
                    <a:pt x="5231" y="6031"/>
                    <a:pt x="3618" y="7961"/>
                  </a:cubicBezTo>
                  <a:cubicBezTo>
                    <a:pt x="3403" y="8215"/>
                    <a:pt x="3174" y="8431"/>
                    <a:pt x="2920" y="863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3040" rIns="90000" bIns="230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1" name="Freeform: Shape 510"/>
            <p:cNvSpPr/>
            <p:nvPr/>
          </p:nvSpPr>
          <p:spPr bwMode="auto">
            <a:xfrm>
              <a:off x="8671320" y="1803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761"/>
                <a:gd name="GluePoint2X" fmla="*/ 56 w 56"/>
                <a:gd name="GluePoint2Y" fmla="*/ 762 h 761"/>
                <a:gd name="GluePoint3X" fmla="*/ 56 w 56"/>
                <a:gd name="GluePoint3Y" fmla="*/ 762 h 761"/>
                <a:gd name="GluePoint4X" fmla="*/ 56 w 56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56" h="761" extrusionOk="0">
                  <a:moveTo>
                    <a:pt x="56" y="0"/>
                  </a:moveTo>
                  <a:lnTo>
                    <a:pt x="56" y="762"/>
                  </a:lnTo>
                  <a:lnTo>
                    <a:pt x="56" y="762"/>
                  </a:lnTo>
                  <a:cubicBezTo>
                    <a:pt x="56" y="762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2" name="Freeform: Shape 511"/>
            <p:cNvSpPr/>
            <p:nvPr/>
          </p:nvSpPr>
          <p:spPr bwMode="auto">
            <a:xfrm>
              <a:off x="8253360" y="1738080"/>
              <a:ext cx="224640" cy="183960"/>
            </a:xfrm>
            <a:custGeom>
              <a:avLst/>
              <a:gdLst>
                <a:gd name="textAreaLeft" fmla="*/ 0 w 224640"/>
                <a:gd name="textAreaRight" fmla="*/ 225000 w 224640"/>
                <a:gd name="textAreaTop" fmla="*/ 0 h 183960"/>
                <a:gd name="textAreaBottom" fmla="*/ 184320 h 183960"/>
                <a:gd name="GluePoint1X" fmla="*/ 814 w 224884"/>
                <a:gd name="GluePoint1Y" fmla="*/ 181944 h 184356"/>
                <a:gd name="GluePoint2X" fmla="*/ 814 w 224884"/>
                <a:gd name="GluePoint2Y" fmla="*/ 182705 h 184356"/>
                <a:gd name="GluePoint3X" fmla="*/ 1448 w 224884"/>
                <a:gd name="GluePoint3Y" fmla="*/ 183594 h 184356"/>
                <a:gd name="GluePoint4X" fmla="*/ 1448 w 224884"/>
                <a:gd name="GluePoint4Y" fmla="*/ 183594 h 184356"/>
                <a:gd name="GluePoint5X" fmla="*/ 1448 w 224884"/>
                <a:gd name="GluePoint5Y" fmla="*/ 183594 h 184356"/>
                <a:gd name="GluePoint6X" fmla="*/ 2590 w 224884"/>
                <a:gd name="GluePoint6Y" fmla="*/ 184356 h 184356"/>
                <a:gd name="GluePoint7X" fmla="*/ 3352 w 224884"/>
                <a:gd name="GluePoint7Y" fmla="*/ 184356 h 184356"/>
                <a:gd name="GluePoint8X" fmla="*/ 5257 w 224884"/>
                <a:gd name="GluePoint8Y" fmla="*/ 184356 h 184356"/>
                <a:gd name="GluePoint9X" fmla="*/ 8813 w 224884"/>
                <a:gd name="GluePoint9Y" fmla="*/ 183213 h 184356"/>
                <a:gd name="GluePoint10X" fmla="*/ 16176 w 224884"/>
                <a:gd name="GluePoint10Y" fmla="*/ 177119 h 184356"/>
                <a:gd name="GluePoint11X" fmla="*/ 220976 w 224884"/>
                <a:gd name="GluePoint11Y" fmla="*/ 10411 h 184356"/>
                <a:gd name="GluePoint12X" fmla="*/ 223261 w 224884"/>
                <a:gd name="GluePoint12Y" fmla="*/ 8507 h 184356"/>
                <a:gd name="GluePoint13X" fmla="*/ 223808 w 224884"/>
                <a:gd name="GluePoint13Y" fmla="*/ 2069 h 184356"/>
                <a:gd name="GluePoint14X" fmla="*/ 223261 w 224884"/>
                <a:gd name="GluePoint14Y" fmla="*/ 1524 h 184356"/>
                <a:gd name="GluePoint15X" fmla="*/ 220214 w 224884"/>
                <a:gd name="GluePoint15Y" fmla="*/ 0 h 184356"/>
                <a:gd name="GluePoint16X" fmla="*/ 217294 w 224884"/>
                <a:gd name="GluePoint16Y" fmla="*/ 0 h 184356"/>
                <a:gd name="GluePoint17X" fmla="*/ 216151 w 224884"/>
                <a:gd name="GluePoint17Y" fmla="*/ 635 h 184356"/>
                <a:gd name="GluePoint18X" fmla="*/ 216151 w 224884"/>
                <a:gd name="GluePoint18Y" fmla="*/ 635 h 184356"/>
                <a:gd name="GluePoint19X" fmla="*/ 1702 w 224884"/>
                <a:gd name="GluePoint19Y" fmla="*/ 175341 h 184356"/>
                <a:gd name="GluePoint20X" fmla="*/ 1702 w 224884"/>
                <a:gd name="GluePoint20Y" fmla="*/ 175341 h 184356"/>
                <a:gd name="GluePoint21X" fmla="*/ 940 w 224884"/>
                <a:gd name="GluePoint21Y" fmla="*/ 176230 h 184356"/>
                <a:gd name="GluePoint22X" fmla="*/ 940 w 224884"/>
                <a:gd name="GluePoint22Y" fmla="*/ 176230 h 184356"/>
                <a:gd name="GluePoint23X" fmla="*/ 940 w 224884"/>
                <a:gd name="GluePoint23Y" fmla="*/ 176230 h 184356"/>
                <a:gd name="GluePoint24X" fmla="*/ 940 w 224884"/>
                <a:gd name="GluePoint24Y" fmla="*/ 177246 h 184356"/>
                <a:gd name="GluePoint25X" fmla="*/ 940 w 224884"/>
                <a:gd name="GluePoint25Y" fmla="*/ 177881 h 184356"/>
                <a:gd name="GluePoint26X" fmla="*/ 940 w 224884"/>
                <a:gd name="GluePoint26Y" fmla="*/ 177881 h 184356"/>
                <a:gd name="GluePoint27X" fmla="*/ 699 w 224884"/>
                <a:gd name="GluePoint27Y" fmla="*/ 181829 h 184356"/>
                <a:gd name="GluePoint28X" fmla="*/ 814 w 224884"/>
                <a:gd name="GluePoint28Y" fmla="*/ 181944 h 18435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</a:cxnLst>
              <a:rect l="textAreaLeft" t="textAreaTop" r="textAreaRight" b="textAreaBottom"/>
              <a:pathLst>
                <a:path w="224884" h="184356" extrusionOk="0">
                  <a:moveTo>
                    <a:pt x="814" y="181944"/>
                  </a:moveTo>
                  <a:cubicBezTo>
                    <a:pt x="762" y="182198"/>
                    <a:pt x="762" y="182452"/>
                    <a:pt x="814" y="182705"/>
                  </a:cubicBezTo>
                  <a:cubicBezTo>
                    <a:pt x="953" y="183048"/>
                    <a:pt x="1168" y="183353"/>
                    <a:pt x="1448" y="183594"/>
                  </a:cubicBezTo>
                  <a:lnTo>
                    <a:pt x="1448" y="183594"/>
                  </a:lnTo>
                  <a:lnTo>
                    <a:pt x="1448" y="183594"/>
                  </a:lnTo>
                  <a:lnTo>
                    <a:pt x="2590" y="184356"/>
                  </a:lnTo>
                  <a:lnTo>
                    <a:pt x="3352" y="184356"/>
                  </a:lnTo>
                  <a:lnTo>
                    <a:pt x="5257" y="184356"/>
                  </a:lnTo>
                  <a:cubicBezTo>
                    <a:pt x="6540" y="184369"/>
                    <a:pt x="7783" y="183962"/>
                    <a:pt x="8813" y="183213"/>
                  </a:cubicBezTo>
                  <a:lnTo>
                    <a:pt x="16176" y="177119"/>
                  </a:lnTo>
                  <a:lnTo>
                    <a:pt x="220976" y="10411"/>
                  </a:lnTo>
                  <a:lnTo>
                    <a:pt x="223261" y="8507"/>
                  </a:lnTo>
                  <a:cubicBezTo>
                    <a:pt x="225192" y="6882"/>
                    <a:pt x="225433" y="3999"/>
                    <a:pt x="223808" y="2069"/>
                  </a:cubicBezTo>
                  <a:cubicBezTo>
                    <a:pt x="223643" y="1866"/>
                    <a:pt x="223452" y="1689"/>
                    <a:pt x="223261" y="1524"/>
                  </a:cubicBezTo>
                  <a:cubicBezTo>
                    <a:pt x="222436" y="698"/>
                    <a:pt x="221370" y="165"/>
                    <a:pt x="220214" y="0"/>
                  </a:cubicBezTo>
                  <a:lnTo>
                    <a:pt x="217294" y="0"/>
                  </a:lnTo>
                  <a:lnTo>
                    <a:pt x="216151" y="635"/>
                  </a:lnTo>
                  <a:lnTo>
                    <a:pt x="216151" y="635"/>
                  </a:lnTo>
                  <a:lnTo>
                    <a:pt x="1702" y="175341"/>
                  </a:lnTo>
                  <a:lnTo>
                    <a:pt x="1702" y="175341"/>
                  </a:lnTo>
                  <a:lnTo>
                    <a:pt x="940" y="176230"/>
                  </a:ln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230"/>
                    <a:pt x="940" y="176230"/>
                  </a:cubicBezTo>
                  <a:cubicBezTo>
                    <a:pt x="940" y="176230"/>
                    <a:pt x="940" y="176865"/>
                    <a:pt x="940" y="177246"/>
                  </a:cubicBezTo>
                  <a:cubicBezTo>
                    <a:pt x="927" y="177462"/>
                    <a:pt x="927" y="177665"/>
                    <a:pt x="940" y="177881"/>
                  </a:cubicBezTo>
                  <a:lnTo>
                    <a:pt x="940" y="177881"/>
                  </a:lnTo>
                  <a:cubicBezTo>
                    <a:pt x="-216" y="178909"/>
                    <a:pt x="-317" y="180674"/>
                    <a:pt x="699" y="181829"/>
                  </a:cubicBezTo>
                  <a:cubicBezTo>
                    <a:pt x="737" y="181868"/>
                    <a:pt x="775" y="181906"/>
                    <a:pt x="814" y="18194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3" name="Freeform: Shape 512"/>
            <p:cNvSpPr/>
            <p:nvPr/>
          </p:nvSpPr>
          <p:spPr bwMode="auto">
            <a:xfrm>
              <a:off x="4279320" y="3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28"/>
                <a:gd name="GluePoint1Y" fmla="*/ 0 h 761"/>
                <a:gd name="GluePoint2X" fmla="*/ 0 w 28"/>
                <a:gd name="GluePoint2Y" fmla="*/ 762 h 761"/>
                <a:gd name="GluePoint3X" fmla="*/ 0 w 28"/>
                <a:gd name="GluePoint3Y" fmla="*/ 127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28" h="761" extrusionOk="0">
                  <a:moveTo>
                    <a:pt x="0" y="0"/>
                  </a:moveTo>
                  <a:cubicBezTo>
                    <a:pt x="38" y="254"/>
                    <a:pt x="38" y="508"/>
                    <a:pt x="0" y="762"/>
                  </a:cubicBezTo>
                  <a:cubicBezTo>
                    <a:pt x="38" y="546"/>
                    <a:pt x="38" y="343"/>
                    <a:pt x="0" y="1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4" name="Freeform: Shape 514"/>
            <p:cNvSpPr/>
            <p:nvPr/>
          </p:nvSpPr>
          <p:spPr bwMode="auto">
            <a:xfrm>
              <a:off x="4277520" y="327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0 w 888"/>
                <a:gd name="GluePoint1Y" fmla="*/ 0 h 12696"/>
                <a:gd name="GluePoint2X" fmla="*/ 889 w 888"/>
                <a:gd name="GluePoint2Y" fmla="*/ 0 h 12696"/>
                <a:gd name="GluePoint3X" fmla="*/ 889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 extrusionOk="0">
                  <a:moveTo>
                    <a:pt x="0" y="0"/>
                  </a:moveTo>
                  <a:lnTo>
                    <a:pt x="889" y="0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5" name="Freeform: Shape 525"/>
            <p:cNvSpPr/>
            <p:nvPr/>
          </p:nvSpPr>
          <p:spPr bwMode="auto">
            <a:xfrm>
              <a:off x="6079320" y="915840"/>
              <a:ext cx="41760" cy="27720"/>
            </a:xfrm>
            <a:custGeom>
              <a:avLst/>
              <a:gdLst>
                <a:gd name="textAreaLeft" fmla="*/ 0 w 41760"/>
                <a:gd name="textAreaRight" fmla="*/ 42120 w 41760"/>
                <a:gd name="textAreaTop" fmla="*/ 0 h 27720"/>
                <a:gd name="textAreaBottom" fmla="*/ 28080 h 27720"/>
                <a:gd name="GluePoint1X" fmla="*/ 42154 w 42153"/>
                <a:gd name="GluePoint1Y" fmla="*/ 5713 h 28186"/>
                <a:gd name="GluePoint2X" fmla="*/ 38471 w 42153"/>
                <a:gd name="GluePoint2Y" fmla="*/ 6983 h 28186"/>
                <a:gd name="GluePoint3X" fmla="*/ 33012 w 42153"/>
                <a:gd name="GluePoint3Y" fmla="*/ 2158 h 28186"/>
                <a:gd name="GluePoint4X" fmla="*/ 33012 w 42153"/>
                <a:gd name="GluePoint4Y" fmla="*/ 0 h 28186"/>
                <a:gd name="GluePoint5X" fmla="*/ 0 w 42153"/>
                <a:gd name="GluePoint5Y" fmla="*/ 26917 h 28186"/>
                <a:gd name="GluePoint6X" fmla="*/ 2412 w 42153"/>
                <a:gd name="GluePoint6Y" fmla="*/ 26917 h 28186"/>
                <a:gd name="GluePoint7X" fmla="*/ 14347 w 42153"/>
                <a:gd name="GluePoint7Y" fmla="*/ 28187 h 28186"/>
                <a:gd name="GluePoint8X" fmla="*/ 42026 w 42153"/>
                <a:gd name="GluePoint8Y" fmla="*/ 5459 h 2818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42153" h="28186" extrusionOk="0">
                  <a:moveTo>
                    <a:pt x="42154" y="5713"/>
                  </a:moveTo>
                  <a:cubicBezTo>
                    <a:pt x="41100" y="6526"/>
                    <a:pt x="39805" y="6970"/>
                    <a:pt x="38471" y="6983"/>
                  </a:cubicBezTo>
                  <a:cubicBezTo>
                    <a:pt x="35640" y="7123"/>
                    <a:pt x="33215" y="4990"/>
                    <a:pt x="33012" y="2158"/>
                  </a:cubicBezTo>
                  <a:lnTo>
                    <a:pt x="33012" y="0"/>
                  </a:lnTo>
                  <a:lnTo>
                    <a:pt x="0" y="26917"/>
                  </a:lnTo>
                  <a:lnTo>
                    <a:pt x="2412" y="26917"/>
                  </a:lnTo>
                  <a:lnTo>
                    <a:pt x="14347" y="28187"/>
                  </a:lnTo>
                  <a:lnTo>
                    <a:pt x="42026" y="545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6920" rIns="90000" bIns="-16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6" name="Freeform: Shape 526"/>
            <p:cNvSpPr/>
            <p:nvPr/>
          </p:nvSpPr>
          <p:spPr bwMode="auto">
            <a:xfrm>
              <a:off x="4273200" y="640080"/>
              <a:ext cx="1554840" cy="478080"/>
            </a:xfrm>
            <a:custGeom>
              <a:avLst/>
              <a:gdLst>
                <a:gd name="textAreaLeft" fmla="*/ 0 w 1554840"/>
                <a:gd name="textAreaRight" fmla="*/ 1555200 w 1554840"/>
                <a:gd name="textAreaTop" fmla="*/ 0 h 478080"/>
                <a:gd name="textAreaBottom" fmla="*/ 478440 h 478080"/>
                <a:gd name="GluePoint1X" fmla="*/ 1555107 w 1555107"/>
                <a:gd name="GluePoint1Y" fmla="*/ 468001 h 478284"/>
                <a:gd name="GluePoint2X" fmla="*/ 7364 w 1555107"/>
                <a:gd name="GluePoint2Y" fmla="*/ 0 h 478284"/>
                <a:gd name="GluePoint3X" fmla="*/ 7364 w 1555107"/>
                <a:gd name="GluePoint3Y" fmla="*/ 3555 h 478284"/>
                <a:gd name="GluePoint4X" fmla="*/ 1917 w 1555107"/>
                <a:gd name="GluePoint4Y" fmla="*/ 8507 h 478284"/>
                <a:gd name="GluePoint5X" fmla="*/ 1904 w 1555107"/>
                <a:gd name="GluePoint5Y" fmla="*/ 8507 h 478284"/>
                <a:gd name="GluePoint6X" fmla="*/ 0 w 1555107"/>
                <a:gd name="GluePoint6Y" fmla="*/ 8507 h 478284"/>
                <a:gd name="GluePoint7X" fmla="*/ 0 w 1555107"/>
                <a:gd name="GluePoint7Y" fmla="*/ 8507 h 478284"/>
                <a:gd name="GluePoint8X" fmla="*/ 1554853 w 1555107"/>
                <a:gd name="GluePoint8Y" fmla="*/ 478285 h 478284"/>
                <a:gd name="GluePoint9X" fmla="*/ 1554853 w 1555107"/>
                <a:gd name="GluePoint9Y" fmla="*/ 468001 h 47828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555107" h="478284" extrusionOk="0">
                  <a:moveTo>
                    <a:pt x="1555107" y="468001"/>
                  </a:moveTo>
                  <a:lnTo>
                    <a:pt x="7364" y="0"/>
                  </a:lnTo>
                  <a:lnTo>
                    <a:pt x="7364" y="3555"/>
                  </a:lnTo>
                  <a:cubicBezTo>
                    <a:pt x="7224" y="6424"/>
                    <a:pt x="4787" y="8646"/>
                    <a:pt x="1917" y="8507"/>
                  </a:cubicBezTo>
                  <a:cubicBezTo>
                    <a:pt x="1917" y="8507"/>
                    <a:pt x="1904" y="8507"/>
                    <a:pt x="1904" y="8507"/>
                  </a:cubicBezTo>
                  <a:cubicBezTo>
                    <a:pt x="1270" y="8621"/>
                    <a:pt x="635" y="8621"/>
                    <a:pt x="0" y="8507"/>
                  </a:cubicBezTo>
                  <a:lnTo>
                    <a:pt x="0" y="8507"/>
                  </a:lnTo>
                  <a:lnTo>
                    <a:pt x="1554853" y="478285"/>
                  </a:lnTo>
                  <a:lnTo>
                    <a:pt x="1554853" y="46800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7" name="Freeform: Shape 527"/>
            <p:cNvSpPr/>
            <p:nvPr/>
          </p:nvSpPr>
          <p:spPr bwMode="auto">
            <a:xfrm>
              <a:off x="5859360" y="505080"/>
              <a:ext cx="10080" cy="511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511200"/>
                <a:gd name="textAreaBottom" fmla="*/ 511560 h 511200"/>
                <a:gd name="GluePoint1X" fmla="*/ 10538 w 10538"/>
                <a:gd name="GluePoint1Y" fmla="*/ 488569 h 511423"/>
                <a:gd name="GluePoint2X" fmla="*/ 10538 w 10538"/>
                <a:gd name="GluePoint2Y" fmla="*/ 0 h 511423"/>
                <a:gd name="GluePoint3X" fmla="*/ 8761 w 10538"/>
                <a:gd name="GluePoint3Y" fmla="*/ 1397 h 511423"/>
                <a:gd name="GluePoint4X" fmla="*/ 8761 w 10538"/>
                <a:gd name="GluePoint4Y" fmla="*/ 1397 h 511423"/>
                <a:gd name="GluePoint5X" fmla="*/ 5460 w 10538"/>
                <a:gd name="GluePoint5Y" fmla="*/ 2539 h 511423"/>
                <a:gd name="GluePoint6X" fmla="*/ 3682 w 10538"/>
                <a:gd name="GluePoint6Y" fmla="*/ 2539 h 511423"/>
                <a:gd name="GluePoint7X" fmla="*/ 0 w 10538"/>
                <a:gd name="GluePoint7Y" fmla="*/ 1524 h 511423"/>
                <a:gd name="GluePoint8X" fmla="*/ 0 w 10538"/>
                <a:gd name="GluePoint8Y" fmla="*/ 511423 h 511423"/>
                <a:gd name="GluePoint9X" fmla="*/ 0 w 10538"/>
                <a:gd name="GluePoint9Y" fmla="*/ 510534 h 51142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538" h="511423" extrusionOk="0">
                  <a:moveTo>
                    <a:pt x="10538" y="488569"/>
                  </a:move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34" y="2171"/>
                    <a:pt x="6666" y="2577"/>
                    <a:pt x="5460" y="2539"/>
                  </a:cubicBezTo>
                  <a:cubicBezTo>
                    <a:pt x="4876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511423"/>
                  </a:lnTo>
                  <a:lnTo>
                    <a:pt x="0" y="51053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8" name="Freeform: Shape 528"/>
            <p:cNvSpPr/>
            <p:nvPr/>
          </p:nvSpPr>
          <p:spPr bwMode="auto">
            <a:xfrm>
              <a:off x="5864400" y="50688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5"/>
                <a:gd name="GluePoint2X" fmla="*/ 0 w 3301"/>
                <a:gd name="GluePoint2Y" fmla="*/ 1143 h 1145"/>
                <a:gd name="GluePoint3X" fmla="*/ 3301 w 3301"/>
                <a:gd name="GluePoint3Y" fmla="*/ 0 h 114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5" extrusionOk="0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206" y="1181"/>
                    <a:pt x="2374" y="775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19" name="Freeform: Shape 529"/>
            <p:cNvSpPr/>
            <p:nvPr/>
          </p:nvSpPr>
          <p:spPr bwMode="auto">
            <a:xfrm>
              <a:off x="4269600" y="17640"/>
              <a:ext cx="1594800" cy="489960"/>
            </a:xfrm>
            <a:custGeom>
              <a:avLst/>
              <a:gdLst>
                <a:gd name="textAreaLeft" fmla="*/ 0 w 1594800"/>
                <a:gd name="textAreaRight" fmla="*/ 1595160 w 1594800"/>
                <a:gd name="textAreaTop" fmla="*/ 0 h 489960"/>
                <a:gd name="textAreaBottom" fmla="*/ 490320 h 489960"/>
                <a:gd name="GluePoint1X" fmla="*/ 1595015 w 1595014"/>
                <a:gd name="GluePoint1Y" fmla="*/ 490205 h 490224"/>
                <a:gd name="GluePoint2X" fmla="*/ 1590952 w 1595014"/>
                <a:gd name="GluePoint2Y" fmla="*/ 488681 h 490224"/>
                <a:gd name="GluePoint3X" fmla="*/ 1590609 w 1595014"/>
                <a:gd name="GluePoint3Y" fmla="*/ 482041 h 490224"/>
                <a:gd name="GluePoint4X" fmla="*/ 1590952 w 1595014"/>
                <a:gd name="GluePoint4Y" fmla="*/ 481698 h 490224"/>
                <a:gd name="GluePoint5X" fmla="*/ 1593364 w 1595014"/>
                <a:gd name="GluePoint5Y" fmla="*/ 479794 h 490224"/>
                <a:gd name="GluePoint6X" fmla="*/ 10070 w 1595014"/>
                <a:gd name="GluePoint6Y" fmla="*/ 1128 h 490224"/>
                <a:gd name="GluePoint7X" fmla="*/ 7150 w 1595014"/>
                <a:gd name="GluePoint7Y" fmla="*/ 239 h 490224"/>
                <a:gd name="GluePoint8X" fmla="*/ 293 w 1595014"/>
                <a:gd name="GluePoint8Y" fmla="*/ 3413 h 490224"/>
                <a:gd name="GluePoint9X" fmla="*/ 3074 w 1595014"/>
                <a:gd name="GluePoint9Y" fmla="*/ 9444 h 490224"/>
                <a:gd name="GluePoint10X" fmla="*/ 3721 w 1595014"/>
                <a:gd name="GluePoint10Y" fmla="*/ 9635 h 490224"/>
                <a:gd name="GluePoint11X" fmla="*/ 10705 w 1595014"/>
                <a:gd name="GluePoint11Y" fmla="*/ 11666 h 490224"/>
                <a:gd name="GluePoint12X" fmla="*/ 1030768 w 1595014"/>
                <a:gd name="GluePoint12Y" fmla="*/ 319688 h 490224"/>
                <a:gd name="GluePoint13X" fmla="*/ 1589428 w 1595014"/>
                <a:gd name="GluePoint13Y" fmla="*/ 488935 h 490224"/>
                <a:gd name="GluePoint14X" fmla="*/ 1593110 w 1595014"/>
                <a:gd name="GluePoint14Y" fmla="*/ 489951 h 490224"/>
                <a:gd name="GluePoint15X" fmla="*/ 1595015 w 1595014"/>
                <a:gd name="GluePoint15Y" fmla="*/ 490205 h 4902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1595014" h="490224" extrusionOk="0">
                  <a:moveTo>
                    <a:pt x="1595015" y="490205"/>
                  </a:moveTo>
                  <a:cubicBezTo>
                    <a:pt x="1593516" y="490231"/>
                    <a:pt x="1592069" y="489685"/>
                    <a:pt x="1590952" y="488681"/>
                  </a:cubicBezTo>
                  <a:cubicBezTo>
                    <a:pt x="1589022" y="486942"/>
                    <a:pt x="1588869" y="483971"/>
                    <a:pt x="1590609" y="482041"/>
                  </a:cubicBezTo>
                  <a:cubicBezTo>
                    <a:pt x="1590711" y="481927"/>
                    <a:pt x="1590825" y="481813"/>
                    <a:pt x="1590952" y="481698"/>
                  </a:cubicBezTo>
                  <a:lnTo>
                    <a:pt x="1593364" y="479794"/>
                  </a:lnTo>
                  <a:lnTo>
                    <a:pt x="10070" y="1128"/>
                  </a:lnTo>
                  <a:lnTo>
                    <a:pt x="7150" y="239"/>
                  </a:lnTo>
                  <a:cubicBezTo>
                    <a:pt x="4395" y="-586"/>
                    <a:pt x="1449" y="785"/>
                    <a:pt x="293" y="3413"/>
                  </a:cubicBezTo>
                  <a:cubicBezTo>
                    <a:pt x="-608" y="5851"/>
                    <a:pt x="636" y="8543"/>
                    <a:pt x="3074" y="9444"/>
                  </a:cubicBezTo>
                  <a:cubicBezTo>
                    <a:pt x="3290" y="9521"/>
                    <a:pt x="3506" y="9584"/>
                    <a:pt x="3721" y="9635"/>
                  </a:cubicBezTo>
                  <a:lnTo>
                    <a:pt x="10705" y="11666"/>
                  </a:lnTo>
                  <a:lnTo>
                    <a:pt x="1030768" y="319688"/>
                  </a:lnTo>
                  <a:lnTo>
                    <a:pt x="1589428" y="488935"/>
                  </a:lnTo>
                  <a:lnTo>
                    <a:pt x="1593110" y="489951"/>
                  </a:lnTo>
                  <a:cubicBezTo>
                    <a:pt x="1593720" y="490180"/>
                    <a:pt x="1594367" y="490269"/>
                    <a:pt x="1595015" y="49020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0" name="Freeform: Shape 531"/>
            <p:cNvSpPr/>
            <p:nvPr/>
          </p:nvSpPr>
          <p:spPr bwMode="auto">
            <a:xfrm>
              <a:off x="6122880" y="293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28"/>
                <a:gd name="GluePoint1Y" fmla="*/ 762 h 761"/>
                <a:gd name="GluePoint2X" fmla="*/ 0 w 28"/>
                <a:gd name="GluePoint2Y" fmla="*/ 0 h 761"/>
                <a:gd name="GluePoint3X" fmla="*/ 0 w 28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28" h="761" extrusionOk="0">
                  <a:moveTo>
                    <a:pt x="0" y="762"/>
                  </a:moveTo>
                  <a:cubicBezTo>
                    <a:pt x="38" y="508"/>
                    <a:pt x="38" y="254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1" name="Freeform: Shape 532"/>
            <p:cNvSpPr/>
            <p:nvPr/>
          </p:nvSpPr>
          <p:spPr bwMode="auto">
            <a:xfrm>
              <a:off x="6123240" y="295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889 h 888"/>
                <a:gd name="GluePoint2X" fmla="*/ 0 w 12696"/>
                <a:gd name="GluePoint2Y" fmla="*/ 0 h 888"/>
                <a:gd name="GluePoint3X" fmla="*/ 0 w 12696"/>
                <a:gd name="GluePoint3Y" fmla="*/ 0 h 888"/>
                <a:gd name="GluePoint4X" fmla="*/ 0 w 12696"/>
                <a:gd name="GluePoint4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888" extrusionOk="0">
                  <a:moveTo>
                    <a:pt x="0" y="889"/>
                  </a:moveTo>
                  <a:cubicBezTo>
                    <a:pt x="0" y="889"/>
                    <a:pt x="0" y="889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2" name="Freeform: Shape 533"/>
            <p:cNvSpPr/>
            <p:nvPr/>
          </p:nvSpPr>
          <p:spPr bwMode="auto">
            <a:xfrm>
              <a:off x="6120720" y="29304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889 w 888"/>
                <a:gd name="GluePoint1Y" fmla="*/ 0 h 12696"/>
                <a:gd name="GluePoint2X" fmla="*/ 0 w 888"/>
                <a:gd name="GluePoint2Y" fmla="*/ 0 h 12696"/>
                <a:gd name="GluePoint3X" fmla="*/ 0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 extrusionOk="0">
                  <a:moveTo>
                    <a:pt x="889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3" name="Freeform: Shape 534"/>
            <p:cNvSpPr/>
            <p:nvPr/>
          </p:nvSpPr>
          <p:spPr bwMode="auto">
            <a:xfrm>
              <a:off x="6119280" y="29196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0 w 888"/>
                <a:gd name="GluePoint1Y" fmla="*/ 0 h 12696"/>
                <a:gd name="GluePoint2X" fmla="*/ 889 w 888"/>
                <a:gd name="GluePoint2Y" fmla="*/ 0 h 12696"/>
                <a:gd name="GluePoint3X" fmla="*/ 0 w 888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888" h="12696" extrusionOk="0">
                  <a:moveTo>
                    <a:pt x="0" y="0"/>
                  </a:moveTo>
                  <a:lnTo>
                    <a:pt x="88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4" name="Freeform: Shape 535"/>
            <p:cNvSpPr/>
            <p:nvPr/>
          </p:nvSpPr>
          <p:spPr bwMode="auto">
            <a:xfrm>
              <a:off x="6121080" y="29340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762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76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5" name="Freeform: Shape 536"/>
            <p:cNvSpPr/>
            <p:nvPr/>
          </p:nvSpPr>
          <p:spPr bwMode="auto">
            <a:xfrm>
              <a:off x="6117120" y="2919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6" name="Freeform: Shape 537"/>
            <p:cNvSpPr/>
            <p:nvPr/>
          </p:nvSpPr>
          <p:spPr bwMode="auto">
            <a:xfrm>
              <a:off x="6122880" y="2948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7" name="Freeform: Shape 538"/>
            <p:cNvSpPr/>
            <p:nvPr/>
          </p:nvSpPr>
          <p:spPr bwMode="auto">
            <a:xfrm>
              <a:off x="6112440" y="296640"/>
              <a:ext cx="10080" cy="62496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624960"/>
                <a:gd name="textAreaBottom" fmla="*/ 625320 h 624960"/>
                <a:gd name="GluePoint1X" fmla="*/ 9015 w 10468"/>
                <a:gd name="GluePoint1Y" fmla="*/ 3682 h 625319"/>
                <a:gd name="GluePoint2X" fmla="*/ 0 w 10468"/>
                <a:gd name="GluePoint2Y" fmla="*/ 11046 h 625319"/>
                <a:gd name="GluePoint3X" fmla="*/ 0 w 10468"/>
                <a:gd name="GluePoint3Y" fmla="*/ 620488 h 625319"/>
                <a:gd name="GluePoint4X" fmla="*/ 5460 w 10468"/>
                <a:gd name="GluePoint4Y" fmla="*/ 625313 h 625319"/>
                <a:gd name="GluePoint5X" fmla="*/ 9142 w 10468"/>
                <a:gd name="GluePoint5Y" fmla="*/ 624043 h 625319"/>
                <a:gd name="GluePoint6X" fmla="*/ 9776 w 10468"/>
                <a:gd name="GluePoint6Y" fmla="*/ 623154 h 625319"/>
                <a:gd name="GluePoint7X" fmla="*/ 10411 w 10468"/>
                <a:gd name="GluePoint7Y" fmla="*/ 622393 h 625319"/>
                <a:gd name="GluePoint8X" fmla="*/ 10411 w 10468"/>
                <a:gd name="GluePoint8Y" fmla="*/ 621631 h 625319"/>
                <a:gd name="GluePoint9X" fmla="*/ 10411 w 10468"/>
                <a:gd name="GluePoint9Y" fmla="*/ 620615 h 625319"/>
                <a:gd name="GluePoint10X" fmla="*/ 10411 w 10468"/>
                <a:gd name="GluePoint10Y" fmla="*/ 620615 h 625319"/>
                <a:gd name="GluePoint11X" fmla="*/ 10411 w 10468"/>
                <a:gd name="GluePoint11Y" fmla="*/ 0 h 625319"/>
                <a:gd name="GluePoint12X" fmla="*/ 10411 w 10468"/>
                <a:gd name="GluePoint12Y" fmla="*/ 0 h 625319"/>
                <a:gd name="GluePoint13X" fmla="*/ 10411 w 10468"/>
                <a:gd name="GluePoint13Y" fmla="*/ 0 h 625319"/>
                <a:gd name="GluePoint14X" fmla="*/ 9015 w 10468"/>
                <a:gd name="GluePoint14Y" fmla="*/ 3682 h 6253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468" h="625319" extrusionOk="0">
                  <a:moveTo>
                    <a:pt x="9015" y="3682"/>
                  </a:moveTo>
                  <a:lnTo>
                    <a:pt x="0" y="11046"/>
                  </a:lnTo>
                  <a:lnTo>
                    <a:pt x="0" y="620488"/>
                  </a:lnTo>
                  <a:cubicBezTo>
                    <a:pt x="203" y="623319"/>
                    <a:pt x="2628" y="625452"/>
                    <a:pt x="5460" y="625313"/>
                  </a:cubicBezTo>
                  <a:cubicBezTo>
                    <a:pt x="6793" y="625300"/>
                    <a:pt x="8088" y="624856"/>
                    <a:pt x="9142" y="624043"/>
                  </a:cubicBezTo>
                  <a:lnTo>
                    <a:pt x="9776" y="623154"/>
                  </a:lnTo>
                  <a:lnTo>
                    <a:pt x="10411" y="622393"/>
                  </a:lnTo>
                  <a:cubicBezTo>
                    <a:pt x="10411" y="622393"/>
                    <a:pt x="10411" y="622393"/>
                    <a:pt x="10411" y="621631"/>
                  </a:cubicBezTo>
                  <a:cubicBezTo>
                    <a:pt x="10487" y="621300"/>
                    <a:pt x="10487" y="620945"/>
                    <a:pt x="10411" y="620615"/>
                  </a:cubicBezTo>
                  <a:lnTo>
                    <a:pt x="10411" y="620615"/>
                  </a:lnTo>
                  <a:lnTo>
                    <a:pt x="10411" y="0"/>
                  </a:lnTo>
                  <a:lnTo>
                    <a:pt x="10411" y="0"/>
                  </a:lnTo>
                  <a:cubicBezTo>
                    <a:pt x="10411" y="0"/>
                    <a:pt x="10411" y="0"/>
                    <a:pt x="10411" y="0"/>
                  </a:cubicBezTo>
                  <a:cubicBezTo>
                    <a:pt x="10526" y="1371"/>
                    <a:pt x="10018" y="2730"/>
                    <a:pt x="9015" y="368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8" name="Freeform: Shape 539"/>
            <p:cNvSpPr/>
            <p:nvPr/>
          </p:nvSpPr>
          <p:spPr bwMode="auto">
            <a:xfrm>
              <a:off x="5861160" y="293760"/>
              <a:ext cx="261360" cy="214560"/>
            </a:xfrm>
            <a:custGeom>
              <a:avLst/>
              <a:gdLst>
                <a:gd name="textAreaLeft" fmla="*/ 0 w 261360"/>
                <a:gd name="textAreaRight" fmla="*/ 261720 w 261360"/>
                <a:gd name="textAreaTop" fmla="*/ 0 h 214560"/>
                <a:gd name="textAreaBottom" fmla="*/ 214920 h 214560"/>
                <a:gd name="GluePoint1X" fmla="*/ 260188 w 261899"/>
                <a:gd name="GluePoint1Y" fmla="*/ 6729 h 214829"/>
                <a:gd name="GluePoint2X" fmla="*/ 261839 w 261899"/>
                <a:gd name="GluePoint2Y" fmla="*/ 2412 h 214829"/>
                <a:gd name="GluePoint3X" fmla="*/ 261839 w 261899"/>
                <a:gd name="GluePoint3Y" fmla="*/ 2412 h 214829"/>
                <a:gd name="GluePoint4X" fmla="*/ 261839 w 261899"/>
                <a:gd name="GluePoint4Y" fmla="*/ 1651 h 214829"/>
                <a:gd name="GluePoint5X" fmla="*/ 261839 w 261899"/>
                <a:gd name="GluePoint5Y" fmla="*/ 762 h 214829"/>
                <a:gd name="GluePoint6X" fmla="*/ 261839 w 261899"/>
                <a:gd name="GluePoint6Y" fmla="*/ 762 h 214829"/>
                <a:gd name="GluePoint7X" fmla="*/ 261839 w 261899"/>
                <a:gd name="GluePoint7Y" fmla="*/ 762 h 214829"/>
                <a:gd name="GluePoint8X" fmla="*/ 261839 w 261899"/>
                <a:gd name="GluePoint8Y" fmla="*/ 762 h 214829"/>
                <a:gd name="GluePoint9X" fmla="*/ 260823 w 261899"/>
                <a:gd name="GluePoint9Y" fmla="*/ 0 h 214829"/>
                <a:gd name="GluePoint10X" fmla="*/ 260823 w 261899"/>
                <a:gd name="GluePoint10Y" fmla="*/ 0 h 214829"/>
                <a:gd name="GluePoint11X" fmla="*/ 260823 w 261899"/>
                <a:gd name="GluePoint11Y" fmla="*/ 0 h 214829"/>
                <a:gd name="GluePoint12X" fmla="*/ 260823 w 261899"/>
                <a:gd name="GluePoint12Y" fmla="*/ 0 h 214829"/>
                <a:gd name="GluePoint13X" fmla="*/ 259934 w 261899"/>
                <a:gd name="GluePoint13Y" fmla="*/ 0 h 214829"/>
                <a:gd name="GluePoint14X" fmla="*/ 257903 w 261899"/>
                <a:gd name="GluePoint14Y" fmla="*/ 0 h 214829"/>
                <a:gd name="GluePoint15X" fmla="*/ 256760 w 261899"/>
                <a:gd name="GluePoint15Y" fmla="*/ 0 h 214829"/>
                <a:gd name="GluePoint16X" fmla="*/ 255744 w 261899"/>
                <a:gd name="GluePoint16Y" fmla="*/ 0 h 214829"/>
                <a:gd name="GluePoint17X" fmla="*/ 254982 w 261899"/>
                <a:gd name="GluePoint17Y" fmla="*/ 0 h 214829"/>
                <a:gd name="GluePoint18X" fmla="*/ 248126 w 261899"/>
                <a:gd name="GluePoint18Y" fmla="*/ 5713 h 214829"/>
                <a:gd name="GluePoint19X" fmla="*/ 3966 w 261899"/>
                <a:gd name="GluePoint19Y" fmla="*/ 204417 h 214829"/>
                <a:gd name="GluePoint20X" fmla="*/ 1554 w 261899"/>
                <a:gd name="GluePoint20Y" fmla="*/ 206321 h 214829"/>
                <a:gd name="GluePoint21X" fmla="*/ 1211 w 261899"/>
                <a:gd name="GluePoint21Y" fmla="*/ 212962 h 214829"/>
                <a:gd name="GluePoint22X" fmla="*/ 1554 w 261899"/>
                <a:gd name="GluePoint22Y" fmla="*/ 213305 h 214829"/>
                <a:gd name="GluePoint23X" fmla="*/ 5617 w 261899"/>
                <a:gd name="GluePoint23Y" fmla="*/ 214828 h 214829"/>
                <a:gd name="GluePoint24X" fmla="*/ 8918 w 261899"/>
                <a:gd name="GluePoint24Y" fmla="*/ 213686 h 214829"/>
                <a:gd name="GluePoint25X" fmla="*/ 8918 w 261899"/>
                <a:gd name="GluePoint25Y" fmla="*/ 213686 h 214829"/>
                <a:gd name="GluePoint26X" fmla="*/ 10695 w 261899"/>
                <a:gd name="GluePoint26Y" fmla="*/ 212289 h 214829"/>
                <a:gd name="GluePoint27X" fmla="*/ 251554 w 261899"/>
                <a:gd name="GluePoint27Y" fmla="*/ 14093 h 21482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261899" h="214829" extrusionOk="0">
                  <a:moveTo>
                    <a:pt x="260188" y="6729"/>
                  </a:moveTo>
                  <a:cubicBezTo>
                    <a:pt x="261483" y="5701"/>
                    <a:pt x="262105" y="4050"/>
                    <a:pt x="261839" y="2412"/>
                  </a:cubicBezTo>
                  <a:lnTo>
                    <a:pt x="261839" y="2412"/>
                  </a:lnTo>
                  <a:lnTo>
                    <a:pt x="261839" y="1651"/>
                  </a:lnTo>
                  <a:lnTo>
                    <a:pt x="261839" y="762"/>
                  </a:lnTo>
                  <a:lnTo>
                    <a:pt x="261839" y="762"/>
                  </a:lnTo>
                  <a:cubicBezTo>
                    <a:pt x="261839" y="762"/>
                    <a:pt x="261839" y="762"/>
                    <a:pt x="261839" y="762"/>
                  </a:cubicBezTo>
                  <a:lnTo>
                    <a:pt x="261839" y="762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60823" y="0"/>
                  </a:lnTo>
                  <a:lnTo>
                    <a:pt x="259934" y="0"/>
                  </a:lnTo>
                  <a:lnTo>
                    <a:pt x="257903" y="0"/>
                  </a:lnTo>
                  <a:lnTo>
                    <a:pt x="256760" y="0"/>
                  </a:lnTo>
                  <a:lnTo>
                    <a:pt x="255744" y="0"/>
                  </a:lnTo>
                  <a:lnTo>
                    <a:pt x="254982" y="0"/>
                  </a:lnTo>
                  <a:lnTo>
                    <a:pt x="248126" y="5713"/>
                  </a:lnTo>
                  <a:lnTo>
                    <a:pt x="3966" y="204417"/>
                  </a:lnTo>
                  <a:lnTo>
                    <a:pt x="1554" y="206321"/>
                  </a:lnTo>
                  <a:cubicBezTo>
                    <a:pt x="-376" y="208061"/>
                    <a:pt x="-529" y="211032"/>
                    <a:pt x="1211" y="212962"/>
                  </a:cubicBezTo>
                  <a:cubicBezTo>
                    <a:pt x="1312" y="213076"/>
                    <a:pt x="1427" y="213190"/>
                    <a:pt x="1554" y="213305"/>
                  </a:cubicBezTo>
                  <a:cubicBezTo>
                    <a:pt x="2671" y="214308"/>
                    <a:pt x="4118" y="214854"/>
                    <a:pt x="5617" y="214828"/>
                  </a:cubicBezTo>
                  <a:cubicBezTo>
                    <a:pt x="6810" y="214816"/>
                    <a:pt x="7978" y="214422"/>
                    <a:pt x="8918" y="213686"/>
                  </a:cubicBezTo>
                  <a:lnTo>
                    <a:pt x="8918" y="213686"/>
                  </a:lnTo>
                  <a:lnTo>
                    <a:pt x="10695" y="212289"/>
                  </a:lnTo>
                  <a:lnTo>
                    <a:pt x="251554" y="1409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29" name="Freeform: Shape 540"/>
            <p:cNvSpPr/>
            <p:nvPr/>
          </p:nvSpPr>
          <p:spPr bwMode="auto">
            <a:xfrm>
              <a:off x="3883320" y="337320"/>
              <a:ext cx="253440" cy="211680"/>
            </a:xfrm>
            <a:custGeom>
              <a:avLst/>
              <a:gdLst>
                <a:gd name="textAreaLeft" fmla="*/ 0 w 253440"/>
                <a:gd name="textAreaRight" fmla="*/ 253800 w 253440"/>
                <a:gd name="textAreaTop" fmla="*/ 0 h 211680"/>
                <a:gd name="textAreaBottom" fmla="*/ 212040 h 211680"/>
                <a:gd name="GluePoint1X" fmla="*/ 244160 w 253936"/>
                <a:gd name="GluePoint1Y" fmla="*/ 2158 h 212162"/>
                <a:gd name="GluePoint2X" fmla="*/ 244160 w 253936"/>
                <a:gd name="GluePoint2Y" fmla="*/ 0 h 212162"/>
                <a:gd name="GluePoint3X" fmla="*/ 1524 w 253936"/>
                <a:gd name="GluePoint3Y" fmla="*/ 197561 h 212162"/>
                <a:gd name="GluePoint4X" fmla="*/ 1524 w 253936"/>
                <a:gd name="GluePoint4Y" fmla="*/ 208480 h 212162"/>
                <a:gd name="GluePoint5X" fmla="*/ 1524 w 253936"/>
                <a:gd name="GluePoint5Y" fmla="*/ 209242 h 212162"/>
                <a:gd name="GluePoint6X" fmla="*/ 1524 w 253936"/>
                <a:gd name="GluePoint6Y" fmla="*/ 210003 h 212162"/>
                <a:gd name="GluePoint7X" fmla="*/ 1524 w 253936"/>
                <a:gd name="GluePoint7Y" fmla="*/ 210003 h 212162"/>
                <a:gd name="GluePoint8X" fmla="*/ 0 w 253936"/>
                <a:gd name="GluePoint8Y" fmla="*/ 212162 h 212162"/>
                <a:gd name="GluePoint9X" fmla="*/ 0 w 253936"/>
                <a:gd name="GluePoint9Y" fmla="*/ 212162 h 212162"/>
                <a:gd name="GluePoint10X" fmla="*/ 253937 w 253936"/>
                <a:gd name="GluePoint10Y" fmla="*/ 5841 h 212162"/>
                <a:gd name="GluePoint11X" fmla="*/ 253937 w 253936"/>
                <a:gd name="GluePoint11Y" fmla="*/ 5841 h 212162"/>
                <a:gd name="GluePoint12X" fmla="*/ 250254 w 253936"/>
                <a:gd name="GluePoint12Y" fmla="*/ 7237 h 212162"/>
                <a:gd name="GluePoint13X" fmla="*/ 244236 w 253936"/>
                <a:gd name="GluePoint13Y" fmla="*/ 2996 h 212162"/>
                <a:gd name="GluePoint14X" fmla="*/ 244160 w 253936"/>
                <a:gd name="GluePoint14Y" fmla="*/ 2158 h 2121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253936" h="212162" extrusionOk="0">
                  <a:moveTo>
                    <a:pt x="244160" y="2158"/>
                  </a:moveTo>
                  <a:lnTo>
                    <a:pt x="244160" y="0"/>
                  </a:lnTo>
                  <a:lnTo>
                    <a:pt x="1524" y="197561"/>
                  </a:lnTo>
                  <a:lnTo>
                    <a:pt x="1524" y="208480"/>
                  </a:lnTo>
                  <a:cubicBezTo>
                    <a:pt x="1524" y="208480"/>
                    <a:pt x="1524" y="208480"/>
                    <a:pt x="1524" y="209242"/>
                  </a:cubicBezTo>
                  <a:cubicBezTo>
                    <a:pt x="1587" y="209496"/>
                    <a:pt x="1587" y="209750"/>
                    <a:pt x="1524" y="210003"/>
                  </a:cubicBezTo>
                  <a:lnTo>
                    <a:pt x="1524" y="210003"/>
                  </a:lnTo>
                  <a:cubicBezTo>
                    <a:pt x="1206" y="210842"/>
                    <a:pt x="685" y="211591"/>
                    <a:pt x="0" y="212162"/>
                  </a:cubicBezTo>
                  <a:lnTo>
                    <a:pt x="0" y="212162"/>
                  </a:lnTo>
                  <a:lnTo>
                    <a:pt x="253937" y="5841"/>
                  </a:lnTo>
                  <a:lnTo>
                    <a:pt x="253937" y="5841"/>
                  </a:lnTo>
                  <a:cubicBezTo>
                    <a:pt x="252921" y="6742"/>
                    <a:pt x="251613" y="7237"/>
                    <a:pt x="250254" y="7237"/>
                  </a:cubicBezTo>
                  <a:cubicBezTo>
                    <a:pt x="247423" y="7732"/>
                    <a:pt x="244731" y="5828"/>
                    <a:pt x="244236" y="2996"/>
                  </a:cubicBezTo>
                  <a:cubicBezTo>
                    <a:pt x="244185" y="2717"/>
                    <a:pt x="244160" y="2438"/>
                    <a:pt x="244160" y="215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0" name="Freeform: Shape 541"/>
            <p:cNvSpPr/>
            <p:nvPr/>
          </p:nvSpPr>
          <p:spPr bwMode="auto">
            <a:xfrm>
              <a:off x="3884400" y="5464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57"/>
                <a:gd name="GluePoint1Y" fmla="*/ 762 h 888"/>
                <a:gd name="GluePoint2X" fmla="*/ 0 w 57"/>
                <a:gd name="GluePoint2Y" fmla="*/ 0 h 888"/>
                <a:gd name="GluePoint3X" fmla="*/ 0 w 57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7" h="888" extrusionOk="0">
                  <a:moveTo>
                    <a:pt x="0" y="762"/>
                  </a:moveTo>
                  <a:cubicBezTo>
                    <a:pt x="64" y="508"/>
                    <a:pt x="64" y="254"/>
                    <a:pt x="0" y="0"/>
                  </a:cubicBezTo>
                  <a:cubicBezTo>
                    <a:pt x="76" y="292"/>
                    <a:pt x="76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1" name="Freeform 806"/>
            <p:cNvSpPr/>
            <p:nvPr/>
          </p:nvSpPr>
          <p:spPr bwMode="auto">
            <a:xfrm>
              <a:off x="2014920" y="-12600"/>
              <a:ext cx="1864800" cy="563040"/>
            </a:xfrm>
            <a:custGeom>
              <a:avLst/>
              <a:gdLst>
                <a:gd name="textAreaLeft" fmla="*/ 0 w 1864800"/>
                <a:gd name="textAreaRight" fmla="*/ 1865160 w 1864800"/>
                <a:gd name="textAreaTop" fmla="*/ 0 h 563040"/>
                <a:gd name="textAreaBottom" fmla="*/ 563400 h 563040"/>
                <a:gd name="GluePoint1X" fmla="*/ 0 w 1865222"/>
                <a:gd name="GluePoint1Y" fmla="*/ 0 h 563292"/>
                <a:gd name="GluePoint2X" fmla="*/ 34554 w 1865222"/>
                <a:gd name="GluePoint2Y" fmla="*/ 0 h 563292"/>
                <a:gd name="GluePoint3X" fmla="*/ 1859128 w 1865222"/>
                <a:gd name="GluePoint3Y" fmla="*/ 551786 h 563292"/>
                <a:gd name="GluePoint4X" fmla="*/ 1859128 w 1865222"/>
                <a:gd name="GluePoint4Y" fmla="*/ 558515 h 563292"/>
                <a:gd name="GluePoint5X" fmla="*/ 1859191 w 1865222"/>
                <a:gd name="GluePoint5Y" fmla="*/ 558998 h 563292"/>
                <a:gd name="GluePoint6X" fmla="*/ 1865222 w 1865222"/>
                <a:gd name="GluePoint6Y" fmla="*/ 563213 h 563292"/>
                <a:gd name="GluePoint7X" fmla="*/ 1863444 w 1865222"/>
                <a:gd name="GluePoint7Y" fmla="*/ 563213 h 5632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865222" h="563292" extrusionOk="0">
                  <a:moveTo>
                    <a:pt x="0" y="0"/>
                  </a:moveTo>
                  <a:lnTo>
                    <a:pt x="34554" y="0"/>
                  </a:lnTo>
                  <a:lnTo>
                    <a:pt x="1859128" y="551786"/>
                  </a:lnTo>
                  <a:lnTo>
                    <a:pt x="1859128" y="558515"/>
                  </a:lnTo>
                  <a:cubicBezTo>
                    <a:pt x="1859140" y="558680"/>
                    <a:pt x="1859166" y="558833"/>
                    <a:pt x="1859191" y="558998"/>
                  </a:cubicBezTo>
                  <a:cubicBezTo>
                    <a:pt x="1859686" y="561829"/>
                    <a:pt x="1862390" y="563708"/>
                    <a:pt x="1865222" y="563213"/>
                  </a:cubicBezTo>
                  <a:lnTo>
                    <a:pt x="1863444" y="56321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2" name="Freeform 804"/>
            <p:cNvSpPr/>
            <p:nvPr/>
          </p:nvSpPr>
          <p:spPr bwMode="auto">
            <a:xfrm>
              <a:off x="3873960" y="-12600"/>
              <a:ext cx="10080" cy="5634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563400"/>
                <a:gd name="textAreaBottom" fmla="*/ 563760 h 563400"/>
                <a:gd name="GluePoint1X" fmla="*/ 0 w 10538"/>
                <a:gd name="GluePoint1Y" fmla="*/ 0 h 563600"/>
                <a:gd name="GluePoint2X" fmla="*/ 10538 w 10538"/>
                <a:gd name="GluePoint2Y" fmla="*/ 0 h 563600"/>
                <a:gd name="GluePoint3X" fmla="*/ 10538 w 10538"/>
                <a:gd name="GluePoint3Y" fmla="*/ 558515 h 563600"/>
                <a:gd name="GluePoint4X" fmla="*/ 10538 w 10538"/>
                <a:gd name="GluePoint4Y" fmla="*/ 559277 h 563600"/>
                <a:gd name="GluePoint5X" fmla="*/ 9776 w 10538"/>
                <a:gd name="GluePoint5Y" fmla="*/ 560547 h 563600"/>
                <a:gd name="GluePoint6X" fmla="*/ 8253 w 10538"/>
                <a:gd name="GluePoint6Y" fmla="*/ 562705 h 563600"/>
                <a:gd name="GluePoint7X" fmla="*/ 5460 w 10538"/>
                <a:gd name="GluePoint7Y" fmla="*/ 563594 h 563600"/>
                <a:gd name="GluePoint8X" fmla="*/ 5447 w 10538"/>
                <a:gd name="GluePoint8Y" fmla="*/ 563594 h 563600"/>
                <a:gd name="GluePoint9X" fmla="*/ 0 w 10538"/>
                <a:gd name="GluePoint9Y" fmla="*/ 558642 h 56360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538" h="563600" extrusionOk="0">
                  <a:moveTo>
                    <a:pt x="0" y="0"/>
                  </a:moveTo>
                  <a:lnTo>
                    <a:pt x="10538" y="0"/>
                  </a:lnTo>
                  <a:lnTo>
                    <a:pt x="10538" y="558515"/>
                  </a:lnTo>
                  <a:cubicBezTo>
                    <a:pt x="10538" y="559277"/>
                    <a:pt x="10538" y="559277"/>
                    <a:pt x="10538" y="559277"/>
                  </a:cubicBezTo>
                  <a:cubicBezTo>
                    <a:pt x="10475" y="559785"/>
                    <a:pt x="10208" y="560255"/>
                    <a:pt x="9776" y="560547"/>
                  </a:cubicBezTo>
                  <a:cubicBezTo>
                    <a:pt x="9459" y="561385"/>
                    <a:pt x="8938" y="562134"/>
                    <a:pt x="8253" y="562705"/>
                  </a:cubicBezTo>
                  <a:cubicBezTo>
                    <a:pt x="7415" y="563239"/>
                    <a:pt x="6450" y="563556"/>
                    <a:pt x="5460" y="563594"/>
                  </a:cubicBezTo>
                  <a:cubicBezTo>
                    <a:pt x="5460" y="563594"/>
                    <a:pt x="5447" y="563594"/>
                    <a:pt x="5447" y="563594"/>
                  </a:cubicBezTo>
                  <a:cubicBezTo>
                    <a:pt x="2577" y="563734"/>
                    <a:pt x="139" y="561512"/>
                    <a:pt x="0" y="55864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3" name="Freeform: Shape 556"/>
            <p:cNvSpPr/>
            <p:nvPr/>
          </p:nvSpPr>
          <p:spPr bwMode="auto">
            <a:xfrm>
              <a:off x="7759440" y="1077120"/>
              <a:ext cx="54360" cy="3960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39600"/>
                <a:gd name="textAreaBottom" fmla="*/ 39960 h 39600"/>
                <a:gd name="GluePoint1X" fmla="*/ 54850 w 54898"/>
                <a:gd name="GluePoint1Y" fmla="*/ 7631 h 40007"/>
                <a:gd name="GluePoint2X" fmla="*/ 54850 w 54898"/>
                <a:gd name="GluePoint2Y" fmla="*/ 7631 h 40007"/>
                <a:gd name="GluePoint3X" fmla="*/ 54850 w 54898"/>
                <a:gd name="GluePoint3Y" fmla="*/ 6742 h 40007"/>
                <a:gd name="GluePoint4X" fmla="*/ 54850 w 54898"/>
                <a:gd name="GluePoint4Y" fmla="*/ 6742 h 40007"/>
                <a:gd name="GluePoint5X" fmla="*/ 54850 w 54898"/>
                <a:gd name="GluePoint5Y" fmla="*/ 5980 h 40007"/>
                <a:gd name="GluePoint6X" fmla="*/ 54850 w 54898"/>
                <a:gd name="GluePoint6Y" fmla="*/ 4837 h 40007"/>
                <a:gd name="GluePoint7X" fmla="*/ 53454 w 54898"/>
                <a:gd name="GluePoint7Y" fmla="*/ 1409 h 40007"/>
                <a:gd name="GluePoint8X" fmla="*/ 45835 w 54898"/>
                <a:gd name="GluePoint8Y" fmla="*/ 1409 h 40007"/>
                <a:gd name="GluePoint9X" fmla="*/ 44058 w 54898"/>
                <a:gd name="GluePoint9Y" fmla="*/ 2933 h 40007"/>
                <a:gd name="GluePoint10X" fmla="*/ 0 w 54898"/>
                <a:gd name="GluePoint10Y" fmla="*/ 38738 h 40007"/>
                <a:gd name="GluePoint11X" fmla="*/ 4063 w 54898"/>
                <a:gd name="GluePoint11Y" fmla="*/ 38738 h 40007"/>
                <a:gd name="GluePoint12X" fmla="*/ 15998 w 54898"/>
                <a:gd name="GluePoint12Y" fmla="*/ 40007 h 40007"/>
                <a:gd name="GluePoint13X" fmla="*/ 54723 w 54898"/>
                <a:gd name="GluePoint13Y" fmla="*/ 8646 h 400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4898" h="40007" extrusionOk="0">
                  <a:moveTo>
                    <a:pt x="54850" y="7631"/>
                  </a:moveTo>
                  <a:lnTo>
                    <a:pt x="54850" y="7631"/>
                  </a:lnTo>
                  <a:lnTo>
                    <a:pt x="54850" y="6742"/>
                  </a:lnTo>
                  <a:lnTo>
                    <a:pt x="54850" y="6742"/>
                  </a:lnTo>
                  <a:cubicBezTo>
                    <a:pt x="54850" y="6742"/>
                    <a:pt x="54850" y="6742"/>
                    <a:pt x="54850" y="5980"/>
                  </a:cubicBezTo>
                  <a:cubicBezTo>
                    <a:pt x="54914" y="5599"/>
                    <a:pt x="54914" y="5218"/>
                    <a:pt x="54850" y="4837"/>
                  </a:cubicBezTo>
                  <a:cubicBezTo>
                    <a:pt x="54863" y="3555"/>
                    <a:pt x="54355" y="2323"/>
                    <a:pt x="53454" y="1409"/>
                  </a:cubicBezTo>
                  <a:cubicBezTo>
                    <a:pt x="51270" y="-470"/>
                    <a:pt x="48019" y="-470"/>
                    <a:pt x="45835" y="1409"/>
                  </a:cubicBezTo>
                  <a:lnTo>
                    <a:pt x="44058" y="2933"/>
                  </a:lnTo>
                  <a:lnTo>
                    <a:pt x="0" y="38738"/>
                  </a:lnTo>
                  <a:lnTo>
                    <a:pt x="4063" y="38738"/>
                  </a:lnTo>
                  <a:lnTo>
                    <a:pt x="15998" y="40007"/>
                  </a:lnTo>
                  <a:lnTo>
                    <a:pt x="54723" y="864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5040" rIns="90000" bIns="-50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4" name="Freeform: Shape 557"/>
            <p:cNvSpPr/>
            <p:nvPr/>
          </p:nvSpPr>
          <p:spPr bwMode="auto">
            <a:xfrm>
              <a:off x="7049880" y="9259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19 w 19"/>
                <a:gd name="GluePoint1Y" fmla="*/ 0 h 888"/>
                <a:gd name="GluePoint2X" fmla="*/ 19 w 19"/>
                <a:gd name="GluePoint2Y" fmla="*/ 889 h 888"/>
                <a:gd name="GluePoint3X" fmla="*/ 19 w 19"/>
                <a:gd name="GluePoint3Y" fmla="*/ 254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9" h="888" extrusionOk="0">
                  <a:moveTo>
                    <a:pt x="19" y="0"/>
                  </a:moveTo>
                  <a:cubicBezTo>
                    <a:pt x="-6" y="292"/>
                    <a:pt x="-6" y="597"/>
                    <a:pt x="19" y="889"/>
                  </a:cubicBezTo>
                  <a:lnTo>
                    <a:pt x="19" y="2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5" name="Freeform: Shape 558"/>
            <p:cNvSpPr/>
            <p:nvPr/>
          </p:nvSpPr>
          <p:spPr bwMode="auto">
            <a:xfrm>
              <a:off x="7050240" y="928440"/>
              <a:ext cx="10440" cy="1137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13760"/>
                <a:gd name="textAreaBottom" fmla="*/ 114120 h 113760"/>
                <a:gd name="GluePoint1X" fmla="*/ 2968 w 10966"/>
                <a:gd name="GluePoint1Y" fmla="*/ 4825 h 114143"/>
                <a:gd name="GluePoint2X" fmla="*/ 937 w 10966"/>
                <a:gd name="GluePoint2Y" fmla="*/ 3809 h 114143"/>
                <a:gd name="GluePoint3X" fmla="*/ 937 w 10966"/>
                <a:gd name="GluePoint3Y" fmla="*/ 3809 h 114143"/>
                <a:gd name="GluePoint4X" fmla="*/ 937 w 10966"/>
                <a:gd name="GluePoint4Y" fmla="*/ 3809 h 114143"/>
                <a:gd name="GluePoint5X" fmla="*/ 48 w 10966"/>
                <a:gd name="GluePoint5Y" fmla="*/ 2920 h 114143"/>
                <a:gd name="GluePoint6X" fmla="*/ 48 w 10966"/>
                <a:gd name="GluePoint6Y" fmla="*/ 2032 h 114143"/>
                <a:gd name="GluePoint7X" fmla="*/ 48 w 10966"/>
                <a:gd name="GluePoint7Y" fmla="*/ 1143 h 114143"/>
                <a:gd name="GluePoint8X" fmla="*/ 48 w 10966"/>
                <a:gd name="GluePoint8Y" fmla="*/ 0 h 114143"/>
                <a:gd name="GluePoint9X" fmla="*/ 48 w 10966"/>
                <a:gd name="GluePoint9Y" fmla="*/ 0 h 114143"/>
                <a:gd name="GluePoint10X" fmla="*/ 48 w 10966"/>
                <a:gd name="GluePoint10Y" fmla="*/ 635 h 114143"/>
                <a:gd name="GluePoint11X" fmla="*/ 48 w 10966"/>
                <a:gd name="GluePoint11Y" fmla="*/ 114143 h 114143"/>
                <a:gd name="GluePoint12X" fmla="*/ 6142 w 10966"/>
                <a:gd name="GluePoint12Y" fmla="*/ 114143 h 114143"/>
                <a:gd name="GluePoint13X" fmla="*/ 10967 w 10966"/>
                <a:gd name="GluePoint13Y" fmla="*/ 114143 h 114143"/>
                <a:gd name="GluePoint14X" fmla="*/ 10967 w 10966"/>
                <a:gd name="GluePoint14Y" fmla="*/ 6094 h 1141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966" h="114143" extrusionOk="0">
                  <a:moveTo>
                    <a:pt x="2968" y="4825"/>
                  </a:moveTo>
                  <a:cubicBezTo>
                    <a:pt x="2219" y="4672"/>
                    <a:pt x="1508" y="4317"/>
                    <a:pt x="937" y="3809"/>
                  </a:cubicBezTo>
                  <a:lnTo>
                    <a:pt x="937" y="3809"/>
                  </a:lnTo>
                  <a:cubicBezTo>
                    <a:pt x="937" y="3809"/>
                    <a:pt x="937" y="3809"/>
                    <a:pt x="937" y="3809"/>
                  </a:cubicBezTo>
                  <a:lnTo>
                    <a:pt x="48" y="2920"/>
                  </a:lnTo>
                  <a:cubicBezTo>
                    <a:pt x="60" y="2628"/>
                    <a:pt x="60" y="2323"/>
                    <a:pt x="48" y="2032"/>
                  </a:cubicBezTo>
                  <a:cubicBezTo>
                    <a:pt x="10" y="1739"/>
                    <a:pt x="10" y="1435"/>
                    <a:pt x="48" y="1143"/>
                  </a:cubicBezTo>
                  <a:cubicBezTo>
                    <a:pt x="-16" y="762"/>
                    <a:pt x="-16" y="381"/>
                    <a:pt x="48" y="0"/>
                  </a:cubicBezTo>
                  <a:lnTo>
                    <a:pt x="48" y="0"/>
                  </a:lnTo>
                  <a:cubicBezTo>
                    <a:pt x="-16" y="203"/>
                    <a:pt x="-16" y="432"/>
                    <a:pt x="48" y="635"/>
                  </a:cubicBezTo>
                  <a:lnTo>
                    <a:pt x="48" y="114143"/>
                  </a:lnTo>
                  <a:lnTo>
                    <a:pt x="6142" y="114143"/>
                  </a:lnTo>
                  <a:lnTo>
                    <a:pt x="10967" y="114143"/>
                  </a:lnTo>
                  <a:lnTo>
                    <a:pt x="10967" y="609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6" name="Freeform: Shape 559"/>
            <p:cNvSpPr/>
            <p:nvPr/>
          </p:nvSpPr>
          <p:spPr bwMode="auto">
            <a:xfrm>
              <a:off x="7571160" y="1066320"/>
              <a:ext cx="10440" cy="2952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9520"/>
                <a:gd name="textAreaBottom" fmla="*/ 29880 h 29520"/>
                <a:gd name="GluePoint1X" fmla="*/ 8761 w 10791"/>
                <a:gd name="GluePoint1Y" fmla="*/ 1904 h 29710"/>
                <a:gd name="GluePoint2X" fmla="*/ 8761 w 10791"/>
                <a:gd name="GluePoint2Y" fmla="*/ 1904 h 29710"/>
                <a:gd name="GluePoint3X" fmla="*/ 5332 w 10791"/>
                <a:gd name="GluePoint3Y" fmla="*/ 3047 h 29710"/>
                <a:gd name="GluePoint4X" fmla="*/ 3936 w 10791"/>
                <a:gd name="GluePoint4Y" fmla="*/ 3047 h 29710"/>
                <a:gd name="GluePoint5X" fmla="*/ 0 w 10791"/>
                <a:gd name="GluePoint5Y" fmla="*/ 2032 h 29710"/>
                <a:gd name="GluePoint6X" fmla="*/ 0 w 10791"/>
                <a:gd name="GluePoint6Y" fmla="*/ 29075 h 29710"/>
                <a:gd name="GluePoint7X" fmla="*/ 5967 w 10791"/>
                <a:gd name="GluePoint7Y" fmla="*/ 29710 h 29710"/>
                <a:gd name="GluePoint8X" fmla="*/ 10792 w 10791"/>
                <a:gd name="GluePoint8Y" fmla="*/ 29710 h 29710"/>
                <a:gd name="GluePoint9X" fmla="*/ 10792 w 10791"/>
                <a:gd name="GluePoint9Y" fmla="*/ 0 h 297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29710" extrusionOk="0">
                  <a:moveTo>
                    <a:pt x="8761" y="1904"/>
                  </a:moveTo>
                  <a:lnTo>
                    <a:pt x="8761" y="1904"/>
                  </a:lnTo>
                  <a:cubicBezTo>
                    <a:pt x="7745" y="2603"/>
                    <a:pt x="6564" y="2996"/>
                    <a:pt x="5332" y="3047"/>
                  </a:cubicBezTo>
                  <a:lnTo>
                    <a:pt x="3936" y="3047"/>
                  </a:lnTo>
                  <a:lnTo>
                    <a:pt x="0" y="2032"/>
                  </a:lnTo>
                  <a:lnTo>
                    <a:pt x="0" y="29075"/>
                  </a:lnTo>
                  <a:lnTo>
                    <a:pt x="5967" y="29710"/>
                  </a:lnTo>
                  <a:lnTo>
                    <a:pt x="10792" y="29710"/>
                  </a:ln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5120" rIns="90000" bIns="-151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7" name="Freeform: Shape 560"/>
            <p:cNvSpPr/>
            <p:nvPr/>
          </p:nvSpPr>
          <p:spPr bwMode="auto">
            <a:xfrm>
              <a:off x="7049520" y="9270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8" name="Freeform: Shape 561"/>
            <p:cNvSpPr/>
            <p:nvPr/>
          </p:nvSpPr>
          <p:spPr bwMode="auto">
            <a:xfrm>
              <a:off x="7050600" y="92520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634"/>
                <a:gd name="GluePoint2X" fmla="*/ 0 w 12696"/>
                <a:gd name="GluePoint2Y" fmla="*/ 635 h 634"/>
                <a:gd name="GluePoint3X" fmla="*/ 0 w 12696"/>
                <a:gd name="GluePoint3Y" fmla="*/ 635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extrusionOk="0">
                  <a:moveTo>
                    <a:pt x="0" y="0"/>
                  </a:moveTo>
                  <a:lnTo>
                    <a:pt x="0" y="635"/>
                  </a:lnTo>
                  <a:lnTo>
                    <a:pt x="0" y="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39" name="Freeform: Shape 562"/>
            <p:cNvSpPr/>
            <p:nvPr/>
          </p:nvSpPr>
          <p:spPr bwMode="auto">
            <a:xfrm>
              <a:off x="7576200" y="1068120"/>
              <a:ext cx="3240" cy="72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720"/>
                <a:gd name="textAreaBottom" fmla="*/ 1080 h 720"/>
                <a:gd name="GluePoint1X" fmla="*/ 3428 w 3428"/>
                <a:gd name="GluePoint1Y" fmla="*/ 0 h 1142"/>
                <a:gd name="GluePoint2X" fmla="*/ 0 w 3428"/>
                <a:gd name="GluePoint2Y" fmla="*/ 1143 h 1142"/>
                <a:gd name="GluePoint3X" fmla="*/ 3428 w 3428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428" h="1142" extrusionOk="0">
                  <a:moveTo>
                    <a:pt x="3428" y="0"/>
                  </a:moveTo>
                  <a:cubicBezTo>
                    <a:pt x="2412" y="698"/>
                    <a:pt x="1231" y="1092"/>
                    <a:pt x="0" y="1143"/>
                  </a:cubicBezTo>
                  <a:cubicBezTo>
                    <a:pt x="1231" y="1092"/>
                    <a:pt x="2412" y="698"/>
                    <a:pt x="342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0" name="Freeform: Shape 563"/>
            <p:cNvSpPr/>
            <p:nvPr/>
          </p:nvSpPr>
          <p:spPr bwMode="auto">
            <a:xfrm>
              <a:off x="7051680" y="926280"/>
              <a:ext cx="524520" cy="142920"/>
            </a:xfrm>
            <a:custGeom>
              <a:avLst/>
              <a:gdLst>
                <a:gd name="textAreaLeft" fmla="*/ 0 w 524520"/>
                <a:gd name="textAreaRight" fmla="*/ 524880 w 524520"/>
                <a:gd name="textAreaTop" fmla="*/ 0 h 142920"/>
                <a:gd name="textAreaBottom" fmla="*/ 143280 h 142920"/>
                <a:gd name="GluePoint1X" fmla="*/ 521459 w 525014"/>
                <a:gd name="GluePoint1Y" fmla="*/ 134839 h 143218"/>
                <a:gd name="GluePoint2X" fmla="*/ 523617 w 525014"/>
                <a:gd name="GluePoint2Y" fmla="*/ 133061 h 143218"/>
                <a:gd name="GluePoint3X" fmla="*/ 13204 w 525014"/>
                <a:gd name="GluePoint3Y" fmla="*/ 0 h 143218"/>
                <a:gd name="GluePoint4X" fmla="*/ 7619 w 525014"/>
                <a:gd name="GluePoint4Y" fmla="*/ 5840 h 143218"/>
                <a:gd name="GluePoint5X" fmla="*/ 3555 w 525014"/>
                <a:gd name="GluePoint5Y" fmla="*/ 7491 h 143218"/>
                <a:gd name="GluePoint6X" fmla="*/ 0 w 525014"/>
                <a:gd name="GluePoint6Y" fmla="*/ 6221 h 143218"/>
                <a:gd name="GluePoint7X" fmla="*/ 2032 w 525014"/>
                <a:gd name="GluePoint7Y" fmla="*/ 7237 h 143218"/>
                <a:gd name="GluePoint8X" fmla="*/ 9015 w 525014"/>
                <a:gd name="GluePoint8Y" fmla="*/ 9015 h 143218"/>
                <a:gd name="GluePoint9X" fmla="*/ 519681 w 525014"/>
                <a:gd name="GluePoint9Y" fmla="*/ 142203 h 143218"/>
                <a:gd name="GluePoint10X" fmla="*/ 523617 w 525014"/>
                <a:gd name="GluePoint10Y" fmla="*/ 143219 h 143218"/>
                <a:gd name="GluePoint11X" fmla="*/ 525014 w 525014"/>
                <a:gd name="GluePoint11Y" fmla="*/ 143219 h 143218"/>
                <a:gd name="GluePoint12X" fmla="*/ 521077 w 525014"/>
                <a:gd name="GluePoint12Y" fmla="*/ 141568 h 143218"/>
                <a:gd name="GluePoint13X" fmla="*/ 521167 w 525014"/>
                <a:gd name="GluePoint13Y" fmla="*/ 135106 h 143218"/>
                <a:gd name="GluePoint14X" fmla="*/ 521459 w 525014"/>
                <a:gd name="GluePoint14Y" fmla="*/ 134839 h 1432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525014" h="143218" extrusionOk="0">
                  <a:moveTo>
                    <a:pt x="521459" y="134839"/>
                  </a:moveTo>
                  <a:lnTo>
                    <a:pt x="523617" y="133061"/>
                  </a:lnTo>
                  <a:lnTo>
                    <a:pt x="13204" y="0"/>
                  </a:lnTo>
                  <a:lnTo>
                    <a:pt x="7619" y="5840"/>
                  </a:lnTo>
                  <a:cubicBezTo>
                    <a:pt x="6526" y="6894"/>
                    <a:pt x="5079" y="7491"/>
                    <a:pt x="3555" y="7491"/>
                  </a:cubicBezTo>
                  <a:cubicBezTo>
                    <a:pt x="2260" y="7453"/>
                    <a:pt x="1016" y="7009"/>
                    <a:pt x="0" y="6221"/>
                  </a:cubicBezTo>
                  <a:cubicBezTo>
                    <a:pt x="584" y="6729"/>
                    <a:pt x="1283" y="7085"/>
                    <a:pt x="2032" y="7237"/>
                  </a:cubicBezTo>
                  <a:lnTo>
                    <a:pt x="9015" y="9015"/>
                  </a:lnTo>
                  <a:lnTo>
                    <a:pt x="519681" y="142203"/>
                  </a:lnTo>
                  <a:lnTo>
                    <a:pt x="523617" y="143219"/>
                  </a:lnTo>
                  <a:lnTo>
                    <a:pt x="525014" y="143219"/>
                  </a:lnTo>
                  <a:cubicBezTo>
                    <a:pt x="523541" y="143181"/>
                    <a:pt x="522131" y="142597"/>
                    <a:pt x="521077" y="141568"/>
                  </a:cubicBezTo>
                  <a:cubicBezTo>
                    <a:pt x="519313" y="139765"/>
                    <a:pt x="519351" y="136870"/>
                    <a:pt x="521167" y="135106"/>
                  </a:cubicBezTo>
                  <a:cubicBezTo>
                    <a:pt x="521256" y="135017"/>
                    <a:pt x="521357" y="134928"/>
                    <a:pt x="521459" y="13483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1" name="Freeform: Shape 564"/>
            <p:cNvSpPr/>
            <p:nvPr/>
          </p:nvSpPr>
          <p:spPr bwMode="auto">
            <a:xfrm>
              <a:off x="7049160" y="705240"/>
              <a:ext cx="222480" cy="22752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227520"/>
                <a:gd name="textAreaBottom" fmla="*/ 227880 h 227520"/>
                <a:gd name="GluePoint1X" fmla="*/ 28 w 222820"/>
                <a:gd name="GluePoint1Y" fmla="*/ 223843 h 227778"/>
                <a:gd name="GluePoint2X" fmla="*/ 28 w 222820"/>
                <a:gd name="GluePoint2Y" fmla="*/ 224732 h 227778"/>
                <a:gd name="GluePoint3X" fmla="*/ 28 w 222820"/>
                <a:gd name="GluePoint3Y" fmla="*/ 225621 h 227778"/>
                <a:gd name="GluePoint4X" fmla="*/ 917 w 222820"/>
                <a:gd name="GluePoint4Y" fmla="*/ 226509 h 227778"/>
                <a:gd name="GluePoint5X" fmla="*/ 917 w 222820"/>
                <a:gd name="GluePoint5Y" fmla="*/ 226509 h 227778"/>
                <a:gd name="GluePoint6X" fmla="*/ 917 w 222820"/>
                <a:gd name="GluePoint6Y" fmla="*/ 226509 h 227778"/>
                <a:gd name="GluePoint7X" fmla="*/ 4472 w 222820"/>
                <a:gd name="GluePoint7Y" fmla="*/ 227779 h 227778"/>
                <a:gd name="GluePoint8X" fmla="*/ 8535 w 222820"/>
                <a:gd name="GluePoint8Y" fmla="*/ 226128 h 227778"/>
                <a:gd name="GluePoint9X" fmla="*/ 14122 w 222820"/>
                <a:gd name="GluePoint9Y" fmla="*/ 220288 h 227778"/>
                <a:gd name="GluePoint10X" fmla="*/ 219049 w 222820"/>
                <a:gd name="GluePoint10Y" fmla="*/ 10284 h 227778"/>
                <a:gd name="GluePoint11X" fmla="*/ 219049 w 222820"/>
                <a:gd name="GluePoint11Y" fmla="*/ 10284 h 227778"/>
                <a:gd name="GluePoint12X" fmla="*/ 221207 w 222820"/>
                <a:gd name="GluePoint12Y" fmla="*/ 7999 h 227778"/>
                <a:gd name="GluePoint13X" fmla="*/ 221804 w 222820"/>
                <a:gd name="GluePoint13Y" fmla="*/ 1739 h 227778"/>
                <a:gd name="GluePoint14X" fmla="*/ 221207 w 222820"/>
                <a:gd name="GluePoint14Y" fmla="*/ 1143 h 227778"/>
                <a:gd name="GluePoint15X" fmla="*/ 218160 w 222820"/>
                <a:gd name="GluePoint15Y" fmla="*/ 0 h 227778"/>
                <a:gd name="GluePoint16X" fmla="*/ 217144 w 222820"/>
                <a:gd name="GluePoint16Y" fmla="*/ 0 h 227778"/>
                <a:gd name="GluePoint17X" fmla="*/ 216002 w 222820"/>
                <a:gd name="GluePoint17Y" fmla="*/ 0 h 227778"/>
                <a:gd name="GluePoint18X" fmla="*/ 215113 w 222820"/>
                <a:gd name="GluePoint18Y" fmla="*/ 0 h 227778"/>
                <a:gd name="GluePoint19X" fmla="*/ 214097 w 222820"/>
                <a:gd name="GluePoint19Y" fmla="*/ 762 h 227778"/>
                <a:gd name="GluePoint20X" fmla="*/ 214097 w 222820"/>
                <a:gd name="GluePoint20Y" fmla="*/ 762 h 227778"/>
                <a:gd name="GluePoint21X" fmla="*/ 1933 w 222820"/>
                <a:gd name="GluePoint21Y" fmla="*/ 219526 h 227778"/>
                <a:gd name="GluePoint22X" fmla="*/ 1933 w 222820"/>
                <a:gd name="GluePoint22Y" fmla="*/ 219526 h 227778"/>
                <a:gd name="GluePoint23X" fmla="*/ 1298 w 222820"/>
                <a:gd name="GluePoint23Y" fmla="*/ 220415 h 227778"/>
                <a:gd name="GluePoint24X" fmla="*/ 1298 w 222820"/>
                <a:gd name="GluePoint24Y" fmla="*/ 221050 h 227778"/>
                <a:gd name="GluePoint25X" fmla="*/ 1298 w 222820"/>
                <a:gd name="GluePoint25Y" fmla="*/ 222065 h 227778"/>
                <a:gd name="GluePoint26X" fmla="*/ 28 w 222820"/>
                <a:gd name="GluePoint26Y" fmla="*/ 223843 h 22777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222820" h="227778" extrusionOk="0">
                  <a:moveTo>
                    <a:pt x="28" y="223843"/>
                  </a:moveTo>
                  <a:cubicBezTo>
                    <a:pt x="-9" y="224135"/>
                    <a:pt x="-9" y="224440"/>
                    <a:pt x="28" y="224732"/>
                  </a:cubicBezTo>
                  <a:cubicBezTo>
                    <a:pt x="41" y="225024"/>
                    <a:pt x="41" y="225328"/>
                    <a:pt x="28" y="225621"/>
                  </a:cubicBezTo>
                  <a:lnTo>
                    <a:pt x="917" y="226509"/>
                  </a:lnTo>
                  <a:cubicBezTo>
                    <a:pt x="917" y="226509"/>
                    <a:pt x="917" y="226509"/>
                    <a:pt x="917" y="226509"/>
                  </a:cubicBezTo>
                  <a:lnTo>
                    <a:pt x="917" y="226509"/>
                  </a:lnTo>
                  <a:cubicBezTo>
                    <a:pt x="1933" y="227296"/>
                    <a:pt x="3177" y="227741"/>
                    <a:pt x="4472" y="227779"/>
                  </a:cubicBezTo>
                  <a:cubicBezTo>
                    <a:pt x="5996" y="227779"/>
                    <a:pt x="7443" y="227182"/>
                    <a:pt x="8535" y="226128"/>
                  </a:cubicBezTo>
                  <a:lnTo>
                    <a:pt x="14122" y="220288"/>
                  </a:lnTo>
                  <a:lnTo>
                    <a:pt x="219049" y="10284"/>
                  </a:lnTo>
                  <a:lnTo>
                    <a:pt x="219049" y="10284"/>
                  </a:lnTo>
                  <a:lnTo>
                    <a:pt x="221207" y="7999"/>
                  </a:lnTo>
                  <a:cubicBezTo>
                    <a:pt x="223099" y="6437"/>
                    <a:pt x="223366" y="3631"/>
                    <a:pt x="221804" y="1739"/>
                  </a:cubicBezTo>
                  <a:cubicBezTo>
                    <a:pt x="221626" y="1524"/>
                    <a:pt x="221423" y="1321"/>
                    <a:pt x="221207" y="1143"/>
                  </a:cubicBezTo>
                  <a:cubicBezTo>
                    <a:pt x="220331" y="457"/>
                    <a:pt x="219265" y="51"/>
                    <a:pt x="218160" y="0"/>
                  </a:cubicBezTo>
                  <a:lnTo>
                    <a:pt x="217144" y="0"/>
                  </a:lnTo>
                  <a:lnTo>
                    <a:pt x="216002" y="0"/>
                  </a:lnTo>
                  <a:lnTo>
                    <a:pt x="215113" y="0"/>
                  </a:lnTo>
                  <a:cubicBezTo>
                    <a:pt x="214719" y="165"/>
                    <a:pt x="214363" y="432"/>
                    <a:pt x="214097" y="762"/>
                  </a:cubicBezTo>
                  <a:lnTo>
                    <a:pt x="214097" y="762"/>
                  </a:lnTo>
                  <a:lnTo>
                    <a:pt x="1933" y="219526"/>
                  </a:lnTo>
                  <a:lnTo>
                    <a:pt x="1933" y="219526"/>
                  </a:lnTo>
                  <a:lnTo>
                    <a:pt x="1298" y="220415"/>
                  </a:lnTo>
                  <a:lnTo>
                    <a:pt x="1298" y="221050"/>
                  </a:lnTo>
                  <a:lnTo>
                    <a:pt x="1298" y="222065"/>
                  </a:lnTo>
                  <a:cubicBezTo>
                    <a:pt x="701" y="222510"/>
                    <a:pt x="257" y="223132"/>
                    <a:pt x="28" y="22384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2" name="Freeform: Shape 565"/>
            <p:cNvSpPr/>
            <p:nvPr/>
          </p:nvSpPr>
          <p:spPr bwMode="auto">
            <a:xfrm>
              <a:off x="7571520" y="869400"/>
              <a:ext cx="244080" cy="200160"/>
            </a:xfrm>
            <a:custGeom>
              <a:avLst/>
              <a:gdLst>
                <a:gd name="textAreaLeft" fmla="*/ 0 w 244080"/>
                <a:gd name="textAreaRight" fmla="*/ 244440 w 244080"/>
                <a:gd name="textAreaTop" fmla="*/ 0 h 200160"/>
                <a:gd name="textAreaBottom" fmla="*/ 200520 h 200160"/>
                <a:gd name="GluePoint1X" fmla="*/ 242862 w 244415"/>
                <a:gd name="GluePoint1Y" fmla="*/ 8393 h 200366"/>
                <a:gd name="GluePoint2X" fmla="*/ 243205 w 244415"/>
                <a:gd name="GluePoint2Y" fmla="*/ 1752 h 200366"/>
                <a:gd name="GluePoint3X" fmla="*/ 242862 w 244415"/>
                <a:gd name="GluePoint3Y" fmla="*/ 1409 h 200366"/>
                <a:gd name="GluePoint4X" fmla="*/ 235244 w 244415"/>
                <a:gd name="GluePoint4Y" fmla="*/ 1409 h 200366"/>
                <a:gd name="GluePoint5X" fmla="*/ 235244 w 244415"/>
                <a:gd name="GluePoint5Y" fmla="*/ 1409 h 200366"/>
                <a:gd name="GluePoint6X" fmla="*/ 228261 w 244415"/>
                <a:gd name="GluePoint6Y" fmla="*/ 6996 h 200366"/>
                <a:gd name="GluePoint7X" fmla="*/ 3273 w 244415"/>
                <a:gd name="GluePoint7Y" fmla="*/ 190082 h 200366"/>
                <a:gd name="GluePoint8X" fmla="*/ 1623 w 244415"/>
                <a:gd name="GluePoint8Y" fmla="*/ 191733 h 200366"/>
                <a:gd name="GluePoint9X" fmla="*/ 1076 w 244415"/>
                <a:gd name="GluePoint9Y" fmla="*/ 198170 h 200366"/>
                <a:gd name="GluePoint10X" fmla="*/ 1623 w 244415"/>
                <a:gd name="GluePoint10Y" fmla="*/ 198716 h 200366"/>
                <a:gd name="GluePoint11X" fmla="*/ 5559 w 244415"/>
                <a:gd name="GluePoint11Y" fmla="*/ 200367 h 200366"/>
                <a:gd name="GluePoint12X" fmla="*/ 8987 w 244415"/>
                <a:gd name="GluePoint12Y" fmla="*/ 199224 h 200366"/>
                <a:gd name="GluePoint13X" fmla="*/ 8987 w 244415"/>
                <a:gd name="GluePoint13Y" fmla="*/ 199224 h 200366"/>
                <a:gd name="GluePoint14X" fmla="*/ 10764 w 244415"/>
                <a:gd name="GluePoint14Y" fmla="*/ 197700 h 200366"/>
                <a:gd name="GluePoint15X" fmla="*/ 234101 w 244415"/>
                <a:gd name="GluePoint15Y" fmla="*/ 16011 h 200366"/>
                <a:gd name="GluePoint16X" fmla="*/ 243116 w 244415"/>
                <a:gd name="GluePoint16Y" fmla="*/ 8773 h 2003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244415" h="200366" extrusionOk="0">
                  <a:moveTo>
                    <a:pt x="242862" y="8393"/>
                  </a:moveTo>
                  <a:cubicBezTo>
                    <a:pt x="244792" y="6653"/>
                    <a:pt x="244945" y="3682"/>
                    <a:pt x="243205" y="1752"/>
                  </a:cubicBezTo>
                  <a:cubicBezTo>
                    <a:pt x="243103" y="1638"/>
                    <a:pt x="242989" y="1524"/>
                    <a:pt x="242862" y="1409"/>
                  </a:cubicBezTo>
                  <a:cubicBezTo>
                    <a:pt x="240678" y="-470"/>
                    <a:pt x="237428" y="-470"/>
                    <a:pt x="235244" y="1409"/>
                  </a:cubicBezTo>
                  <a:lnTo>
                    <a:pt x="235244" y="1409"/>
                  </a:lnTo>
                  <a:lnTo>
                    <a:pt x="228261" y="6996"/>
                  </a:lnTo>
                  <a:lnTo>
                    <a:pt x="3273" y="190082"/>
                  </a:lnTo>
                  <a:lnTo>
                    <a:pt x="1623" y="191733"/>
                  </a:lnTo>
                  <a:cubicBezTo>
                    <a:pt x="-307" y="193358"/>
                    <a:pt x="-549" y="196240"/>
                    <a:pt x="1076" y="198170"/>
                  </a:cubicBezTo>
                  <a:cubicBezTo>
                    <a:pt x="1241" y="198373"/>
                    <a:pt x="1432" y="198551"/>
                    <a:pt x="1623" y="198716"/>
                  </a:cubicBezTo>
                  <a:cubicBezTo>
                    <a:pt x="2676" y="199745"/>
                    <a:pt x="4085" y="200329"/>
                    <a:pt x="5559" y="200367"/>
                  </a:cubicBezTo>
                  <a:cubicBezTo>
                    <a:pt x="6790" y="200316"/>
                    <a:pt x="7971" y="199922"/>
                    <a:pt x="8987" y="199224"/>
                  </a:cubicBezTo>
                  <a:lnTo>
                    <a:pt x="8987" y="199224"/>
                  </a:lnTo>
                  <a:lnTo>
                    <a:pt x="10764" y="197700"/>
                  </a:lnTo>
                  <a:lnTo>
                    <a:pt x="234101" y="16011"/>
                  </a:lnTo>
                  <a:lnTo>
                    <a:pt x="243116" y="877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3" name="Freeform: Shape 566"/>
            <p:cNvSpPr/>
            <p:nvPr/>
          </p:nvSpPr>
          <p:spPr bwMode="auto">
            <a:xfrm>
              <a:off x="8759520" y="1992960"/>
              <a:ext cx="1077120" cy="335880"/>
            </a:xfrm>
            <a:custGeom>
              <a:avLst/>
              <a:gdLst>
                <a:gd name="textAreaLeft" fmla="*/ 0 w 1077120"/>
                <a:gd name="textAreaRight" fmla="*/ 1077480 w 1077120"/>
                <a:gd name="textAreaTop" fmla="*/ 0 h 335880"/>
                <a:gd name="textAreaBottom" fmla="*/ 336240 h 335880"/>
                <a:gd name="GluePoint1X" fmla="*/ 1075294 w 1077579"/>
                <a:gd name="GluePoint1Y" fmla="*/ 336082 h 336335"/>
                <a:gd name="GluePoint2X" fmla="*/ 1074532 w 1077579"/>
                <a:gd name="GluePoint2Y" fmla="*/ 336082 h 336335"/>
                <a:gd name="GluePoint3X" fmla="*/ 1073898 w 1077579"/>
                <a:gd name="GluePoint3Y" fmla="*/ 335320 h 336335"/>
                <a:gd name="GluePoint4X" fmla="*/ 1073898 w 1077579"/>
                <a:gd name="GluePoint4Y" fmla="*/ 335320 h 336335"/>
                <a:gd name="GluePoint5X" fmla="*/ 1073898 w 1077579"/>
                <a:gd name="GluePoint5Y" fmla="*/ 334431 h 336335"/>
                <a:gd name="GluePoint6X" fmla="*/ 1073898 w 1077579"/>
                <a:gd name="GluePoint6Y" fmla="*/ 333416 h 336335"/>
                <a:gd name="GluePoint7X" fmla="*/ 1073898 w 1077579"/>
                <a:gd name="GluePoint7Y" fmla="*/ 324909 h 336335"/>
                <a:gd name="GluePoint8X" fmla="*/ 0 w 1077579"/>
                <a:gd name="GluePoint8Y" fmla="*/ 0 h 336335"/>
                <a:gd name="GluePoint9X" fmla="*/ 0 w 1077579"/>
                <a:gd name="GluePoint9Y" fmla="*/ 10284 h 336335"/>
                <a:gd name="GluePoint10X" fmla="*/ 1077580 w 1077579"/>
                <a:gd name="GluePoint10Y" fmla="*/ 336336 h 336335"/>
                <a:gd name="GluePoint11X" fmla="*/ 1077580 w 1077579"/>
                <a:gd name="GluePoint11Y" fmla="*/ 336336 h 3363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77579" h="336335" extrusionOk="0">
                  <a:moveTo>
                    <a:pt x="1075294" y="336082"/>
                  </a:moveTo>
                  <a:lnTo>
                    <a:pt x="1074532" y="336082"/>
                  </a:lnTo>
                  <a:cubicBezTo>
                    <a:pt x="1074228" y="335930"/>
                    <a:pt x="1073999" y="335650"/>
                    <a:pt x="1073898" y="335320"/>
                  </a:cubicBezTo>
                  <a:lnTo>
                    <a:pt x="1073898" y="335320"/>
                  </a:lnTo>
                  <a:cubicBezTo>
                    <a:pt x="1073910" y="335028"/>
                    <a:pt x="1073910" y="334723"/>
                    <a:pt x="1073898" y="334431"/>
                  </a:cubicBezTo>
                  <a:cubicBezTo>
                    <a:pt x="1073898" y="334431"/>
                    <a:pt x="1073898" y="333796"/>
                    <a:pt x="1073898" y="333416"/>
                  </a:cubicBezTo>
                  <a:lnTo>
                    <a:pt x="1073898" y="324909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077580" y="336336"/>
                  </a:lnTo>
                  <a:lnTo>
                    <a:pt x="1077580" y="33633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4" name="Freeform: Shape 567"/>
            <p:cNvSpPr/>
            <p:nvPr/>
          </p:nvSpPr>
          <p:spPr bwMode="auto">
            <a:xfrm>
              <a:off x="5832360" y="1284840"/>
              <a:ext cx="2871720" cy="449640"/>
            </a:xfrm>
            <a:custGeom>
              <a:avLst/>
              <a:gdLst>
                <a:gd name="textAreaLeft" fmla="*/ 0 w 2871720"/>
                <a:gd name="textAreaRight" fmla="*/ 2872080 w 2871720"/>
                <a:gd name="textAreaTop" fmla="*/ 0 h 449640"/>
                <a:gd name="textAreaBottom" fmla="*/ 450000 h 449640"/>
                <a:gd name="GluePoint1X" fmla="*/ 2872149 w 2872148"/>
                <a:gd name="GluePoint1Y" fmla="*/ 441464 h 449844"/>
                <a:gd name="GluePoint2X" fmla="*/ 6983 w 2872148"/>
                <a:gd name="GluePoint2Y" fmla="*/ 0 h 449844"/>
                <a:gd name="GluePoint3X" fmla="*/ 6983 w 2872148"/>
                <a:gd name="GluePoint3Y" fmla="*/ 4698 h 449844"/>
                <a:gd name="GluePoint4X" fmla="*/ 1536 w 2872148"/>
                <a:gd name="GluePoint4Y" fmla="*/ 9650 h 449844"/>
                <a:gd name="GluePoint5X" fmla="*/ 1524 w 2872148"/>
                <a:gd name="GluePoint5Y" fmla="*/ 9650 h 449844"/>
                <a:gd name="GluePoint6X" fmla="*/ 0 w 2872148"/>
                <a:gd name="GluePoint6Y" fmla="*/ 9650 h 449844"/>
                <a:gd name="GluePoint7X" fmla="*/ 1270 w 2872148"/>
                <a:gd name="GluePoint7Y" fmla="*/ 9650 h 449844"/>
                <a:gd name="GluePoint8X" fmla="*/ 2861864 w 2872148"/>
                <a:gd name="GluePoint8Y" fmla="*/ 449844 h 449844"/>
                <a:gd name="GluePoint9X" fmla="*/ 2870245 w 2872148"/>
                <a:gd name="GluePoint9Y" fmla="*/ 443115 h 44984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872148" h="449844" extrusionOk="0">
                  <a:moveTo>
                    <a:pt x="2872149" y="441464"/>
                  </a:moveTo>
                  <a:lnTo>
                    <a:pt x="6983" y="0"/>
                  </a:lnTo>
                  <a:lnTo>
                    <a:pt x="6983" y="4698"/>
                  </a:lnTo>
                  <a:cubicBezTo>
                    <a:pt x="6844" y="7567"/>
                    <a:pt x="4406" y="9789"/>
                    <a:pt x="1536" y="9650"/>
                  </a:cubicBezTo>
                  <a:cubicBezTo>
                    <a:pt x="1536" y="9650"/>
                    <a:pt x="1524" y="9650"/>
                    <a:pt x="1524" y="9650"/>
                  </a:cubicBezTo>
                  <a:lnTo>
                    <a:pt x="0" y="9650"/>
                  </a:lnTo>
                  <a:lnTo>
                    <a:pt x="1270" y="9650"/>
                  </a:lnTo>
                  <a:lnTo>
                    <a:pt x="2861864" y="449844"/>
                  </a:lnTo>
                  <a:lnTo>
                    <a:pt x="2870245" y="44311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5" name="Freeform: Shape 568"/>
            <p:cNvSpPr/>
            <p:nvPr/>
          </p:nvSpPr>
          <p:spPr bwMode="auto">
            <a:xfrm>
              <a:off x="9832320" y="2121480"/>
              <a:ext cx="10440" cy="2034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3400"/>
                <a:gd name="textAreaBottom" fmla="*/ 203760 h 203400"/>
                <a:gd name="GluePoint1X" fmla="*/ 3777 w 10633"/>
                <a:gd name="GluePoint1Y" fmla="*/ 1143 h 203781"/>
                <a:gd name="GluePoint2X" fmla="*/ 3777 w 10633"/>
                <a:gd name="GluePoint2Y" fmla="*/ 1143 h 203781"/>
                <a:gd name="GluePoint3X" fmla="*/ 95 w 10633"/>
                <a:gd name="GluePoint3Y" fmla="*/ 0 h 203781"/>
                <a:gd name="GluePoint4X" fmla="*/ 95 w 10633"/>
                <a:gd name="GluePoint4Y" fmla="*/ 203782 h 203781"/>
                <a:gd name="GluePoint5X" fmla="*/ 95 w 10633"/>
                <a:gd name="GluePoint5Y" fmla="*/ 202132 h 203781"/>
                <a:gd name="GluePoint6X" fmla="*/ 6824 w 10633"/>
                <a:gd name="GluePoint6Y" fmla="*/ 198830 h 203781"/>
                <a:gd name="GluePoint7X" fmla="*/ 10634 w 10633"/>
                <a:gd name="GluePoint7Y" fmla="*/ 199973 h 203781"/>
                <a:gd name="GluePoint8X" fmla="*/ 10634 w 10633"/>
                <a:gd name="GluePoint8Y" fmla="*/ 3174 h 2037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10633" h="203781" extrusionOk="0">
                  <a:moveTo>
                    <a:pt x="3777" y="1143"/>
                  </a:moveTo>
                  <a:lnTo>
                    <a:pt x="3777" y="1143"/>
                  </a:lnTo>
                  <a:lnTo>
                    <a:pt x="95" y="0"/>
                  </a:lnTo>
                  <a:lnTo>
                    <a:pt x="95" y="203782"/>
                  </a:lnTo>
                  <a:cubicBezTo>
                    <a:pt x="-32" y="203236"/>
                    <a:pt x="-32" y="202678"/>
                    <a:pt x="95" y="202132"/>
                  </a:cubicBezTo>
                  <a:cubicBezTo>
                    <a:pt x="1111" y="199427"/>
                    <a:pt x="4057" y="197980"/>
                    <a:pt x="6824" y="198830"/>
                  </a:cubicBezTo>
                  <a:lnTo>
                    <a:pt x="10634" y="199973"/>
                  </a:lnTo>
                  <a:lnTo>
                    <a:pt x="10634" y="317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6" name="Freeform: Shape 569"/>
            <p:cNvSpPr/>
            <p:nvPr/>
          </p:nvSpPr>
          <p:spPr bwMode="auto">
            <a:xfrm>
              <a:off x="8661240" y="17625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67 w 114"/>
                <a:gd name="GluePoint1Y" fmla="*/ 0 h 635"/>
                <a:gd name="GluePoint2X" fmla="*/ 67 w 114"/>
                <a:gd name="GluePoint2Y" fmla="*/ 0 h 635"/>
                <a:gd name="GluePoint3X" fmla="*/ 67 w 114"/>
                <a:gd name="GluePoint3Y" fmla="*/ 635 h 635"/>
                <a:gd name="GluePoint4X" fmla="*/ 67 w 114"/>
                <a:gd name="GluePoint4Y" fmla="*/ 635 h 635"/>
                <a:gd name="GluePoint5X" fmla="*/ 67 w 114"/>
                <a:gd name="GluePoint5Y" fmla="*/ 0 h 6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14" h="635" extrusionOk="0">
                  <a:moveTo>
                    <a:pt x="67" y="0"/>
                  </a:moveTo>
                  <a:lnTo>
                    <a:pt x="67" y="0"/>
                  </a:lnTo>
                  <a:cubicBezTo>
                    <a:pt x="130" y="203"/>
                    <a:pt x="130" y="432"/>
                    <a:pt x="67" y="635"/>
                  </a:cubicBezTo>
                  <a:lnTo>
                    <a:pt x="67" y="635"/>
                  </a:lnTo>
                  <a:cubicBezTo>
                    <a:pt x="-22" y="432"/>
                    <a:pt x="-22" y="203"/>
                    <a:pt x="67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7" name="Freeform: Shape 570"/>
            <p:cNvSpPr/>
            <p:nvPr/>
          </p:nvSpPr>
          <p:spPr bwMode="auto">
            <a:xfrm>
              <a:off x="8672400" y="1763640"/>
              <a:ext cx="1164240" cy="358920"/>
            </a:xfrm>
            <a:custGeom>
              <a:avLst/>
              <a:gdLst>
                <a:gd name="textAreaLeft" fmla="*/ 0 w 1164240"/>
                <a:gd name="textAreaRight" fmla="*/ 1164600 w 1164240"/>
                <a:gd name="textAreaTop" fmla="*/ 0 h 358920"/>
                <a:gd name="textAreaBottom" fmla="*/ 359280 h 358920"/>
                <a:gd name="GluePoint1X" fmla="*/ 1163409 w 1164679"/>
                <a:gd name="GluePoint1Y" fmla="*/ 358936 h 359443"/>
                <a:gd name="GluePoint2X" fmla="*/ 1163409 w 1164679"/>
                <a:gd name="GluePoint2Y" fmla="*/ 358936 h 359443"/>
                <a:gd name="GluePoint3X" fmla="*/ 1162521 w 1164679"/>
                <a:gd name="GluePoint3Y" fmla="*/ 358936 h 359443"/>
                <a:gd name="GluePoint4X" fmla="*/ 1161505 w 1164679"/>
                <a:gd name="GluePoint4Y" fmla="*/ 358174 h 359443"/>
                <a:gd name="GluePoint5X" fmla="*/ 1161505 w 1164679"/>
                <a:gd name="GluePoint5Y" fmla="*/ 358174 h 359443"/>
                <a:gd name="GluePoint6X" fmla="*/ 1161505 w 1164679"/>
                <a:gd name="GluePoint6Y" fmla="*/ 358174 h 359443"/>
                <a:gd name="GluePoint7X" fmla="*/ 1161505 w 1164679"/>
                <a:gd name="GluePoint7Y" fmla="*/ 357285 h 359443"/>
                <a:gd name="GluePoint8X" fmla="*/ 1161505 w 1164679"/>
                <a:gd name="GluePoint8Y" fmla="*/ 356397 h 359443"/>
                <a:gd name="GluePoint9X" fmla="*/ 1161505 w 1164679"/>
                <a:gd name="GluePoint9Y" fmla="*/ 355508 h 359443"/>
                <a:gd name="GluePoint10X" fmla="*/ 1161505 w 1164679"/>
                <a:gd name="GluePoint10Y" fmla="*/ 354492 h 359443"/>
                <a:gd name="GluePoint11X" fmla="*/ 1161505 w 1164679"/>
                <a:gd name="GluePoint11Y" fmla="*/ 353857 h 359443"/>
                <a:gd name="GluePoint12X" fmla="*/ 1161505 w 1164679"/>
                <a:gd name="GluePoint12Y" fmla="*/ 353857 h 359443"/>
                <a:gd name="GluePoint13X" fmla="*/ 1161505 w 1164679"/>
                <a:gd name="GluePoint13Y" fmla="*/ 353095 h 359443"/>
                <a:gd name="GluePoint14X" fmla="*/ 1162267 w 1164679"/>
                <a:gd name="GluePoint14Y" fmla="*/ 352206 h 359443"/>
                <a:gd name="GluePoint15X" fmla="*/ 1162267 w 1164679"/>
                <a:gd name="GluePoint15Y" fmla="*/ 352206 h 359443"/>
                <a:gd name="GluePoint16X" fmla="*/ 1164680 w 1164679"/>
                <a:gd name="GluePoint16Y" fmla="*/ 350302 h 359443"/>
                <a:gd name="GluePoint17X" fmla="*/ 5078 w 1164679"/>
                <a:gd name="GluePoint17Y" fmla="*/ 0 h 359443"/>
                <a:gd name="GluePoint18X" fmla="*/ 0 w 1164679"/>
                <a:gd name="GluePoint18Y" fmla="*/ 4063 h 359443"/>
                <a:gd name="GluePoint19X" fmla="*/ 0 w 1164679"/>
                <a:gd name="GluePoint19Y" fmla="*/ 8761 h 359443"/>
                <a:gd name="GluePoint20X" fmla="*/ 1160489 w 1164679"/>
                <a:gd name="GluePoint20Y" fmla="*/ 359444 h 3594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</a:cxnLst>
              <a:rect l="textAreaLeft" t="textAreaTop" r="textAreaRight" b="textAreaBottom"/>
              <a:pathLst>
                <a:path w="1164679" h="359443" extrusionOk="0">
                  <a:moveTo>
                    <a:pt x="1163409" y="358936"/>
                  </a:moveTo>
                  <a:lnTo>
                    <a:pt x="1163409" y="358936"/>
                  </a:lnTo>
                  <a:lnTo>
                    <a:pt x="1162521" y="358936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8174"/>
                  </a:lnTo>
                  <a:lnTo>
                    <a:pt x="1161505" y="357285"/>
                  </a:lnTo>
                  <a:cubicBezTo>
                    <a:pt x="1161454" y="356993"/>
                    <a:pt x="1161454" y="356688"/>
                    <a:pt x="1161505" y="356397"/>
                  </a:cubicBezTo>
                  <a:cubicBezTo>
                    <a:pt x="1161442" y="356104"/>
                    <a:pt x="1161442" y="355800"/>
                    <a:pt x="1161505" y="355508"/>
                  </a:cubicBezTo>
                  <a:lnTo>
                    <a:pt x="1161505" y="354492"/>
                  </a:lnTo>
                  <a:cubicBezTo>
                    <a:pt x="1161505" y="354492"/>
                    <a:pt x="1161505" y="354492"/>
                    <a:pt x="1161505" y="353857"/>
                  </a:cubicBezTo>
                  <a:lnTo>
                    <a:pt x="1161505" y="353857"/>
                  </a:lnTo>
                  <a:lnTo>
                    <a:pt x="1161505" y="353095"/>
                  </a:lnTo>
                  <a:lnTo>
                    <a:pt x="1162267" y="352206"/>
                  </a:lnTo>
                  <a:cubicBezTo>
                    <a:pt x="1162267" y="352206"/>
                    <a:pt x="1162267" y="352206"/>
                    <a:pt x="1162267" y="352206"/>
                  </a:cubicBezTo>
                  <a:lnTo>
                    <a:pt x="1164680" y="350302"/>
                  </a:lnTo>
                  <a:lnTo>
                    <a:pt x="5078" y="0"/>
                  </a:lnTo>
                  <a:lnTo>
                    <a:pt x="0" y="4063"/>
                  </a:lnTo>
                  <a:lnTo>
                    <a:pt x="0" y="8761"/>
                  </a:lnTo>
                  <a:lnTo>
                    <a:pt x="1160489" y="35944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8" name="Freeform: Shape 571"/>
            <p:cNvSpPr/>
            <p:nvPr/>
          </p:nvSpPr>
          <p:spPr bwMode="auto">
            <a:xfrm>
              <a:off x="9834480" y="1653480"/>
              <a:ext cx="569520" cy="461520"/>
            </a:xfrm>
            <a:custGeom>
              <a:avLst/>
              <a:gdLst>
                <a:gd name="textAreaLeft" fmla="*/ 0 w 569520"/>
                <a:gd name="textAreaRight" fmla="*/ 569880 w 569520"/>
                <a:gd name="textAreaTop" fmla="*/ 0 h 461520"/>
                <a:gd name="textAreaBottom" fmla="*/ 461880 h 461520"/>
                <a:gd name="GluePoint1X" fmla="*/ 566914 w 569960"/>
                <a:gd name="GluePoint1Y" fmla="*/ 8634 h 461779"/>
                <a:gd name="GluePoint2X" fmla="*/ 563447 w 569960"/>
                <a:gd name="GluePoint2Y" fmla="*/ 2552 h 461779"/>
                <a:gd name="GluePoint3X" fmla="*/ 563485 w 569960"/>
                <a:gd name="GluePoint3Y" fmla="*/ 2412 h 461779"/>
                <a:gd name="GluePoint4X" fmla="*/ 565517 w 569960"/>
                <a:gd name="GluePoint4Y" fmla="*/ 0 h 461779"/>
                <a:gd name="GluePoint5X" fmla="*/ 565517 w 569960"/>
                <a:gd name="GluePoint5Y" fmla="*/ 0 h 461779"/>
                <a:gd name="GluePoint6X" fmla="*/ 558533 w 569960"/>
                <a:gd name="GluePoint6Y" fmla="*/ 5586 h 461779"/>
                <a:gd name="GluePoint7X" fmla="*/ 2412 w 569960"/>
                <a:gd name="GluePoint7Y" fmla="*/ 458478 h 461779"/>
                <a:gd name="GluePoint8X" fmla="*/ 0 w 569960"/>
                <a:gd name="GluePoint8Y" fmla="*/ 460382 h 461779"/>
                <a:gd name="GluePoint9X" fmla="*/ 0 w 569960"/>
                <a:gd name="GluePoint9Y" fmla="*/ 460382 h 461779"/>
                <a:gd name="GluePoint10X" fmla="*/ 5460 w 569960"/>
                <a:gd name="GluePoint10Y" fmla="*/ 459113 h 461779"/>
                <a:gd name="GluePoint11X" fmla="*/ 14347 w 569960"/>
                <a:gd name="GluePoint11Y" fmla="*/ 461779 h 461779"/>
                <a:gd name="GluePoint12X" fmla="*/ 569961 w 569960"/>
                <a:gd name="GluePoint12Y" fmla="*/ 9523 h 46177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569960" h="461779" extrusionOk="0">
                  <a:moveTo>
                    <a:pt x="566914" y="8634"/>
                  </a:moveTo>
                  <a:cubicBezTo>
                    <a:pt x="564273" y="7910"/>
                    <a:pt x="562723" y="5193"/>
                    <a:pt x="563447" y="2552"/>
                  </a:cubicBezTo>
                  <a:cubicBezTo>
                    <a:pt x="563460" y="2501"/>
                    <a:pt x="563473" y="2463"/>
                    <a:pt x="563485" y="2412"/>
                  </a:cubicBezTo>
                  <a:cubicBezTo>
                    <a:pt x="563904" y="1422"/>
                    <a:pt x="564615" y="584"/>
                    <a:pt x="565517" y="0"/>
                  </a:cubicBezTo>
                  <a:lnTo>
                    <a:pt x="565517" y="0"/>
                  </a:lnTo>
                  <a:lnTo>
                    <a:pt x="558533" y="5586"/>
                  </a:lnTo>
                  <a:lnTo>
                    <a:pt x="2412" y="458478"/>
                  </a:lnTo>
                  <a:lnTo>
                    <a:pt x="0" y="460382"/>
                  </a:lnTo>
                  <a:cubicBezTo>
                    <a:pt x="0" y="460382"/>
                    <a:pt x="0" y="460382"/>
                    <a:pt x="0" y="460382"/>
                  </a:cubicBezTo>
                  <a:cubicBezTo>
                    <a:pt x="1499" y="459075"/>
                    <a:pt x="3542" y="458605"/>
                    <a:pt x="5460" y="459113"/>
                  </a:cubicBezTo>
                  <a:lnTo>
                    <a:pt x="14347" y="461779"/>
                  </a:lnTo>
                  <a:lnTo>
                    <a:pt x="569961" y="952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49" name="Freeform: Shape 572"/>
            <p:cNvSpPr/>
            <p:nvPr/>
          </p:nvSpPr>
          <p:spPr bwMode="auto">
            <a:xfrm>
              <a:off x="9833760" y="2121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0" name="Freeform: Shape 573"/>
            <p:cNvSpPr/>
            <p:nvPr/>
          </p:nvSpPr>
          <p:spPr bwMode="auto">
            <a:xfrm>
              <a:off x="5828760" y="10807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  <a:gd name="GluePoint4X" fmla="*/ 0 w 12696"/>
                <a:gd name="GluePoint4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1" name="Freeform: Shape 574"/>
            <p:cNvSpPr/>
            <p:nvPr/>
          </p:nvSpPr>
          <p:spPr bwMode="auto">
            <a:xfrm>
              <a:off x="5839200" y="1078200"/>
              <a:ext cx="3081960" cy="482400"/>
            </a:xfrm>
            <a:custGeom>
              <a:avLst/>
              <a:gdLst>
                <a:gd name="textAreaLeft" fmla="*/ 0 w 3081960"/>
                <a:gd name="textAreaRight" fmla="*/ 3082320 w 3081960"/>
                <a:gd name="textAreaTop" fmla="*/ 0 h 482400"/>
                <a:gd name="textAreaBottom" fmla="*/ 482760 h 482400"/>
                <a:gd name="GluePoint1X" fmla="*/ 0 w 3082407"/>
                <a:gd name="GluePoint1Y" fmla="*/ 9649 h 482728"/>
                <a:gd name="GluePoint2X" fmla="*/ 3068949 w 3082407"/>
                <a:gd name="GluePoint2Y" fmla="*/ 482729 h 482728"/>
                <a:gd name="GluePoint3X" fmla="*/ 3077330 w 3082407"/>
                <a:gd name="GluePoint3Y" fmla="*/ 475999 h 482728"/>
                <a:gd name="GluePoint4X" fmla="*/ 3082408 w 3082407"/>
                <a:gd name="GluePoint4Y" fmla="*/ 474984 h 482728"/>
                <a:gd name="GluePoint5X" fmla="*/ 3081773 w 3082407"/>
                <a:gd name="GluePoint5Y" fmla="*/ 474984 h 482728"/>
                <a:gd name="GluePoint6X" fmla="*/ 2285 w 3082407"/>
                <a:gd name="GluePoint6Y" fmla="*/ 0 h 482728"/>
                <a:gd name="GluePoint7X" fmla="*/ 0 w 3082407"/>
                <a:gd name="GluePoint7Y" fmla="*/ 4825 h 4827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3082407" h="482728" extrusionOk="0">
                  <a:moveTo>
                    <a:pt x="0" y="9649"/>
                  </a:moveTo>
                  <a:lnTo>
                    <a:pt x="3068949" y="482729"/>
                  </a:lnTo>
                  <a:lnTo>
                    <a:pt x="3077330" y="475999"/>
                  </a:lnTo>
                  <a:cubicBezTo>
                    <a:pt x="3078739" y="474806"/>
                    <a:pt x="3080656" y="474425"/>
                    <a:pt x="3082408" y="474984"/>
                  </a:cubicBezTo>
                  <a:lnTo>
                    <a:pt x="3081773" y="474984"/>
                  </a:lnTo>
                  <a:lnTo>
                    <a:pt x="2285" y="0"/>
                  </a:lnTo>
                  <a:lnTo>
                    <a:pt x="0" y="482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2" name="Freeform: Shape 575"/>
            <p:cNvSpPr/>
            <p:nvPr/>
          </p:nvSpPr>
          <p:spPr bwMode="auto">
            <a:xfrm>
              <a:off x="8925480" y="15588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3" name="Freeform: Shape 576"/>
            <p:cNvSpPr/>
            <p:nvPr/>
          </p:nvSpPr>
          <p:spPr bwMode="auto">
            <a:xfrm>
              <a:off x="11524680" y="1185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4" name="Freeform: Shape 577"/>
            <p:cNvSpPr/>
            <p:nvPr/>
          </p:nvSpPr>
          <p:spPr bwMode="auto">
            <a:xfrm>
              <a:off x="11454840" y="1184759"/>
              <a:ext cx="62640" cy="63720"/>
            </a:xfrm>
            <a:custGeom>
              <a:avLst/>
              <a:gdLst>
                <a:gd name="textAreaLeft" fmla="*/ 0 w 62640"/>
                <a:gd name="textAreaRight" fmla="*/ 63000 w 62640"/>
                <a:gd name="textAreaTop" fmla="*/ 0 h 63720"/>
                <a:gd name="textAreaBottom" fmla="*/ 64080 h 63720"/>
                <a:gd name="GluePoint1X" fmla="*/ 62849 w 62849"/>
                <a:gd name="GluePoint1Y" fmla="*/ 0 h 64245"/>
                <a:gd name="GluePoint2X" fmla="*/ 62215 w 62849"/>
                <a:gd name="GluePoint2Y" fmla="*/ 0 h 64245"/>
                <a:gd name="GluePoint3X" fmla="*/ 1524 w 62849"/>
                <a:gd name="GluePoint3Y" fmla="*/ 49644 h 64245"/>
                <a:gd name="GluePoint4X" fmla="*/ 1524 w 62849"/>
                <a:gd name="GluePoint4Y" fmla="*/ 60563 h 64245"/>
                <a:gd name="GluePoint5X" fmla="*/ 1524 w 62849"/>
                <a:gd name="GluePoint5Y" fmla="*/ 61325 h 64245"/>
                <a:gd name="GluePoint6X" fmla="*/ 1524 w 62849"/>
                <a:gd name="GluePoint6Y" fmla="*/ 62214 h 64245"/>
                <a:gd name="GluePoint7X" fmla="*/ 1524 w 62849"/>
                <a:gd name="GluePoint7Y" fmla="*/ 62214 h 64245"/>
                <a:gd name="GluePoint8X" fmla="*/ 0 w 62849"/>
                <a:gd name="GluePoint8Y" fmla="*/ 64245 h 64245"/>
                <a:gd name="GluePoint9X" fmla="*/ 0 w 62849"/>
                <a:gd name="GluePoint9Y" fmla="*/ 64245 h 64245"/>
                <a:gd name="GluePoint10X" fmla="*/ 60691 w 62849"/>
                <a:gd name="GluePoint10Y" fmla="*/ 14601 h 64245"/>
                <a:gd name="GluePoint11X" fmla="*/ 60691 w 62849"/>
                <a:gd name="GluePoint11Y" fmla="*/ 3682 h 64245"/>
                <a:gd name="GluePoint12X" fmla="*/ 62849 w 62849"/>
                <a:gd name="GluePoint12Y" fmla="*/ 0 h 6424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62849" h="64245" extrusionOk="0">
                  <a:moveTo>
                    <a:pt x="62849" y="0"/>
                  </a:moveTo>
                  <a:lnTo>
                    <a:pt x="62215" y="0"/>
                  </a:lnTo>
                  <a:lnTo>
                    <a:pt x="1524" y="49644"/>
                  </a:lnTo>
                  <a:lnTo>
                    <a:pt x="1524" y="60563"/>
                  </a:lnTo>
                  <a:cubicBezTo>
                    <a:pt x="1524" y="60563"/>
                    <a:pt x="1524" y="60563"/>
                    <a:pt x="1524" y="61325"/>
                  </a:cubicBezTo>
                  <a:cubicBezTo>
                    <a:pt x="1524" y="62087"/>
                    <a:pt x="1524" y="61960"/>
                    <a:pt x="1524" y="62214"/>
                  </a:cubicBezTo>
                  <a:lnTo>
                    <a:pt x="1524" y="62214"/>
                  </a:lnTo>
                  <a:cubicBezTo>
                    <a:pt x="1181" y="63001"/>
                    <a:pt x="660" y="63687"/>
                    <a:pt x="0" y="64245"/>
                  </a:cubicBezTo>
                  <a:lnTo>
                    <a:pt x="0" y="64245"/>
                  </a:lnTo>
                  <a:lnTo>
                    <a:pt x="60691" y="14601"/>
                  </a:lnTo>
                  <a:lnTo>
                    <a:pt x="60691" y="3682"/>
                  </a:lnTo>
                  <a:cubicBezTo>
                    <a:pt x="60805" y="2184"/>
                    <a:pt x="61592" y="825"/>
                    <a:pt x="62849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9080" rIns="9000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5" name="Freeform: Shape 578"/>
            <p:cNvSpPr/>
            <p:nvPr/>
          </p:nvSpPr>
          <p:spPr bwMode="auto">
            <a:xfrm>
              <a:off x="11456280" y="1246320"/>
              <a:ext cx="12240" cy="10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080"/>
                <a:gd name="textAreaBottom" fmla="*/ 1440 h 1080"/>
                <a:gd name="GluePoint1X" fmla="*/ 0 w 12696"/>
                <a:gd name="GluePoint1Y" fmla="*/ 1163 h 1289"/>
                <a:gd name="GluePoint2X" fmla="*/ 0 w 12696"/>
                <a:gd name="GluePoint2Y" fmla="*/ 274 h 1289"/>
                <a:gd name="GluePoint3X" fmla="*/ 0 w 12696"/>
                <a:gd name="GluePoint3Y" fmla="*/ 1290 h 12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89" extrusionOk="0">
                  <a:moveTo>
                    <a:pt x="0" y="1163"/>
                  </a:moveTo>
                  <a:cubicBezTo>
                    <a:pt x="0" y="1163"/>
                    <a:pt x="0" y="1163"/>
                    <a:pt x="0" y="274"/>
                  </a:cubicBezTo>
                  <a:cubicBezTo>
                    <a:pt x="0" y="-614"/>
                    <a:pt x="0" y="909"/>
                    <a:pt x="0" y="129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560" rIns="90000" bIns="-435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6" name="Freeform: Shape 579"/>
            <p:cNvSpPr/>
            <p:nvPr/>
          </p:nvSpPr>
          <p:spPr bwMode="auto">
            <a:xfrm>
              <a:off x="11314440" y="1198800"/>
              <a:ext cx="136440" cy="51120"/>
            </a:xfrm>
            <a:custGeom>
              <a:avLst/>
              <a:gdLst>
                <a:gd name="textAreaLeft" fmla="*/ 0 w 136440"/>
                <a:gd name="textAreaRight" fmla="*/ 136800 w 136440"/>
                <a:gd name="textAreaTop" fmla="*/ 0 h 51120"/>
                <a:gd name="textAreaBottom" fmla="*/ 51480 h 51120"/>
                <a:gd name="GluePoint1X" fmla="*/ 131286 w 136745"/>
                <a:gd name="GluePoint1Y" fmla="*/ 46978 h 51431"/>
                <a:gd name="GluePoint2X" fmla="*/ 131286 w 136745"/>
                <a:gd name="GluePoint2Y" fmla="*/ 39995 h 51431"/>
                <a:gd name="GluePoint3X" fmla="*/ 0 w 136745"/>
                <a:gd name="GluePoint3Y" fmla="*/ 0 h 51431"/>
                <a:gd name="GluePoint4X" fmla="*/ 0 w 136745"/>
                <a:gd name="GluePoint4Y" fmla="*/ 10284 h 51431"/>
                <a:gd name="GluePoint5X" fmla="*/ 134967 w 136745"/>
                <a:gd name="GluePoint5Y" fmla="*/ 51422 h 51431"/>
                <a:gd name="GluePoint6X" fmla="*/ 136745 w 136745"/>
                <a:gd name="GluePoint6Y" fmla="*/ 51422 h 51431"/>
                <a:gd name="GluePoint7X" fmla="*/ 131286 w 136745"/>
                <a:gd name="GluePoint7Y" fmla="*/ 46978 h 5143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36745" h="51431" extrusionOk="0">
                  <a:moveTo>
                    <a:pt x="131286" y="46978"/>
                  </a:moveTo>
                  <a:lnTo>
                    <a:pt x="131286" y="39995"/>
                  </a:lnTo>
                  <a:lnTo>
                    <a:pt x="0" y="0"/>
                  </a:lnTo>
                  <a:lnTo>
                    <a:pt x="0" y="10284"/>
                  </a:lnTo>
                  <a:lnTo>
                    <a:pt x="134967" y="51422"/>
                  </a:lnTo>
                  <a:lnTo>
                    <a:pt x="136745" y="51422"/>
                  </a:lnTo>
                  <a:cubicBezTo>
                    <a:pt x="134054" y="51587"/>
                    <a:pt x="131679" y="49657"/>
                    <a:pt x="131286" y="4697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6480" rIns="9000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7" name="Freeform: Shape 580"/>
            <p:cNvSpPr/>
            <p:nvPr/>
          </p:nvSpPr>
          <p:spPr bwMode="auto">
            <a:xfrm>
              <a:off x="11445840" y="114408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8 w 10537"/>
                <a:gd name="GluePoint1Y" fmla="*/ 102335 h 106404"/>
                <a:gd name="GluePoint2X" fmla="*/ 10538 w 10537"/>
                <a:gd name="GluePoint2Y" fmla="*/ 101573 h 106404"/>
                <a:gd name="GluePoint3X" fmla="*/ 10538 w 10537"/>
                <a:gd name="GluePoint3Y" fmla="*/ 0 h 106404"/>
                <a:gd name="GluePoint4X" fmla="*/ 8761 w 10537"/>
                <a:gd name="GluePoint4Y" fmla="*/ 1397 h 106404"/>
                <a:gd name="GluePoint5X" fmla="*/ 8761 w 10537"/>
                <a:gd name="GluePoint5Y" fmla="*/ 1397 h 106404"/>
                <a:gd name="GluePoint6X" fmla="*/ 5460 w 10537"/>
                <a:gd name="GluePoint6Y" fmla="*/ 2539 h 106404"/>
                <a:gd name="GluePoint7X" fmla="*/ 3682 w 10537"/>
                <a:gd name="GluePoint7Y" fmla="*/ 2539 h 106404"/>
                <a:gd name="GluePoint8X" fmla="*/ 0 w 10537"/>
                <a:gd name="GluePoint8Y" fmla="*/ 1524 h 106404"/>
                <a:gd name="GluePoint9X" fmla="*/ 0 w 10537"/>
                <a:gd name="GluePoint9Y" fmla="*/ 101447 h 106404"/>
                <a:gd name="GluePoint10X" fmla="*/ 5446 w 10537"/>
                <a:gd name="GluePoint10Y" fmla="*/ 106398 h 106404"/>
                <a:gd name="GluePoint11X" fmla="*/ 5460 w 10537"/>
                <a:gd name="GluePoint11Y" fmla="*/ 106398 h 106404"/>
                <a:gd name="GluePoint12X" fmla="*/ 8252 w 10537"/>
                <a:gd name="GluePoint12Y" fmla="*/ 105636 h 106404"/>
                <a:gd name="GluePoint13X" fmla="*/ 8252 w 10537"/>
                <a:gd name="GluePoint13Y" fmla="*/ 105636 h 106404"/>
                <a:gd name="GluePoint14X" fmla="*/ 8252 w 10537"/>
                <a:gd name="GluePoint14Y" fmla="*/ 105636 h 106404"/>
                <a:gd name="GluePoint15X" fmla="*/ 9776 w 10537"/>
                <a:gd name="GluePoint15Y" fmla="*/ 103605 h 106404"/>
                <a:gd name="GluePoint16X" fmla="*/ 10538 w 10537"/>
                <a:gd name="GluePoint16Y" fmla="*/ 102335 h 106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7" h="106404" extrusionOk="0">
                  <a:moveTo>
                    <a:pt x="10538" y="102335"/>
                  </a:moveTo>
                  <a:cubicBezTo>
                    <a:pt x="10538" y="102335"/>
                    <a:pt x="10538" y="102335"/>
                    <a:pt x="10538" y="101573"/>
                  </a:cubicBezTo>
                  <a:lnTo>
                    <a:pt x="10538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1" y="2133"/>
                    <a:pt x="6653" y="2527"/>
                    <a:pt x="5460" y="2539"/>
                  </a:cubicBezTo>
                  <a:cubicBezTo>
                    <a:pt x="4875" y="2666"/>
                    <a:pt x="4266" y="2666"/>
                    <a:pt x="3682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6" y="106398"/>
                  </a:cubicBezTo>
                  <a:cubicBezTo>
                    <a:pt x="5446" y="106398"/>
                    <a:pt x="5460" y="106398"/>
                    <a:pt x="5460" y="106398"/>
                  </a:cubicBezTo>
                  <a:cubicBezTo>
                    <a:pt x="6437" y="106347"/>
                    <a:pt x="7389" y="106081"/>
                    <a:pt x="8252" y="105636"/>
                  </a:cubicBezTo>
                  <a:lnTo>
                    <a:pt x="8252" y="105636"/>
                  </a:lnTo>
                  <a:lnTo>
                    <a:pt x="8252" y="105636"/>
                  </a:lnTo>
                  <a:cubicBezTo>
                    <a:pt x="8900" y="105078"/>
                    <a:pt x="9433" y="104392"/>
                    <a:pt x="9776" y="103605"/>
                  </a:cubicBezTo>
                  <a:cubicBezTo>
                    <a:pt x="9776" y="103605"/>
                    <a:pt x="10411" y="102716"/>
                    <a:pt x="10538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8" name="Freeform: Shape 581"/>
            <p:cNvSpPr/>
            <p:nvPr/>
          </p:nvSpPr>
          <p:spPr bwMode="auto">
            <a:xfrm>
              <a:off x="11314440" y="1095480"/>
              <a:ext cx="136080" cy="51120"/>
            </a:xfrm>
            <a:custGeom>
              <a:avLst/>
              <a:gdLst>
                <a:gd name="textAreaLeft" fmla="*/ 0 w 136080"/>
                <a:gd name="textAreaRight" fmla="*/ 136440 w 136080"/>
                <a:gd name="textAreaTop" fmla="*/ 0 h 51120"/>
                <a:gd name="textAreaBottom" fmla="*/ 51480 h 51120"/>
                <a:gd name="GluePoint1X" fmla="*/ 133063 w 136617"/>
                <a:gd name="GluePoint1Y" fmla="*/ 43169 h 51516"/>
                <a:gd name="GluePoint2X" fmla="*/ 135476 w 136617"/>
                <a:gd name="GluePoint2Y" fmla="*/ 41264 h 51516"/>
                <a:gd name="GluePoint3X" fmla="*/ 0 w 136617"/>
                <a:gd name="GluePoint3Y" fmla="*/ 0 h 51516"/>
                <a:gd name="GluePoint4X" fmla="*/ 0 w 136617"/>
                <a:gd name="GluePoint4Y" fmla="*/ 10411 h 51516"/>
                <a:gd name="GluePoint5X" fmla="*/ 131158 w 136617"/>
                <a:gd name="GluePoint5Y" fmla="*/ 50406 h 51516"/>
                <a:gd name="GluePoint6X" fmla="*/ 134840 w 136617"/>
                <a:gd name="GluePoint6Y" fmla="*/ 51422 h 51516"/>
                <a:gd name="GluePoint7X" fmla="*/ 136618 w 136617"/>
                <a:gd name="GluePoint7Y" fmla="*/ 51422 h 51516"/>
                <a:gd name="GluePoint8X" fmla="*/ 132555 w 136617"/>
                <a:gd name="GluePoint8Y" fmla="*/ 49771 h 51516"/>
                <a:gd name="GluePoint9X" fmla="*/ 132885 w 136617"/>
                <a:gd name="GluePoint9Y" fmla="*/ 43321 h 51516"/>
                <a:gd name="GluePoint10X" fmla="*/ 133063 w 136617"/>
                <a:gd name="GluePoint10Y" fmla="*/ 43169 h 5151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36617" h="51516" extrusionOk="0">
                  <a:moveTo>
                    <a:pt x="133063" y="43169"/>
                  </a:moveTo>
                  <a:lnTo>
                    <a:pt x="135476" y="41264"/>
                  </a:lnTo>
                  <a:lnTo>
                    <a:pt x="0" y="0"/>
                  </a:lnTo>
                  <a:lnTo>
                    <a:pt x="0" y="10411"/>
                  </a:lnTo>
                  <a:lnTo>
                    <a:pt x="131158" y="50406"/>
                  </a:lnTo>
                  <a:lnTo>
                    <a:pt x="134840" y="51422"/>
                  </a:lnTo>
                  <a:cubicBezTo>
                    <a:pt x="135425" y="51549"/>
                    <a:pt x="136034" y="51549"/>
                    <a:pt x="136618" y="51422"/>
                  </a:cubicBezTo>
                  <a:cubicBezTo>
                    <a:pt x="135094" y="51485"/>
                    <a:pt x="133609" y="50876"/>
                    <a:pt x="132555" y="49771"/>
                  </a:cubicBezTo>
                  <a:cubicBezTo>
                    <a:pt x="130866" y="47892"/>
                    <a:pt x="131019" y="45010"/>
                    <a:pt x="132885" y="43321"/>
                  </a:cubicBezTo>
                  <a:cubicBezTo>
                    <a:pt x="132949" y="43270"/>
                    <a:pt x="133000" y="43219"/>
                    <a:pt x="133063" y="4316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6480" rIns="9000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59" name="Freeform: Shape 582"/>
            <p:cNvSpPr/>
            <p:nvPr/>
          </p:nvSpPr>
          <p:spPr bwMode="auto">
            <a:xfrm>
              <a:off x="11451240" y="114588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 extrusionOk="0">
                  <a:moveTo>
                    <a:pt x="3301" y="0"/>
                  </a:moveTo>
                  <a:cubicBezTo>
                    <a:pt x="2361" y="736"/>
                    <a:pt x="1193" y="1130"/>
                    <a:pt x="0" y="1143"/>
                  </a:cubicBezTo>
                  <a:cubicBezTo>
                    <a:pt x="1193" y="1130"/>
                    <a:pt x="2361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0" name="Freeform: Shape 583"/>
            <p:cNvSpPr/>
            <p:nvPr/>
          </p:nvSpPr>
          <p:spPr bwMode="auto">
            <a:xfrm>
              <a:off x="11824560" y="8370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762 w 761"/>
                <a:gd name="GluePoint1Y" fmla="*/ 113 h 112"/>
                <a:gd name="GluePoint2X" fmla="*/ 0 w 761"/>
                <a:gd name="GluePoint2Y" fmla="*/ 113 h 112"/>
                <a:gd name="GluePoint3X" fmla="*/ 0 w 761"/>
                <a:gd name="GluePoint3Y" fmla="*/ 113 h 112"/>
                <a:gd name="GluePoint4X" fmla="*/ 762 w 761"/>
                <a:gd name="GluePoint4Y" fmla="*/ 113 h 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761" h="112" extrusionOk="0">
                  <a:moveTo>
                    <a:pt x="762" y="113"/>
                  </a:moveTo>
                  <a:cubicBezTo>
                    <a:pt x="762" y="113"/>
                    <a:pt x="762" y="113"/>
                    <a:pt x="0" y="113"/>
                  </a:cubicBezTo>
                  <a:lnTo>
                    <a:pt x="0" y="113"/>
                  </a:lnTo>
                  <a:cubicBezTo>
                    <a:pt x="0" y="113"/>
                    <a:pt x="635" y="-141"/>
                    <a:pt x="762" y="11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1" name="Freeform: Shape 584"/>
            <p:cNvSpPr/>
            <p:nvPr/>
          </p:nvSpPr>
          <p:spPr bwMode="auto">
            <a:xfrm>
              <a:off x="11826360" y="8380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2" name="Freeform: Shape 585"/>
            <p:cNvSpPr/>
            <p:nvPr/>
          </p:nvSpPr>
          <p:spPr bwMode="auto">
            <a:xfrm>
              <a:off x="11827079" y="83987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38"/>
                <a:gd name="GluePoint1Y" fmla="*/ 762 h 761"/>
                <a:gd name="GluePoint2X" fmla="*/ 0 w 38"/>
                <a:gd name="GluePoint2Y" fmla="*/ 0 h 761"/>
                <a:gd name="GluePoint3X" fmla="*/ 0 w 38"/>
                <a:gd name="GluePoint3Y" fmla="*/ 0 h 761"/>
                <a:gd name="GluePoint4X" fmla="*/ 0 w 38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8" h="761" extrusionOk="0">
                  <a:moveTo>
                    <a:pt x="0" y="762"/>
                  </a:moveTo>
                  <a:cubicBezTo>
                    <a:pt x="51" y="508"/>
                    <a:pt x="51" y="254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3" name="Freeform: Shape 586"/>
            <p:cNvSpPr/>
            <p:nvPr/>
          </p:nvSpPr>
          <p:spPr bwMode="auto">
            <a:xfrm>
              <a:off x="11607480" y="772560"/>
              <a:ext cx="214560" cy="68760"/>
            </a:xfrm>
            <a:custGeom>
              <a:avLst/>
              <a:gdLst>
                <a:gd name="textAreaLeft" fmla="*/ 0 w 214560"/>
                <a:gd name="textAreaRight" fmla="*/ 214920 w 214560"/>
                <a:gd name="textAreaTop" fmla="*/ 0 h 68760"/>
                <a:gd name="textAreaBottom" fmla="*/ 69120 h 68760"/>
                <a:gd name="GluePoint1X" fmla="*/ 5331 w 214955"/>
                <a:gd name="GluePoint1Y" fmla="*/ 0 h 69070"/>
                <a:gd name="GluePoint2X" fmla="*/ 4315 w 214955"/>
                <a:gd name="GluePoint2Y" fmla="*/ 0 h 69070"/>
                <a:gd name="GluePoint3X" fmla="*/ 3299 w 214955"/>
                <a:gd name="GluePoint3Y" fmla="*/ 0 h 69070"/>
                <a:gd name="GluePoint4X" fmla="*/ 2410 w 214955"/>
                <a:gd name="GluePoint4Y" fmla="*/ 0 h 69070"/>
                <a:gd name="GluePoint5X" fmla="*/ 252 w 214955"/>
                <a:gd name="GluePoint5Y" fmla="*/ 2412 h 69070"/>
                <a:gd name="GluePoint6X" fmla="*/ 3198 w 214955"/>
                <a:gd name="GluePoint6Y" fmla="*/ 8367 h 69070"/>
                <a:gd name="GluePoint7X" fmla="*/ 3680 w 214955"/>
                <a:gd name="GluePoint7Y" fmla="*/ 8507 h 69070"/>
                <a:gd name="GluePoint8X" fmla="*/ 6728 w 214955"/>
                <a:gd name="GluePoint8Y" fmla="*/ 9396 h 69070"/>
                <a:gd name="GluePoint9X" fmla="*/ 203782 w 214955"/>
                <a:gd name="GluePoint9Y" fmla="*/ 69070 h 69070"/>
                <a:gd name="GluePoint10X" fmla="*/ 210765 w 214955"/>
                <a:gd name="GluePoint10Y" fmla="*/ 63484 h 69070"/>
                <a:gd name="GluePoint11X" fmla="*/ 210765 w 214955"/>
                <a:gd name="GluePoint11Y" fmla="*/ 63484 h 69070"/>
                <a:gd name="GluePoint12X" fmla="*/ 211781 w 214955"/>
                <a:gd name="GluePoint12Y" fmla="*/ 63484 h 69070"/>
                <a:gd name="GluePoint13X" fmla="*/ 212924 w 214955"/>
                <a:gd name="GluePoint13Y" fmla="*/ 63484 h 69070"/>
                <a:gd name="GluePoint14X" fmla="*/ 213939 w 214955"/>
                <a:gd name="GluePoint14Y" fmla="*/ 63484 h 69070"/>
                <a:gd name="GluePoint15X" fmla="*/ 214955 w 214955"/>
                <a:gd name="GluePoint15Y" fmla="*/ 63484 h 69070"/>
                <a:gd name="GluePoint16X" fmla="*/ 214955 w 214955"/>
                <a:gd name="GluePoint16Y" fmla="*/ 63484 h 69070"/>
                <a:gd name="GluePoint17X" fmla="*/ 5965 w 214955"/>
                <a:gd name="GluePoint17Y" fmla="*/ 0 h 69070"/>
                <a:gd name="GluePoint18X" fmla="*/ 4188 w 214955"/>
                <a:gd name="GluePoint18Y" fmla="*/ 0 h 69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214955" h="69070" extrusionOk="0">
                  <a:moveTo>
                    <a:pt x="5331" y="0"/>
                  </a:moveTo>
                  <a:lnTo>
                    <a:pt x="4315" y="0"/>
                  </a:lnTo>
                  <a:lnTo>
                    <a:pt x="3299" y="0"/>
                  </a:lnTo>
                  <a:lnTo>
                    <a:pt x="2410" y="0"/>
                  </a:lnTo>
                  <a:cubicBezTo>
                    <a:pt x="1408" y="508"/>
                    <a:pt x="646" y="1371"/>
                    <a:pt x="252" y="2412"/>
                  </a:cubicBezTo>
                  <a:cubicBezTo>
                    <a:pt x="-586" y="4876"/>
                    <a:pt x="734" y="7542"/>
                    <a:pt x="3198" y="8367"/>
                  </a:cubicBezTo>
                  <a:cubicBezTo>
                    <a:pt x="3350" y="8431"/>
                    <a:pt x="3515" y="8469"/>
                    <a:pt x="3680" y="8507"/>
                  </a:cubicBezTo>
                  <a:lnTo>
                    <a:pt x="6728" y="9396"/>
                  </a:lnTo>
                  <a:lnTo>
                    <a:pt x="203782" y="69070"/>
                  </a:lnTo>
                  <a:lnTo>
                    <a:pt x="210765" y="63484"/>
                  </a:lnTo>
                  <a:lnTo>
                    <a:pt x="210765" y="63484"/>
                  </a:lnTo>
                  <a:lnTo>
                    <a:pt x="211781" y="63484"/>
                  </a:lnTo>
                  <a:lnTo>
                    <a:pt x="212924" y="63484"/>
                  </a:lnTo>
                  <a:lnTo>
                    <a:pt x="213939" y="63484"/>
                  </a:lnTo>
                  <a:lnTo>
                    <a:pt x="214955" y="63484"/>
                  </a:lnTo>
                  <a:lnTo>
                    <a:pt x="214955" y="63484"/>
                  </a:lnTo>
                  <a:lnTo>
                    <a:pt x="5965" y="0"/>
                  </a:lnTo>
                  <a:lnTo>
                    <a:pt x="4188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4120" rIns="90000" bIns="241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4" name="Freeform: Shape 587"/>
            <p:cNvSpPr/>
            <p:nvPr/>
          </p:nvSpPr>
          <p:spPr bwMode="auto">
            <a:xfrm>
              <a:off x="11823120" y="83628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015"/>
                <a:gd name="GluePoint1Y" fmla="*/ 0 h 12696"/>
                <a:gd name="GluePoint2X" fmla="*/ 0 w 1015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015" h="12696" extrusionOk="0">
                  <a:moveTo>
                    <a:pt x="1016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5" name="Freeform: Shape 588"/>
            <p:cNvSpPr/>
            <p:nvPr/>
          </p:nvSpPr>
          <p:spPr bwMode="auto">
            <a:xfrm>
              <a:off x="11821680" y="83592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6" name="Freeform: Shape 589"/>
            <p:cNvSpPr/>
            <p:nvPr/>
          </p:nvSpPr>
          <p:spPr bwMode="auto">
            <a:xfrm>
              <a:off x="11816280" y="840600"/>
              <a:ext cx="10440" cy="568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56880"/>
                <a:gd name="textAreaBottom" fmla="*/ 57240 h 56880"/>
                <a:gd name="GluePoint1X" fmla="*/ 9014 w 10796"/>
                <a:gd name="GluePoint1Y" fmla="*/ 3809 h 57135"/>
                <a:gd name="GluePoint2X" fmla="*/ 0 w 10796"/>
                <a:gd name="GluePoint2Y" fmla="*/ 11046 h 57135"/>
                <a:gd name="GluePoint3X" fmla="*/ 0 w 10796"/>
                <a:gd name="GluePoint3Y" fmla="*/ 57135 h 57135"/>
                <a:gd name="GluePoint4X" fmla="*/ 1524 w 10796"/>
                <a:gd name="GluePoint4Y" fmla="*/ 55739 h 57135"/>
                <a:gd name="GluePoint5X" fmla="*/ 1524 w 10796"/>
                <a:gd name="GluePoint5Y" fmla="*/ 55739 h 57135"/>
                <a:gd name="GluePoint6X" fmla="*/ 10792 w 10796"/>
                <a:gd name="GluePoint6Y" fmla="*/ 47613 h 57135"/>
                <a:gd name="GluePoint7X" fmla="*/ 10792 w 10796"/>
                <a:gd name="GluePoint7Y" fmla="*/ 0 h 57135"/>
                <a:gd name="GluePoint8X" fmla="*/ 10792 w 10796"/>
                <a:gd name="GluePoint8Y" fmla="*/ 0 h 57135"/>
                <a:gd name="GluePoint9X" fmla="*/ 9014 w 10796"/>
                <a:gd name="GluePoint9Y" fmla="*/ 3809 h 571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6" h="57135" extrusionOk="0">
                  <a:moveTo>
                    <a:pt x="9014" y="3809"/>
                  </a:moveTo>
                  <a:lnTo>
                    <a:pt x="0" y="11046"/>
                  </a:lnTo>
                  <a:lnTo>
                    <a:pt x="0" y="57135"/>
                  </a:lnTo>
                  <a:lnTo>
                    <a:pt x="1524" y="55739"/>
                  </a:lnTo>
                  <a:lnTo>
                    <a:pt x="1524" y="55739"/>
                  </a:lnTo>
                  <a:lnTo>
                    <a:pt x="10792" y="47613"/>
                  </a:lnTo>
                  <a:lnTo>
                    <a:pt x="10792" y="0"/>
                  </a:lnTo>
                  <a:cubicBezTo>
                    <a:pt x="10792" y="0"/>
                    <a:pt x="10792" y="0"/>
                    <a:pt x="10792" y="0"/>
                  </a:cubicBezTo>
                  <a:cubicBezTo>
                    <a:pt x="10856" y="1486"/>
                    <a:pt x="10195" y="2908"/>
                    <a:pt x="9014" y="380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2240" rIns="9000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7" name="Freeform: Shape 590"/>
            <p:cNvSpPr/>
            <p:nvPr/>
          </p:nvSpPr>
          <p:spPr bwMode="auto">
            <a:xfrm>
              <a:off x="11825640" y="8373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8" name="Freeform: Shape 591"/>
            <p:cNvSpPr/>
            <p:nvPr/>
          </p:nvSpPr>
          <p:spPr bwMode="auto">
            <a:xfrm>
              <a:off x="11826360" y="83844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635 h 634"/>
                <a:gd name="GluePoint2X" fmla="*/ 0 w 12696"/>
                <a:gd name="GluePoint2Y" fmla="*/ 635 h 634"/>
                <a:gd name="GluePoint3X" fmla="*/ 0 w 12696"/>
                <a:gd name="GluePoint3Y" fmla="*/ 0 h 63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634" extrusionOk="0">
                  <a:moveTo>
                    <a:pt x="0" y="635"/>
                  </a:moveTo>
                  <a:lnTo>
                    <a:pt x="0" y="63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69" name="Freeform: Shape 592"/>
            <p:cNvSpPr/>
            <p:nvPr/>
          </p:nvSpPr>
          <p:spPr bwMode="auto">
            <a:xfrm>
              <a:off x="11445840" y="835920"/>
              <a:ext cx="380880" cy="311400"/>
            </a:xfrm>
            <a:custGeom>
              <a:avLst/>
              <a:gdLst>
                <a:gd name="textAreaLeft" fmla="*/ 0 w 380880"/>
                <a:gd name="textAreaRight" fmla="*/ 381240 w 380880"/>
                <a:gd name="textAreaTop" fmla="*/ 0 h 311400"/>
                <a:gd name="textAreaBottom" fmla="*/ 311760 h 311400"/>
                <a:gd name="GluePoint1X" fmla="*/ 376102 w 381368"/>
                <a:gd name="GluePoint1Y" fmla="*/ 0 h 311835"/>
                <a:gd name="GluePoint2X" fmla="*/ 375086 w 381368"/>
                <a:gd name="GluePoint2Y" fmla="*/ 0 h 311835"/>
                <a:gd name="GluePoint3X" fmla="*/ 373943 w 381368"/>
                <a:gd name="GluePoint3Y" fmla="*/ 0 h 311835"/>
                <a:gd name="GluePoint4X" fmla="*/ 372928 w 381368"/>
                <a:gd name="GluePoint4Y" fmla="*/ 0 h 311835"/>
                <a:gd name="GluePoint5X" fmla="*/ 372928 w 381368"/>
                <a:gd name="GluePoint5Y" fmla="*/ 0 h 311835"/>
                <a:gd name="GluePoint6X" fmla="*/ 365944 w 381368"/>
                <a:gd name="GluePoint6Y" fmla="*/ 5587 h 311835"/>
                <a:gd name="GluePoint7X" fmla="*/ 3958 w 381368"/>
                <a:gd name="GluePoint7Y" fmla="*/ 301420 h 311835"/>
                <a:gd name="GluePoint8X" fmla="*/ 1546 w 381368"/>
                <a:gd name="GluePoint8Y" fmla="*/ 303324 h 311835"/>
                <a:gd name="GluePoint9X" fmla="*/ 1139 w 381368"/>
                <a:gd name="GluePoint9Y" fmla="*/ 309774 h 311835"/>
                <a:gd name="GluePoint10X" fmla="*/ 1546 w 381368"/>
                <a:gd name="GluePoint10Y" fmla="*/ 310181 h 311835"/>
                <a:gd name="GluePoint11X" fmla="*/ 5608 w 381368"/>
                <a:gd name="GluePoint11Y" fmla="*/ 311831 h 311835"/>
                <a:gd name="GluePoint12X" fmla="*/ 8909 w 381368"/>
                <a:gd name="GluePoint12Y" fmla="*/ 310688 h 311835"/>
                <a:gd name="GluePoint13X" fmla="*/ 8909 w 381368"/>
                <a:gd name="GluePoint13Y" fmla="*/ 310688 h 311835"/>
                <a:gd name="GluePoint14X" fmla="*/ 10687 w 381368"/>
                <a:gd name="GluePoint14Y" fmla="*/ 309292 h 311835"/>
                <a:gd name="GluePoint15X" fmla="*/ 370642 w 381368"/>
                <a:gd name="GluePoint15Y" fmla="*/ 16506 h 311835"/>
                <a:gd name="GluePoint16X" fmla="*/ 379657 w 381368"/>
                <a:gd name="GluePoint16Y" fmla="*/ 9269 h 311835"/>
                <a:gd name="GluePoint17X" fmla="*/ 381307 w 381368"/>
                <a:gd name="GluePoint17Y" fmla="*/ 4952 h 311835"/>
                <a:gd name="GluePoint18X" fmla="*/ 381307 w 381368"/>
                <a:gd name="GluePoint18Y" fmla="*/ 4952 h 311835"/>
                <a:gd name="GluePoint19X" fmla="*/ 381307 w 381368"/>
                <a:gd name="GluePoint19Y" fmla="*/ 4190 h 311835"/>
                <a:gd name="GluePoint20X" fmla="*/ 381307 w 381368"/>
                <a:gd name="GluePoint20Y" fmla="*/ 3301 h 311835"/>
                <a:gd name="GluePoint21X" fmla="*/ 381307 w 381368"/>
                <a:gd name="GluePoint21Y" fmla="*/ 3301 h 311835"/>
                <a:gd name="GluePoint22X" fmla="*/ 381307 w 381368"/>
                <a:gd name="GluePoint22Y" fmla="*/ 3301 h 311835"/>
                <a:gd name="GluePoint23X" fmla="*/ 381307 w 381368"/>
                <a:gd name="GluePoint23Y" fmla="*/ 3301 h 311835"/>
                <a:gd name="GluePoint24X" fmla="*/ 380419 w 381368"/>
                <a:gd name="GluePoint24Y" fmla="*/ 3301 h 311835"/>
                <a:gd name="GluePoint25X" fmla="*/ 380419 w 381368"/>
                <a:gd name="GluePoint25Y" fmla="*/ 3301 h 311835"/>
                <a:gd name="GluePoint26X" fmla="*/ 379784 w 381368"/>
                <a:gd name="GluePoint26Y" fmla="*/ 3301 h 311835"/>
                <a:gd name="GluePoint27X" fmla="*/ 378768 w 381368"/>
                <a:gd name="GluePoint27Y" fmla="*/ 3301 h 3118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381368" h="311835" extrusionOk="0">
                  <a:moveTo>
                    <a:pt x="376102" y="0"/>
                  </a:moveTo>
                  <a:lnTo>
                    <a:pt x="375086" y="0"/>
                  </a:lnTo>
                  <a:lnTo>
                    <a:pt x="373943" y="0"/>
                  </a:lnTo>
                  <a:lnTo>
                    <a:pt x="372928" y="0"/>
                  </a:lnTo>
                  <a:lnTo>
                    <a:pt x="372928" y="0"/>
                  </a:lnTo>
                  <a:lnTo>
                    <a:pt x="365944" y="5587"/>
                  </a:lnTo>
                  <a:lnTo>
                    <a:pt x="3958" y="301420"/>
                  </a:lnTo>
                  <a:lnTo>
                    <a:pt x="1546" y="303324"/>
                  </a:lnTo>
                  <a:cubicBezTo>
                    <a:pt x="-347" y="305000"/>
                    <a:pt x="-524" y="307883"/>
                    <a:pt x="1139" y="309774"/>
                  </a:cubicBezTo>
                  <a:cubicBezTo>
                    <a:pt x="1266" y="309914"/>
                    <a:pt x="1405" y="310054"/>
                    <a:pt x="1546" y="310181"/>
                  </a:cubicBezTo>
                  <a:cubicBezTo>
                    <a:pt x="2599" y="311285"/>
                    <a:pt x="4084" y="311895"/>
                    <a:pt x="5608" y="311831"/>
                  </a:cubicBezTo>
                  <a:cubicBezTo>
                    <a:pt x="6802" y="311818"/>
                    <a:pt x="7970" y="311425"/>
                    <a:pt x="8909" y="310688"/>
                  </a:cubicBezTo>
                  <a:lnTo>
                    <a:pt x="8909" y="310688"/>
                  </a:lnTo>
                  <a:lnTo>
                    <a:pt x="10687" y="309292"/>
                  </a:lnTo>
                  <a:lnTo>
                    <a:pt x="370642" y="16506"/>
                  </a:lnTo>
                  <a:lnTo>
                    <a:pt x="379657" y="9269"/>
                  </a:lnTo>
                  <a:cubicBezTo>
                    <a:pt x="380952" y="8240"/>
                    <a:pt x="381574" y="6590"/>
                    <a:pt x="381307" y="4952"/>
                  </a:cubicBezTo>
                  <a:lnTo>
                    <a:pt x="381307" y="4952"/>
                  </a:lnTo>
                  <a:cubicBezTo>
                    <a:pt x="381371" y="4698"/>
                    <a:pt x="381371" y="4444"/>
                    <a:pt x="381307" y="4190"/>
                  </a:cubicBez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1307" y="3301"/>
                  </a:lnTo>
                  <a:lnTo>
                    <a:pt x="380419" y="3301"/>
                  </a:lnTo>
                  <a:lnTo>
                    <a:pt x="380419" y="3301"/>
                  </a:lnTo>
                  <a:lnTo>
                    <a:pt x="379784" y="3301"/>
                  </a:lnTo>
                  <a:lnTo>
                    <a:pt x="378768" y="330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0" name="Freeform: Shape 593"/>
            <p:cNvSpPr/>
            <p:nvPr/>
          </p:nvSpPr>
          <p:spPr bwMode="auto">
            <a:xfrm>
              <a:off x="11196720" y="1591920"/>
              <a:ext cx="115560" cy="89280"/>
            </a:xfrm>
            <a:custGeom>
              <a:avLst/>
              <a:gdLst>
                <a:gd name="textAreaLeft" fmla="*/ 0 w 115560"/>
                <a:gd name="textAreaRight" fmla="*/ 115920 w 115560"/>
                <a:gd name="textAreaTop" fmla="*/ 0 h 89280"/>
                <a:gd name="textAreaBottom" fmla="*/ 89640 h 89280"/>
                <a:gd name="GluePoint1X" fmla="*/ 107034 w 116049"/>
                <a:gd name="GluePoint1Y" fmla="*/ 2285 h 89765"/>
                <a:gd name="GluePoint2X" fmla="*/ 107034 w 116049"/>
                <a:gd name="GluePoint2Y" fmla="*/ 0 h 89765"/>
                <a:gd name="GluePoint3X" fmla="*/ 0 w 116049"/>
                <a:gd name="GluePoint3Y" fmla="*/ 87099 h 89765"/>
                <a:gd name="GluePoint4X" fmla="*/ 2793 w 116049"/>
                <a:gd name="GluePoint4Y" fmla="*/ 87734 h 89765"/>
                <a:gd name="GluePoint5X" fmla="*/ 2793 w 116049"/>
                <a:gd name="GluePoint5Y" fmla="*/ 87734 h 89765"/>
                <a:gd name="GluePoint6X" fmla="*/ 12950 w 116049"/>
                <a:gd name="GluePoint6Y" fmla="*/ 89766 h 89765"/>
                <a:gd name="GluePoint7X" fmla="*/ 116049 w 116049"/>
                <a:gd name="GluePoint7Y" fmla="*/ 5840 h 89765"/>
                <a:gd name="GluePoint8X" fmla="*/ 116049 w 116049"/>
                <a:gd name="GluePoint8Y" fmla="*/ 5840 h 89765"/>
                <a:gd name="GluePoint9X" fmla="*/ 112367 w 116049"/>
                <a:gd name="GluePoint9Y" fmla="*/ 7110 h 89765"/>
                <a:gd name="GluePoint10X" fmla="*/ 107034 w 116049"/>
                <a:gd name="GluePoint10Y" fmla="*/ 2285 h 8976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16049" h="89765" extrusionOk="0">
                  <a:moveTo>
                    <a:pt x="107034" y="2285"/>
                  </a:moveTo>
                  <a:lnTo>
                    <a:pt x="107034" y="0"/>
                  </a:lnTo>
                  <a:lnTo>
                    <a:pt x="0" y="87099"/>
                  </a:lnTo>
                  <a:lnTo>
                    <a:pt x="2793" y="87734"/>
                  </a:lnTo>
                  <a:lnTo>
                    <a:pt x="2793" y="87734"/>
                  </a:lnTo>
                  <a:lnTo>
                    <a:pt x="12950" y="89766"/>
                  </a:lnTo>
                  <a:lnTo>
                    <a:pt x="116049" y="5840"/>
                  </a:lnTo>
                  <a:lnTo>
                    <a:pt x="116049" y="5840"/>
                  </a:lnTo>
                  <a:cubicBezTo>
                    <a:pt x="114995" y="6653"/>
                    <a:pt x="113700" y="7097"/>
                    <a:pt x="112367" y="7110"/>
                  </a:cubicBezTo>
                  <a:cubicBezTo>
                    <a:pt x="109586" y="7186"/>
                    <a:pt x="107237" y="5066"/>
                    <a:pt x="107034" y="228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4640" rIns="90000" bIns="4464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1" name="Freeform: Shape 594"/>
            <p:cNvSpPr/>
            <p:nvPr/>
          </p:nvSpPr>
          <p:spPr bwMode="auto">
            <a:xfrm>
              <a:off x="11050200" y="1181880"/>
              <a:ext cx="10440" cy="4683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68360"/>
                <a:gd name="textAreaBottom" fmla="*/ 468720 h 468360"/>
                <a:gd name="GluePoint1X" fmla="*/ 8761 w 10665"/>
                <a:gd name="GluePoint1Y" fmla="*/ 1524 h 468889"/>
                <a:gd name="GluePoint2X" fmla="*/ 7237 w 10665"/>
                <a:gd name="GluePoint2Y" fmla="*/ 2412 h 468889"/>
                <a:gd name="GluePoint3X" fmla="*/ 5460 w 10665"/>
                <a:gd name="GluePoint3Y" fmla="*/ 2412 h 468889"/>
                <a:gd name="GluePoint4X" fmla="*/ 3683 w 10665"/>
                <a:gd name="GluePoint4Y" fmla="*/ 2412 h 468889"/>
                <a:gd name="GluePoint5X" fmla="*/ 0 w 10665"/>
                <a:gd name="GluePoint5Y" fmla="*/ 1270 h 468889"/>
                <a:gd name="GluePoint6X" fmla="*/ 0 w 10665"/>
                <a:gd name="GluePoint6Y" fmla="*/ 466604 h 468889"/>
                <a:gd name="GluePoint7X" fmla="*/ 6603 w 10665"/>
                <a:gd name="GluePoint7Y" fmla="*/ 468001 h 468889"/>
                <a:gd name="GluePoint8X" fmla="*/ 6603 w 10665"/>
                <a:gd name="GluePoint8Y" fmla="*/ 468001 h 468889"/>
                <a:gd name="GluePoint9X" fmla="*/ 10666 w 10665"/>
                <a:gd name="GluePoint9Y" fmla="*/ 468889 h 468889"/>
                <a:gd name="GluePoint10X" fmla="*/ 10666 w 10665"/>
                <a:gd name="GluePoint10Y" fmla="*/ 0 h 468889"/>
                <a:gd name="GluePoint11X" fmla="*/ 8888 w 10665"/>
                <a:gd name="GluePoint11Y" fmla="*/ 1397 h 46888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0665" h="468889" extrusionOk="0">
                  <a:moveTo>
                    <a:pt x="8761" y="1524"/>
                  </a:moveTo>
                  <a:lnTo>
                    <a:pt x="7237" y="2412"/>
                  </a:lnTo>
                  <a:lnTo>
                    <a:pt x="5460" y="2412"/>
                  </a:lnTo>
                  <a:cubicBezTo>
                    <a:pt x="4876" y="2539"/>
                    <a:pt x="4266" y="2539"/>
                    <a:pt x="3683" y="2412"/>
                  </a:cubicBezTo>
                  <a:lnTo>
                    <a:pt x="0" y="1270"/>
                  </a:lnTo>
                  <a:lnTo>
                    <a:pt x="0" y="466604"/>
                  </a:lnTo>
                  <a:lnTo>
                    <a:pt x="6603" y="468001"/>
                  </a:lnTo>
                  <a:lnTo>
                    <a:pt x="6603" y="468001"/>
                  </a:lnTo>
                  <a:lnTo>
                    <a:pt x="10666" y="468889"/>
                  </a:lnTo>
                  <a:lnTo>
                    <a:pt x="10666" y="0"/>
                  </a:lnTo>
                  <a:lnTo>
                    <a:pt x="8888" y="139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2" name="Freeform: Shape 595"/>
            <p:cNvSpPr/>
            <p:nvPr/>
          </p:nvSpPr>
          <p:spPr bwMode="auto">
            <a:xfrm>
              <a:off x="10633320" y="1047960"/>
              <a:ext cx="421920" cy="135360"/>
            </a:xfrm>
            <a:custGeom>
              <a:avLst/>
              <a:gdLst>
                <a:gd name="textAreaLeft" fmla="*/ 0 w 421920"/>
                <a:gd name="textAreaRight" fmla="*/ 422280 w 421920"/>
                <a:gd name="textAreaTop" fmla="*/ 0 h 135360"/>
                <a:gd name="textAreaBottom" fmla="*/ 135720 h 135360"/>
                <a:gd name="GluePoint1X" fmla="*/ 5517 w 422100"/>
                <a:gd name="GluePoint1Y" fmla="*/ 248 h 135562"/>
                <a:gd name="GluePoint2X" fmla="*/ 57 w 422100"/>
                <a:gd name="GluePoint2Y" fmla="*/ 1390 h 135562"/>
                <a:gd name="GluePoint3X" fmla="*/ 57 w 422100"/>
                <a:gd name="GluePoint3Y" fmla="*/ 2279 h 135562"/>
                <a:gd name="GluePoint4X" fmla="*/ 57 w 422100"/>
                <a:gd name="GluePoint4Y" fmla="*/ 3168 h 135562"/>
                <a:gd name="GluePoint5X" fmla="*/ 57 w 422100"/>
                <a:gd name="GluePoint5Y" fmla="*/ 3930 h 135562"/>
                <a:gd name="GluePoint6X" fmla="*/ 57 w 422100"/>
                <a:gd name="GluePoint6Y" fmla="*/ 4945 h 135562"/>
                <a:gd name="GluePoint7X" fmla="*/ 57 w 422100"/>
                <a:gd name="GluePoint7Y" fmla="*/ 5834 h 135562"/>
                <a:gd name="GluePoint8X" fmla="*/ 57 w 422100"/>
                <a:gd name="GluePoint8Y" fmla="*/ 6850 h 135562"/>
                <a:gd name="GluePoint9X" fmla="*/ 57 w 422100"/>
                <a:gd name="GluePoint9Y" fmla="*/ 7612 h 135562"/>
                <a:gd name="GluePoint10X" fmla="*/ 57 w 422100"/>
                <a:gd name="GluePoint10Y" fmla="*/ 8374 h 135562"/>
                <a:gd name="GluePoint11X" fmla="*/ 1073 w 422100"/>
                <a:gd name="GluePoint11Y" fmla="*/ 9008 h 135562"/>
                <a:gd name="GluePoint12X" fmla="*/ 1962 w 422100"/>
                <a:gd name="GluePoint12Y" fmla="*/ 9008 h 135562"/>
                <a:gd name="GluePoint13X" fmla="*/ 1962 w 422100"/>
                <a:gd name="GluePoint13Y" fmla="*/ 9008 h 135562"/>
                <a:gd name="GluePoint14X" fmla="*/ 9072 w 422100"/>
                <a:gd name="GluePoint14Y" fmla="*/ 11167 h 135562"/>
                <a:gd name="GluePoint15X" fmla="*/ 416640 w 422100"/>
                <a:gd name="GluePoint15Y" fmla="*/ 134325 h 135562"/>
                <a:gd name="GluePoint16X" fmla="*/ 420322 w 422100"/>
                <a:gd name="GluePoint16Y" fmla="*/ 135468 h 135562"/>
                <a:gd name="GluePoint17X" fmla="*/ 422100 w 422100"/>
                <a:gd name="GluePoint17Y" fmla="*/ 135468 h 135562"/>
                <a:gd name="GluePoint18X" fmla="*/ 418037 w 422100"/>
                <a:gd name="GluePoint18Y" fmla="*/ 133817 h 135562"/>
                <a:gd name="GluePoint19X" fmla="*/ 417630 w 422100"/>
                <a:gd name="GluePoint19Y" fmla="*/ 127367 h 135562"/>
                <a:gd name="GluePoint20X" fmla="*/ 418037 w 422100"/>
                <a:gd name="GluePoint20Y" fmla="*/ 126961 h 135562"/>
                <a:gd name="GluePoint21X" fmla="*/ 420322 w 422100"/>
                <a:gd name="GluePoint21Y" fmla="*/ 125056 h 135562"/>
                <a:gd name="GluePoint22X" fmla="*/ 14024 w 422100"/>
                <a:gd name="GluePoint22Y" fmla="*/ 2152 h 1355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422100" h="135562" extrusionOk="0">
                  <a:moveTo>
                    <a:pt x="5517" y="248"/>
                  </a:moveTo>
                  <a:cubicBezTo>
                    <a:pt x="3625" y="-324"/>
                    <a:pt x="1568" y="108"/>
                    <a:pt x="57" y="1390"/>
                  </a:cubicBezTo>
                  <a:lnTo>
                    <a:pt x="57" y="2279"/>
                  </a:lnTo>
                  <a:lnTo>
                    <a:pt x="57" y="3168"/>
                  </a:lnTo>
                  <a:lnTo>
                    <a:pt x="57" y="3930"/>
                  </a:lnTo>
                  <a:cubicBezTo>
                    <a:pt x="7" y="4260"/>
                    <a:pt x="7" y="4615"/>
                    <a:pt x="57" y="4945"/>
                  </a:cubicBezTo>
                  <a:cubicBezTo>
                    <a:pt x="-19" y="5238"/>
                    <a:pt x="-19" y="5542"/>
                    <a:pt x="57" y="5834"/>
                  </a:cubicBezTo>
                  <a:cubicBezTo>
                    <a:pt x="7" y="6164"/>
                    <a:pt x="7" y="6520"/>
                    <a:pt x="57" y="6850"/>
                  </a:cubicBezTo>
                  <a:lnTo>
                    <a:pt x="57" y="7612"/>
                  </a:lnTo>
                  <a:lnTo>
                    <a:pt x="57" y="8374"/>
                  </a:lnTo>
                  <a:lnTo>
                    <a:pt x="1073" y="9008"/>
                  </a:lnTo>
                  <a:lnTo>
                    <a:pt x="1962" y="9008"/>
                  </a:lnTo>
                  <a:lnTo>
                    <a:pt x="1962" y="9008"/>
                  </a:lnTo>
                  <a:lnTo>
                    <a:pt x="9072" y="11167"/>
                  </a:lnTo>
                  <a:lnTo>
                    <a:pt x="416640" y="134325"/>
                  </a:lnTo>
                  <a:lnTo>
                    <a:pt x="420322" y="135468"/>
                  </a:lnTo>
                  <a:cubicBezTo>
                    <a:pt x="420906" y="135595"/>
                    <a:pt x="421516" y="135595"/>
                    <a:pt x="422100" y="135468"/>
                  </a:cubicBezTo>
                  <a:cubicBezTo>
                    <a:pt x="420576" y="135493"/>
                    <a:pt x="419103" y="134896"/>
                    <a:pt x="418037" y="133817"/>
                  </a:cubicBezTo>
                  <a:cubicBezTo>
                    <a:pt x="416145" y="132141"/>
                    <a:pt x="415967" y="129259"/>
                    <a:pt x="417630" y="127367"/>
                  </a:cubicBezTo>
                  <a:cubicBezTo>
                    <a:pt x="417757" y="127228"/>
                    <a:pt x="417897" y="127088"/>
                    <a:pt x="418037" y="126961"/>
                  </a:cubicBezTo>
                  <a:lnTo>
                    <a:pt x="420322" y="125056"/>
                  </a:lnTo>
                  <a:lnTo>
                    <a:pt x="14024" y="215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3" name="Freeform: Shape 596"/>
            <p:cNvSpPr/>
            <p:nvPr/>
          </p:nvSpPr>
          <p:spPr bwMode="auto">
            <a:xfrm>
              <a:off x="11313720" y="970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762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4" name="Freeform: Shape 597"/>
            <p:cNvSpPr/>
            <p:nvPr/>
          </p:nvSpPr>
          <p:spPr bwMode="auto">
            <a:xfrm>
              <a:off x="11311920" y="96984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5" name="Freeform: Shape 598"/>
            <p:cNvSpPr/>
            <p:nvPr/>
          </p:nvSpPr>
          <p:spPr bwMode="auto">
            <a:xfrm>
              <a:off x="11314440" y="9723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762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lnTo>
                    <a:pt x="0" y="0"/>
                  </a:lnTo>
                  <a:cubicBezTo>
                    <a:pt x="0" y="0"/>
                    <a:pt x="0" y="635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6" name="Freeform: Shape 599"/>
            <p:cNvSpPr/>
            <p:nvPr/>
          </p:nvSpPr>
          <p:spPr bwMode="auto">
            <a:xfrm>
              <a:off x="10889280" y="843120"/>
              <a:ext cx="420120" cy="132120"/>
            </a:xfrm>
            <a:custGeom>
              <a:avLst/>
              <a:gdLst>
                <a:gd name="textAreaLeft" fmla="*/ 0 w 420120"/>
                <a:gd name="textAreaRight" fmla="*/ 420480 w 420120"/>
                <a:gd name="textAreaTop" fmla="*/ 0 h 132120"/>
                <a:gd name="textAreaBottom" fmla="*/ 132480 h 132120"/>
                <a:gd name="GluePoint1X" fmla="*/ 6729 w 420391"/>
                <a:gd name="GluePoint1Y" fmla="*/ 5459 h 132553"/>
                <a:gd name="GluePoint2X" fmla="*/ 1651 w 420391"/>
                <a:gd name="GluePoint2Y" fmla="*/ 8888 h 132553"/>
                <a:gd name="GluePoint3X" fmla="*/ 0 w 420391"/>
                <a:gd name="GluePoint3Y" fmla="*/ 8888 h 132553"/>
                <a:gd name="GluePoint4X" fmla="*/ 2920 w 420391"/>
                <a:gd name="GluePoint4Y" fmla="*/ 9777 h 132553"/>
                <a:gd name="GluePoint5X" fmla="*/ 409218 w 420391"/>
                <a:gd name="GluePoint5Y" fmla="*/ 132554 h 132553"/>
                <a:gd name="GluePoint6X" fmla="*/ 416074 w 420391"/>
                <a:gd name="GluePoint6Y" fmla="*/ 126967 h 132553"/>
                <a:gd name="GluePoint7X" fmla="*/ 416074 w 420391"/>
                <a:gd name="GluePoint7Y" fmla="*/ 126967 h 132553"/>
                <a:gd name="GluePoint8X" fmla="*/ 417217 w 420391"/>
                <a:gd name="GluePoint8Y" fmla="*/ 126967 h 132553"/>
                <a:gd name="GluePoint9X" fmla="*/ 418233 w 420391"/>
                <a:gd name="GluePoint9Y" fmla="*/ 126967 h 132553"/>
                <a:gd name="GluePoint10X" fmla="*/ 419249 w 420391"/>
                <a:gd name="GluePoint10Y" fmla="*/ 126967 h 132553"/>
                <a:gd name="GluePoint11X" fmla="*/ 420392 w 420391"/>
                <a:gd name="GluePoint11Y" fmla="*/ 126967 h 132553"/>
                <a:gd name="GluePoint12X" fmla="*/ 420392 w 420391"/>
                <a:gd name="GluePoint12Y" fmla="*/ 126967 h 132553"/>
                <a:gd name="GluePoint13X" fmla="*/ 2540 w 420391"/>
                <a:gd name="GluePoint13Y" fmla="*/ 0 h 132553"/>
                <a:gd name="GluePoint14X" fmla="*/ 6742 w 420391"/>
                <a:gd name="GluePoint14Y" fmla="*/ 5371 h 132553"/>
                <a:gd name="GluePoint15X" fmla="*/ 6729 w 420391"/>
                <a:gd name="GluePoint15Y" fmla="*/ 5459 h 13255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420391" h="132553" extrusionOk="0">
                  <a:moveTo>
                    <a:pt x="6729" y="5459"/>
                  </a:moveTo>
                  <a:cubicBezTo>
                    <a:pt x="5929" y="7555"/>
                    <a:pt x="3898" y="8926"/>
                    <a:pt x="1651" y="8888"/>
                  </a:cubicBezTo>
                  <a:lnTo>
                    <a:pt x="0" y="8888"/>
                  </a:lnTo>
                  <a:lnTo>
                    <a:pt x="2920" y="9777"/>
                  </a:lnTo>
                  <a:lnTo>
                    <a:pt x="409218" y="132554"/>
                  </a:lnTo>
                  <a:lnTo>
                    <a:pt x="416074" y="126967"/>
                  </a:lnTo>
                  <a:lnTo>
                    <a:pt x="416074" y="126967"/>
                  </a:lnTo>
                  <a:lnTo>
                    <a:pt x="417217" y="126967"/>
                  </a:lnTo>
                  <a:lnTo>
                    <a:pt x="418233" y="126967"/>
                  </a:lnTo>
                  <a:lnTo>
                    <a:pt x="419249" y="126967"/>
                  </a:lnTo>
                  <a:lnTo>
                    <a:pt x="420392" y="126967"/>
                  </a:lnTo>
                  <a:lnTo>
                    <a:pt x="420392" y="126967"/>
                  </a:lnTo>
                  <a:lnTo>
                    <a:pt x="2540" y="0"/>
                  </a:lnTo>
                  <a:cubicBezTo>
                    <a:pt x="5180" y="330"/>
                    <a:pt x="7059" y="2730"/>
                    <a:pt x="6742" y="5371"/>
                  </a:cubicBezTo>
                  <a:cubicBezTo>
                    <a:pt x="6742" y="5409"/>
                    <a:pt x="6729" y="5434"/>
                    <a:pt x="6729" y="545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7" name="Freeform: Shape 600"/>
            <p:cNvSpPr/>
            <p:nvPr/>
          </p:nvSpPr>
          <p:spPr bwMode="auto">
            <a:xfrm>
              <a:off x="11050920" y="969480"/>
              <a:ext cx="254520" cy="214560"/>
            </a:xfrm>
            <a:custGeom>
              <a:avLst/>
              <a:gdLst>
                <a:gd name="textAreaLeft" fmla="*/ 0 w 254520"/>
                <a:gd name="textAreaRight" fmla="*/ 254880 w 254520"/>
                <a:gd name="textAreaTop" fmla="*/ 0 h 214560"/>
                <a:gd name="textAreaBottom" fmla="*/ 214920 h 214560"/>
                <a:gd name="GluePoint1X" fmla="*/ 254847 w 254846"/>
                <a:gd name="GluePoint1Y" fmla="*/ 0 h 214828"/>
                <a:gd name="GluePoint2X" fmla="*/ 254847 w 254846"/>
                <a:gd name="GluePoint2Y" fmla="*/ 0 h 214828"/>
                <a:gd name="GluePoint3X" fmla="*/ 247991 w 254846"/>
                <a:gd name="GluePoint3Y" fmla="*/ 5587 h 214828"/>
                <a:gd name="GluePoint4X" fmla="*/ 3830 w 254846"/>
                <a:gd name="GluePoint4Y" fmla="*/ 204417 h 214828"/>
                <a:gd name="GluePoint5X" fmla="*/ 1545 w 254846"/>
                <a:gd name="GluePoint5Y" fmla="*/ 206321 h 214828"/>
                <a:gd name="GluePoint6X" fmla="*/ 1139 w 254846"/>
                <a:gd name="GluePoint6Y" fmla="*/ 212771 h 214828"/>
                <a:gd name="GluePoint7X" fmla="*/ 1545 w 254846"/>
                <a:gd name="GluePoint7Y" fmla="*/ 213178 h 214828"/>
                <a:gd name="GluePoint8X" fmla="*/ 5608 w 254846"/>
                <a:gd name="GluePoint8Y" fmla="*/ 214828 h 214828"/>
                <a:gd name="GluePoint9X" fmla="*/ 7386 w 254846"/>
                <a:gd name="GluePoint9Y" fmla="*/ 214828 h 214828"/>
                <a:gd name="GluePoint10X" fmla="*/ 8909 w 254846"/>
                <a:gd name="GluePoint10Y" fmla="*/ 213940 h 214828"/>
                <a:gd name="GluePoint11X" fmla="*/ 8909 w 254846"/>
                <a:gd name="GluePoint11Y" fmla="*/ 213940 h 214828"/>
                <a:gd name="GluePoint12X" fmla="*/ 10687 w 254846"/>
                <a:gd name="GluePoint12Y" fmla="*/ 212543 h 214828"/>
                <a:gd name="GluePoint13X" fmla="*/ 252562 w 254846"/>
                <a:gd name="GluePoint13Y" fmla="*/ 15490 h 214828"/>
                <a:gd name="GluePoint14X" fmla="*/ 252562 w 254846"/>
                <a:gd name="GluePoint14Y" fmla="*/ 4571 h 214828"/>
                <a:gd name="GluePoint15X" fmla="*/ 254847 w 254846"/>
                <a:gd name="GluePoint15Y" fmla="*/ 0 h 2148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254846" h="214828" extrusionOk="0">
                  <a:moveTo>
                    <a:pt x="254847" y="0"/>
                  </a:moveTo>
                  <a:lnTo>
                    <a:pt x="254847" y="0"/>
                  </a:lnTo>
                  <a:lnTo>
                    <a:pt x="247991" y="5587"/>
                  </a:lnTo>
                  <a:lnTo>
                    <a:pt x="3830" y="204417"/>
                  </a:lnTo>
                  <a:lnTo>
                    <a:pt x="1545" y="206321"/>
                  </a:lnTo>
                  <a:cubicBezTo>
                    <a:pt x="-347" y="207997"/>
                    <a:pt x="-524" y="210880"/>
                    <a:pt x="1139" y="212771"/>
                  </a:cubicBezTo>
                  <a:cubicBezTo>
                    <a:pt x="1266" y="212911"/>
                    <a:pt x="1406" y="213051"/>
                    <a:pt x="1545" y="213178"/>
                  </a:cubicBezTo>
                  <a:cubicBezTo>
                    <a:pt x="2611" y="214257"/>
                    <a:pt x="4085" y="214854"/>
                    <a:pt x="5608" y="214828"/>
                  </a:cubicBezTo>
                  <a:lnTo>
                    <a:pt x="7386" y="214828"/>
                  </a:lnTo>
                  <a:lnTo>
                    <a:pt x="8909" y="213940"/>
                  </a:lnTo>
                  <a:lnTo>
                    <a:pt x="8909" y="213940"/>
                  </a:lnTo>
                  <a:lnTo>
                    <a:pt x="10687" y="212543"/>
                  </a:lnTo>
                  <a:lnTo>
                    <a:pt x="252562" y="15490"/>
                  </a:lnTo>
                  <a:lnTo>
                    <a:pt x="252562" y="4571"/>
                  </a:lnTo>
                  <a:cubicBezTo>
                    <a:pt x="252384" y="2730"/>
                    <a:pt x="253272" y="965"/>
                    <a:pt x="254847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8" name="Freeform: Shape 601"/>
            <p:cNvSpPr/>
            <p:nvPr/>
          </p:nvSpPr>
          <p:spPr bwMode="auto">
            <a:xfrm>
              <a:off x="11314440" y="97128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0 w 57"/>
                <a:gd name="GluePoint1Y" fmla="*/ 762 h 1015"/>
                <a:gd name="GluePoint2X" fmla="*/ 0 w 57"/>
                <a:gd name="GluePoint2Y" fmla="*/ 0 h 1015"/>
                <a:gd name="GluePoint3X" fmla="*/ 0 w 57"/>
                <a:gd name="GluePoint3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57" h="1015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77" y="330"/>
                    <a:pt x="77" y="686"/>
                    <a:pt x="0" y="1016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79" name="Freeform: Shape 602"/>
            <p:cNvSpPr/>
            <p:nvPr/>
          </p:nvSpPr>
          <p:spPr bwMode="auto">
            <a:xfrm>
              <a:off x="11311200" y="96948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762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cubicBezTo>
                    <a:pt x="762" y="0"/>
                    <a:pt x="762" y="0"/>
                    <a:pt x="0" y="0"/>
                  </a:cubicBezTo>
                  <a:lnTo>
                    <a:pt x="76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0" name="Freeform: Shape 603"/>
            <p:cNvSpPr/>
            <p:nvPr/>
          </p:nvSpPr>
          <p:spPr bwMode="auto">
            <a:xfrm>
              <a:off x="11313360" y="97056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0 h 761"/>
                <a:gd name="GluePoint4X" fmla="*/ 0 w 12696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1" name="Freeform: Shape 604"/>
            <p:cNvSpPr/>
            <p:nvPr/>
          </p:nvSpPr>
          <p:spPr bwMode="auto">
            <a:xfrm>
              <a:off x="12075480" y="495000"/>
              <a:ext cx="114840" cy="42120"/>
            </a:xfrm>
            <a:custGeom>
              <a:avLst/>
              <a:gdLst>
                <a:gd name="textAreaLeft" fmla="*/ 0 w 114840"/>
                <a:gd name="textAreaRight" fmla="*/ 115200 w 114840"/>
                <a:gd name="textAreaTop" fmla="*/ 0 h 42120"/>
                <a:gd name="textAreaBottom" fmla="*/ 42480 h 42120"/>
                <a:gd name="GluePoint1X" fmla="*/ 6951 w 115128"/>
                <a:gd name="GluePoint1Y" fmla="*/ 239 h 42392"/>
                <a:gd name="GluePoint2X" fmla="*/ 95 w 115128"/>
                <a:gd name="GluePoint2Y" fmla="*/ 3413 h 42392"/>
                <a:gd name="GluePoint3X" fmla="*/ 95 w 115128"/>
                <a:gd name="GluePoint3Y" fmla="*/ 5064 h 42392"/>
                <a:gd name="GluePoint4X" fmla="*/ 95 w 115128"/>
                <a:gd name="GluePoint4Y" fmla="*/ 6080 h 42392"/>
                <a:gd name="GluePoint5X" fmla="*/ 95 w 115128"/>
                <a:gd name="GluePoint5Y" fmla="*/ 6968 h 42392"/>
                <a:gd name="GluePoint6X" fmla="*/ 730 w 115128"/>
                <a:gd name="GluePoint6Y" fmla="*/ 7730 h 42392"/>
                <a:gd name="GluePoint7X" fmla="*/ 730 w 115128"/>
                <a:gd name="GluePoint7Y" fmla="*/ 8492 h 42392"/>
                <a:gd name="GluePoint8X" fmla="*/ 1492 w 115128"/>
                <a:gd name="GluePoint8Y" fmla="*/ 8492 h 42392"/>
                <a:gd name="GluePoint9X" fmla="*/ 2508 w 115128"/>
                <a:gd name="GluePoint9Y" fmla="*/ 8492 h 42392"/>
                <a:gd name="GluePoint10X" fmla="*/ 2508 w 115128"/>
                <a:gd name="GluePoint10Y" fmla="*/ 8492 h 42392"/>
                <a:gd name="GluePoint11X" fmla="*/ 115129 w 115128"/>
                <a:gd name="GluePoint11Y" fmla="*/ 42392 h 42392"/>
                <a:gd name="GluePoint12X" fmla="*/ 115129 w 115128"/>
                <a:gd name="GluePoint12Y" fmla="*/ 32108 h 42392"/>
                <a:gd name="GluePoint13X" fmla="*/ 9618 w 115128"/>
                <a:gd name="GluePoint13Y" fmla="*/ 239 h 4239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15128" h="42392" extrusionOk="0">
                  <a:moveTo>
                    <a:pt x="6951" y="239"/>
                  </a:moveTo>
                  <a:cubicBezTo>
                    <a:pt x="4196" y="-586"/>
                    <a:pt x="1251" y="785"/>
                    <a:pt x="95" y="3413"/>
                  </a:cubicBezTo>
                  <a:cubicBezTo>
                    <a:pt x="-32" y="3959"/>
                    <a:pt x="-32" y="4518"/>
                    <a:pt x="95" y="5064"/>
                  </a:cubicBezTo>
                  <a:cubicBezTo>
                    <a:pt x="95" y="5064"/>
                    <a:pt x="95" y="5826"/>
                    <a:pt x="95" y="6080"/>
                  </a:cubicBezTo>
                  <a:cubicBezTo>
                    <a:pt x="95" y="6334"/>
                    <a:pt x="95" y="6715"/>
                    <a:pt x="95" y="6968"/>
                  </a:cubicBezTo>
                  <a:lnTo>
                    <a:pt x="730" y="7730"/>
                  </a:lnTo>
                  <a:lnTo>
                    <a:pt x="730" y="8492"/>
                  </a:lnTo>
                  <a:lnTo>
                    <a:pt x="1492" y="8492"/>
                  </a:lnTo>
                  <a:lnTo>
                    <a:pt x="2508" y="8492"/>
                  </a:lnTo>
                  <a:lnTo>
                    <a:pt x="2508" y="8492"/>
                  </a:lnTo>
                  <a:lnTo>
                    <a:pt x="115129" y="42392"/>
                  </a:lnTo>
                  <a:lnTo>
                    <a:pt x="115129" y="32108"/>
                  </a:lnTo>
                  <a:lnTo>
                    <a:pt x="9618" y="23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2520" rIns="90000" bIns="-25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2" name="Freeform: Shape 605"/>
            <p:cNvSpPr/>
            <p:nvPr/>
          </p:nvSpPr>
          <p:spPr bwMode="auto">
            <a:xfrm>
              <a:off x="12076200" y="81359"/>
              <a:ext cx="114840" cy="42480"/>
            </a:xfrm>
            <a:custGeom>
              <a:avLst/>
              <a:gdLst>
                <a:gd name="textAreaLeft" fmla="*/ 0 w 114840"/>
                <a:gd name="textAreaRight" fmla="*/ 115200 w 114840"/>
                <a:gd name="textAreaTop" fmla="*/ 0 h 42480"/>
                <a:gd name="textAreaBottom" fmla="*/ 42840 h 42480"/>
                <a:gd name="GluePoint1X" fmla="*/ 6151 w 115217"/>
                <a:gd name="GluePoint1Y" fmla="*/ 279 h 42813"/>
                <a:gd name="GluePoint2X" fmla="*/ 692 w 115217"/>
                <a:gd name="GluePoint2Y" fmla="*/ 1422 h 42813"/>
                <a:gd name="GluePoint3X" fmla="*/ 57 w 115217"/>
                <a:gd name="GluePoint3Y" fmla="*/ 2311 h 42813"/>
                <a:gd name="GluePoint4X" fmla="*/ 57 w 115217"/>
                <a:gd name="GluePoint4Y" fmla="*/ 3073 h 42813"/>
                <a:gd name="GluePoint5X" fmla="*/ 57 w 115217"/>
                <a:gd name="GluePoint5Y" fmla="*/ 3073 h 42813"/>
                <a:gd name="GluePoint6X" fmla="*/ 57 w 115217"/>
                <a:gd name="GluePoint6Y" fmla="*/ 3708 h 42813"/>
                <a:gd name="GluePoint7X" fmla="*/ 57 w 115217"/>
                <a:gd name="GluePoint7Y" fmla="*/ 4723 h 42813"/>
                <a:gd name="GluePoint8X" fmla="*/ 57 w 115217"/>
                <a:gd name="GluePoint8Y" fmla="*/ 5612 h 42813"/>
                <a:gd name="GluePoint9X" fmla="*/ 57 w 115217"/>
                <a:gd name="GluePoint9Y" fmla="*/ 6501 h 42813"/>
                <a:gd name="GluePoint10X" fmla="*/ 57 w 115217"/>
                <a:gd name="GluePoint10Y" fmla="*/ 7390 h 42813"/>
                <a:gd name="GluePoint11X" fmla="*/ 692 w 115217"/>
                <a:gd name="GluePoint11Y" fmla="*/ 8024 h 42813"/>
                <a:gd name="GluePoint12X" fmla="*/ 1708 w 115217"/>
                <a:gd name="GluePoint12Y" fmla="*/ 8786 h 42813"/>
                <a:gd name="GluePoint13X" fmla="*/ 2596 w 115217"/>
                <a:gd name="GluePoint13Y" fmla="*/ 8786 h 42813"/>
                <a:gd name="GluePoint14X" fmla="*/ 2596 w 115217"/>
                <a:gd name="GluePoint14Y" fmla="*/ 8786 h 42813"/>
                <a:gd name="GluePoint15X" fmla="*/ 9707 w 115217"/>
                <a:gd name="GluePoint15Y" fmla="*/ 10945 h 42813"/>
                <a:gd name="GluePoint16X" fmla="*/ 115217 w 115217"/>
                <a:gd name="GluePoint16Y" fmla="*/ 42814 h 42813"/>
                <a:gd name="GluePoint17X" fmla="*/ 115217 w 115217"/>
                <a:gd name="GluePoint17Y" fmla="*/ 32529 h 42813"/>
                <a:gd name="GluePoint18X" fmla="*/ 14912 w 115217"/>
                <a:gd name="GluePoint18Y" fmla="*/ 2184 h 428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15217" h="42813" extrusionOk="0">
                  <a:moveTo>
                    <a:pt x="6151" y="279"/>
                  </a:moveTo>
                  <a:cubicBezTo>
                    <a:pt x="4260" y="-343"/>
                    <a:pt x="2177" y="89"/>
                    <a:pt x="692" y="1422"/>
                  </a:cubicBezTo>
                  <a:cubicBezTo>
                    <a:pt x="413" y="1663"/>
                    <a:pt x="196" y="1968"/>
                    <a:pt x="57" y="2311"/>
                  </a:cubicBezTo>
                  <a:cubicBezTo>
                    <a:pt x="19" y="2565"/>
                    <a:pt x="19" y="2819"/>
                    <a:pt x="57" y="3073"/>
                  </a:cubicBezTo>
                  <a:lnTo>
                    <a:pt x="57" y="3073"/>
                  </a:lnTo>
                  <a:lnTo>
                    <a:pt x="57" y="3708"/>
                  </a:lnTo>
                  <a:cubicBezTo>
                    <a:pt x="-7" y="4038"/>
                    <a:pt x="-7" y="4393"/>
                    <a:pt x="57" y="4723"/>
                  </a:cubicBezTo>
                  <a:cubicBezTo>
                    <a:pt x="-7" y="5015"/>
                    <a:pt x="-7" y="5320"/>
                    <a:pt x="57" y="5612"/>
                  </a:cubicBezTo>
                  <a:cubicBezTo>
                    <a:pt x="-19" y="5904"/>
                    <a:pt x="-19" y="6209"/>
                    <a:pt x="57" y="6501"/>
                  </a:cubicBezTo>
                  <a:cubicBezTo>
                    <a:pt x="31" y="6793"/>
                    <a:pt x="31" y="7098"/>
                    <a:pt x="57" y="7390"/>
                  </a:cubicBezTo>
                  <a:lnTo>
                    <a:pt x="692" y="8024"/>
                  </a:lnTo>
                  <a:cubicBezTo>
                    <a:pt x="971" y="8342"/>
                    <a:pt x="1314" y="8609"/>
                    <a:pt x="1708" y="8786"/>
                  </a:cubicBezTo>
                  <a:lnTo>
                    <a:pt x="2596" y="8786"/>
                  </a:lnTo>
                  <a:lnTo>
                    <a:pt x="2596" y="8786"/>
                  </a:lnTo>
                  <a:lnTo>
                    <a:pt x="9707" y="10945"/>
                  </a:lnTo>
                  <a:lnTo>
                    <a:pt x="115217" y="42814"/>
                  </a:lnTo>
                  <a:lnTo>
                    <a:pt x="115217" y="32529"/>
                  </a:lnTo>
                  <a:lnTo>
                    <a:pt x="14912" y="218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2160" rIns="90000" bIns="-21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3" name="Freeform: Shape 606"/>
            <p:cNvSpPr/>
            <p:nvPr/>
          </p:nvSpPr>
          <p:spPr bwMode="auto">
            <a:xfrm>
              <a:off x="11518920" y="1371960"/>
              <a:ext cx="672480" cy="2246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24640"/>
                <a:gd name="textAreaBottom" fmla="*/ 225000 h 224640"/>
                <a:gd name="GluePoint1X" fmla="*/ 7364 w 672931"/>
                <a:gd name="GluePoint1Y" fmla="*/ 3555 h 224858"/>
                <a:gd name="GluePoint2X" fmla="*/ 1904 w 672931"/>
                <a:gd name="GluePoint2Y" fmla="*/ 8380 h 224858"/>
                <a:gd name="GluePoint3X" fmla="*/ 0 w 672931"/>
                <a:gd name="GluePoint3Y" fmla="*/ 8380 h 224858"/>
                <a:gd name="GluePoint4X" fmla="*/ 0 w 672931"/>
                <a:gd name="GluePoint4Y" fmla="*/ 8380 h 224858"/>
                <a:gd name="GluePoint5X" fmla="*/ 672932 w 672931"/>
                <a:gd name="GluePoint5Y" fmla="*/ 224859 h 224858"/>
                <a:gd name="GluePoint6X" fmla="*/ 672932 w 672931"/>
                <a:gd name="GluePoint6Y" fmla="*/ 214448 h 224858"/>
                <a:gd name="GluePoint7X" fmla="*/ 7364 w 672931"/>
                <a:gd name="GluePoint7Y" fmla="*/ 0 h 22485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672931" h="224858" extrusionOk="0">
                  <a:moveTo>
                    <a:pt x="7364" y="3555"/>
                  </a:moveTo>
                  <a:cubicBezTo>
                    <a:pt x="7161" y="6386"/>
                    <a:pt x="4736" y="8519"/>
                    <a:pt x="1904" y="8380"/>
                  </a:cubicBezTo>
                  <a:lnTo>
                    <a:pt x="0" y="8380"/>
                  </a:lnTo>
                  <a:lnTo>
                    <a:pt x="0" y="8380"/>
                  </a:lnTo>
                  <a:lnTo>
                    <a:pt x="672932" y="224859"/>
                  </a:lnTo>
                  <a:lnTo>
                    <a:pt x="672932" y="214448"/>
                  </a:lnTo>
                  <a:lnTo>
                    <a:pt x="7364" y="0"/>
                  </a:lnTo>
                  <a:close/>
                </a:path>
              </a:pathLst>
            </a:custGeom>
            <a:solidFill>
              <a:schemeClr val="accent4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4" name="Freeform: Shape 607"/>
            <p:cNvSpPr/>
            <p:nvPr/>
          </p:nvSpPr>
          <p:spPr bwMode="auto">
            <a:xfrm>
              <a:off x="11515680" y="116675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9"/>
                <a:gd name="GluePoint1Y" fmla="*/ 127 h 888"/>
                <a:gd name="GluePoint2X" fmla="*/ 0 w 9"/>
                <a:gd name="GluePoint2Y" fmla="*/ 889 h 888"/>
                <a:gd name="GluePoint3X" fmla="*/ 0 w 9"/>
                <a:gd name="GluePoint3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 extrusionOk="0">
                  <a:moveTo>
                    <a:pt x="0" y="127"/>
                  </a:moveTo>
                  <a:cubicBezTo>
                    <a:pt x="0" y="127"/>
                    <a:pt x="0" y="127"/>
                    <a:pt x="0" y="889"/>
                  </a:cubicBezTo>
                  <a:cubicBezTo>
                    <a:pt x="12" y="597"/>
                    <a:pt x="12" y="292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5" name="Freeform: Shape 608"/>
            <p:cNvSpPr/>
            <p:nvPr/>
          </p:nvSpPr>
          <p:spPr bwMode="auto">
            <a:xfrm>
              <a:off x="11518920" y="1166040"/>
              <a:ext cx="672480" cy="222840"/>
            </a:xfrm>
            <a:custGeom>
              <a:avLst/>
              <a:gdLst>
                <a:gd name="textAreaLeft" fmla="*/ 0 w 672480"/>
                <a:gd name="textAreaRight" fmla="*/ 672840 w 672480"/>
                <a:gd name="textAreaTop" fmla="*/ 0 h 222840"/>
                <a:gd name="textAreaBottom" fmla="*/ 223200 h 222840"/>
                <a:gd name="GluePoint1X" fmla="*/ 5713 w 672677"/>
                <a:gd name="GluePoint1Y" fmla="*/ 5967 h 223208"/>
                <a:gd name="GluePoint2X" fmla="*/ 1904 w 672677"/>
                <a:gd name="GluePoint2Y" fmla="*/ 7364 h 223208"/>
                <a:gd name="GluePoint3X" fmla="*/ 0 w 672677"/>
                <a:gd name="GluePoint3Y" fmla="*/ 7364 h 223208"/>
                <a:gd name="GluePoint4X" fmla="*/ 0 w 672677"/>
                <a:gd name="GluePoint4Y" fmla="*/ 7364 h 223208"/>
                <a:gd name="GluePoint5X" fmla="*/ 1777 w 672677"/>
                <a:gd name="GluePoint5Y" fmla="*/ 7364 h 223208"/>
                <a:gd name="GluePoint6X" fmla="*/ 672678 w 672677"/>
                <a:gd name="GluePoint6Y" fmla="*/ 223208 h 223208"/>
                <a:gd name="GluePoint7X" fmla="*/ 672678 w 672677"/>
                <a:gd name="GluePoint7Y" fmla="*/ 212797 h 223208"/>
                <a:gd name="GluePoint8X" fmla="*/ 12443 w 672677"/>
                <a:gd name="GluePoint8Y" fmla="*/ 0 h 22320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672677" h="223208" extrusionOk="0">
                  <a:moveTo>
                    <a:pt x="5713" y="5967"/>
                  </a:moveTo>
                  <a:cubicBezTo>
                    <a:pt x="4647" y="6869"/>
                    <a:pt x="3301" y="7364"/>
                    <a:pt x="1904" y="7364"/>
                  </a:cubicBezTo>
                  <a:lnTo>
                    <a:pt x="0" y="7364"/>
                  </a:lnTo>
                  <a:lnTo>
                    <a:pt x="0" y="7364"/>
                  </a:lnTo>
                  <a:lnTo>
                    <a:pt x="1777" y="7364"/>
                  </a:lnTo>
                  <a:lnTo>
                    <a:pt x="672678" y="223208"/>
                  </a:lnTo>
                  <a:lnTo>
                    <a:pt x="672678" y="212797"/>
                  </a:lnTo>
                  <a:lnTo>
                    <a:pt x="124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6" name="Freeform: Shape 609"/>
            <p:cNvSpPr/>
            <p:nvPr/>
          </p:nvSpPr>
          <p:spPr bwMode="auto">
            <a:xfrm>
              <a:off x="12104280" y="643320"/>
              <a:ext cx="87120" cy="3636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36360"/>
                <a:gd name="textAreaBottom" fmla="*/ 36720 h 36360"/>
                <a:gd name="GluePoint1X" fmla="*/ 0 w 87608"/>
                <a:gd name="GluePoint1Y" fmla="*/ 0 h 36566"/>
                <a:gd name="GluePoint2X" fmla="*/ 2920 w 87608"/>
                <a:gd name="GluePoint2Y" fmla="*/ 1270 h 36566"/>
                <a:gd name="GluePoint3X" fmla="*/ 3263 w 87608"/>
                <a:gd name="GluePoint3Y" fmla="*/ 7910 h 36566"/>
                <a:gd name="GluePoint4X" fmla="*/ 2920 w 87608"/>
                <a:gd name="GluePoint4Y" fmla="*/ 8253 h 36566"/>
                <a:gd name="GluePoint5X" fmla="*/ 635 w 87608"/>
                <a:gd name="GluePoint5Y" fmla="*/ 10284 h 36566"/>
                <a:gd name="GluePoint6X" fmla="*/ 87608 w 87608"/>
                <a:gd name="GluePoint6Y" fmla="*/ 36567 h 36566"/>
                <a:gd name="GluePoint7X" fmla="*/ 87608 w 87608"/>
                <a:gd name="GluePoint7Y" fmla="*/ 26282 h 36566"/>
                <a:gd name="GluePoint8X" fmla="*/ 889 w 87608"/>
                <a:gd name="GluePoint8Y" fmla="*/ 0 h 365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</a:cxnLst>
              <a:rect l="textAreaLeft" t="textAreaTop" r="textAreaRight" b="textAreaBottom"/>
              <a:pathLst>
                <a:path w="87608" h="36566" extrusionOk="0">
                  <a:moveTo>
                    <a:pt x="0" y="0"/>
                  </a:moveTo>
                  <a:cubicBezTo>
                    <a:pt x="1080" y="127"/>
                    <a:pt x="2095" y="571"/>
                    <a:pt x="2920" y="1270"/>
                  </a:cubicBezTo>
                  <a:cubicBezTo>
                    <a:pt x="4850" y="3009"/>
                    <a:pt x="5002" y="5980"/>
                    <a:pt x="3263" y="7910"/>
                  </a:cubicBezTo>
                  <a:cubicBezTo>
                    <a:pt x="3162" y="8024"/>
                    <a:pt x="3047" y="8139"/>
                    <a:pt x="2920" y="8253"/>
                  </a:cubicBezTo>
                  <a:lnTo>
                    <a:pt x="635" y="10284"/>
                  </a:lnTo>
                  <a:lnTo>
                    <a:pt x="87608" y="36567"/>
                  </a:lnTo>
                  <a:lnTo>
                    <a:pt x="87608" y="26282"/>
                  </a:lnTo>
                  <a:lnTo>
                    <a:pt x="88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8280" rIns="90000" bIns="-8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7" name="Freeform: Shape 610"/>
            <p:cNvSpPr/>
            <p:nvPr/>
          </p:nvSpPr>
          <p:spPr bwMode="auto">
            <a:xfrm>
              <a:off x="11997720" y="2095560"/>
              <a:ext cx="189360" cy="250920"/>
            </a:xfrm>
            <a:custGeom>
              <a:avLst/>
              <a:gdLst>
                <a:gd name="textAreaLeft" fmla="*/ 0 w 189360"/>
                <a:gd name="textAreaRight" fmla="*/ 189720 w 189360"/>
                <a:gd name="textAreaTop" fmla="*/ 0 h 250920"/>
                <a:gd name="textAreaBottom" fmla="*/ 251280 h 250920"/>
                <a:gd name="GluePoint1X" fmla="*/ 184231 w 189690"/>
                <a:gd name="GluePoint1Y" fmla="*/ 6475 h 251267"/>
                <a:gd name="GluePoint2X" fmla="*/ 178899 w 189690"/>
                <a:gd name="GluePoint2Y" fmla="*/ 1663 h 251267"/>
                <a:gd name="GluePoint3X" fmla="*/ 178899 w 189690"/>
                <a:gd name="GluePoint3Y" fmla="*/ 1524 h 251267"/>
                <a:gd name="GluePoint4X" fmla="*/ 178899 w 189690"/>
                <a:gd name="GluePoint4Y" fmla="*/ 0 h 251267"/>
                <a:gd name="GluePoint5X" fmla="*/ 0 w 189690"/>
                <a:gd name="GluePoint5Y" fmla="*/ 233746 h 251267"/>
                <a:gd name="GluePoint6X" fmla="*/ 0 w 189690"/>
                <a:gd name="GluePoint6Y" fmla="*/ 249363 h 251267"/>
                <a:gd name="GluePoint7X" fmla="*/ 0 w 189690"/>
                <a:gd name="GluePoint7Y" fmla="*/ 249363 h 251267"/>
                <a:gd name="GluePoint8X" fmla="*/ 0 w 189690"/>
                <a:gd name="GluePoint8Y" fmla="*/ 250379 h 251267"/>
                <a:gd name="GluePoint9X" fmla="*/ 0 w 189690"/>
                <a:gd name="GluePoint9Y" fmla="*/ 251268 h 251267"/>
                <a:gd name="GluePoint10X" fmla="*/ 0 w 189690"/>
                <a:gd name="GluePoint10Y" fmla="*/ 251268 h 251267"/>
                <a:gd name="GluePoint11X" fmla="*/ 189691 w 189690"/>
                <a:gd name="GluePoint11Y" fmla="*/ 3809 h 251267"/>
                <a:gd name="GluePoint12X" fmla="*/ 189691 w 189690"/>
                <a:gd name="GluePoint12Y" fmla="*/ 3809 h 251267"/>
                <a:gd name="GluePoint13X" fmla="*/ 184231 w 189690"/>
                <a:gd name="GluePoint13Y" fmla="*/ 6475 h 2512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89690" h="251267" extrusionOk="0">
                  <a:moveTo>
                    <a:pt x="184231" y="6475"/>
                  </a:moveTo>
                  <a:cubicBezTo>
                    <a:pt x="181425" y="6615"/>
                    <a:pt x="179038" y="4457"/>
                    <a:pt x="178899" y="1663"/>
                  </a:cubicBezTo>
                  <a:cubicBezTo>
                    <a:pt x="178899" y="1613"/>
                    <a:pt x="178899" y="1575"/>
                    <a:pt x="178899" y="1524"/>
                  </a:cubicBezTo>
                  <a:lnTo>
                    <a:pt x="178899" y="0"/>
                  </a:lnTo>
                  <a:lnTo>
                    <a:pt x="0" y="233746"/>
                  </a:lnTo>
                  <a:lnTo>
                    <a:pt x="0" y="249363"/>
                  </a:lnTo>
                  <a:cubicBezTo>
                    <a:pt x="0" y="249363"/>
                    <a:pt x="0" y="249363"/>
                    <a:pt x="0" y="249363"/>
                  </a:cubicBezTo>
                  <a:cubicBezTo>
                    <a:pt x="0" y="249363"/>
                    <a:pt x="0" y="249998"/>
                    <a:pt x="0" y="250379"/>
                  </a:cubicBezTo>
                  <a:lnTo>
                    <a:pt x="0" y="251268"/>
                  </a:lnTo>
                  <a:lnTo>
                    <a:pt x="0" y="251268"/>
                  </a:lnTo>
                  <a:lnTo>
                    <a:pt x="189691" y="3809"/>
                  </a:lnTo>
                  <a:lnTo>
                    <a:pt x="189691" y="3809"/>
                  </a:lnTo>
                  <a:cubicBezTo>
                    <a:pt x="188599" y="5752"/>
                    <a:pt x="186427" y="6806"/>
                    <a:pt x="184231" y="647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8" name="Freeform: Shape 611"/>
            <p:cNvSpPr/>
            <p:nvPr/>
          </p:nvSpPr>
          <p:spPr bwMode="auto">
            <a:xfrm>
              <a:off x="12183480" y="18864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1016 w 1015"/>
                <a:gd name="GluePoint1Y" fmla="*/ 0 h 12696"/>
                <a:gd name="GluePoint2X" fmla="*/ 0 w 1015"/>
                <a:gd name="GluePoint2Y" fmla="*/ 0 h 12696"/>
                <a:gd name="GluePoint3X" fmla="*/ 0 w 101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15" h="12696" extrusionOk="0">
                  <a:moveTo>
                    <a:pt x="1016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89" name="Freeform: Shape 612"/>
            <p:cNvSpPr/>
            <p:nvPr/>
          </p:nvSpPr>
          <p:spPr bwMode="auto">
            <a:xfrm>
              <a:off x="12176640" y="1890360"/>
              <a:ext cx="10080" cy="2116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211680"/>
                <a:gd name="textAreaBottom" fmla="*/ 212040 h 211680"/>
                <a:gd name="GluePoint1X" fmla="*/ 10538 w 10537"/>
                <a:gd name="GluePoint1Y" fmla="*/ 1143 h 211909"/>
                <a:gd name="GluePoint2X" fmla="*/ 10538 w 10537"/>
                <a:gd name="GluePoint2Y" fmla="*/ 1143 h 211909"/>
                <a:gd name="GluePoint3X" fmla="*/ 9776 w 10537"/>
                <a:gd name="GluePoint3Y" fmla="*/ 2793 h 211909"/>
                <a:gd name="GluePoint4X" fmla="*/ 0 w 10537"/>
                <a:gd name="GluePoint4Y" fmla="*/ 15490 h 211909"/>
                <a:gd name="GluePoint5X" fmla="*/ 0 w 10537"/>
                <a:gd name="GluePoint5Y" fmla="*/ 206956 h 211909"/>
                <a:gd name="GluePoint6X" fmla="*/ 5193 w 10537"/>
                <a:gd name="GluePoint6Y" fmla="*/ 211908 h 211909"/>
                <a:gd name="GluePoint7X" fmla="*/ 5332 w 10537"/>
                <a:gd name="GluePoint7Y" fmla="*/ 211908 h 211909"/>
                <a:gd name="GluePoint8X" fmla="*/ 10030 w 10537"/>
                <a:gd name="GluePoint8Y" fmla="*/ 209369 h 211909"/>
                <a:gd name="GluePoint9X" fmla="*/ 10030 w 10537"/>
                <a:gd name="GluePoint9Y" fmla="*/ 208480 h 211909"/>
                <a:gd name="GluePoint10X" fmla="*/ 10030 w 10537"/>
                <a:gd name="GluePoint10Y" fmla="*/ 207464 h 211909"/>
                <a:gd name="GluePoint11X" fmla="*/ 10030 w 10537"/>
                <a:gd name="GluePoint11Y" fmla="*/ 207464 h 211909"/>
                <a:gd name="GluePoint12X" fmla="*/ 10030 w 10537"/>
                <a:gd name="GluePoint12Y" fmla="*/ 0 h 211909"/>
                <a:gd name="GluePoint13X" fmla="*/ 10538 w 10537"/>
                <a:gd name="GluePoint13Y" fmla="*/ 1143 h 21190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537" h="211909" extrusionOk="0">
                  <a:moveTo>
                    <a:pt x="10538" y="1143"/>
                  </a:moveTo>
                  <a:lnTo>
                    <a:pt x="10538" y="1143"/>
                  </a:lnTo>
                  <a:cubicBezTo>
                    <a:pt x="10411" y="1739"/>
                    <a:pt x="10157" y="2311"/>
                    <a:pt x="9776" y="2793"/>
                  </a:cubicBezTo>
                  <a:lnTo>
                    <a:pt x="0" y="15490"/>
                  </a:lnTo>
                  <a:lnTo>
                    <a:pt x="0" y="206956"/>
                  </a:lnTo>
                  <a:cubicBezTo>
                    <a:pt x="63" y="209762"/>
                    <a:pt x="2399" y="211984"/>
                    <a:pt x="5193" y="211908"/>
                  </a:cubicBezTo>
                  <a:cubicBezTo>
                    <a:pt x="5243" y="211908"/>
                    <a:pt x="5281" y="211908"/>
                    <a:pt x="5332" y="211908"/>
                  </a:cubicBezTo>
                  <a:cubicBezTo>
                    <a:pt x="7237" y="211959"/>
                    <a:pt x="9027" y="210994"/>
                    <a:pt x="10030" y="209369"/>
                  </a:cubicBezTo>
                  <a:lnTo>
                    <a:pt x="10030" y="208480"/>
                  </a:lnTo>
                  <a:cubicBezTo>
                    <a:pt x="10081" y="208150"/>
                    <a:pt x="10081" y="207794"/>
                    <a:pt x="10030" y="207464"/>
                  </a:cubicBezTo>
                  <a:cubicBezTo>
                    <a:pt x="10030" y="207464"/>
                    <a:pt x="10030" y="207464"/>
                    <a:pt x="10030" y="207464"/>
                  </a:cubicBezTo>
                  <a:lnTo>
                    <a:pt x="10030" y="0"/>
                  </a:lnTo>
                  <a:cubicBezTo>
                    <a:pt x="10271" y="343"/>
                    <a:pt x="10436" y="736"/>
                    <a:pt x="10538" y="114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0" name="Freeform: Shape 613"/>
            <p:cNvSpPr/>
            <p:nvPr/>
          </p:nvSpPr>
          <p:spPr bwMode="auto">
            <a:xfrm>
              <a:off x="11986920" y="1888560"/>
              <a:ext cx="196560" cy="247320"/>
            </a:xfrm>
            <a:custGeom>
              <a:avLst/>
              <a:gdLst>
                <a:gd name="textAreaLeft" fmla="*/ 0 w 196560"/>
                <a:gd name="textAreaRight" fmla="*/ 196920 w 196560"/>
                <a:gd name="textAreaTop" fmla="*/ 0 h 247320"/>
                <a:gd name="textAreaBottom" fmla="*/ 247680 h 247320"/>
                <a:gd name="GluePoint1X" fmla="*/ 6856 w 197054"/>
                <a:gd name="GluePoint1Y" fmla="*/ 244792 h 247712"/>
                <a:gd name="GluePoint2X" fmla="*/ 6856 w 197054"/>
                <a:gd name="GluePoint2Y" fmla="*/ 244792 h 247712"/>
                <a:gd name="GluePoint3X" fmla="*/ 7618 w 197054"/>
                <a:gd name="GluePoint3Y" fmla="*/ 244792 h 247712"/>
                <a:gd name="GluePoint4X" fmla="*/ 7618 w 197054"/>
                <a:gd name="GluePoint4Y" fmla="*/ 244792 h 247712"/>
                <a:gd name="GluePoint5X" fmla="*/ 7618 w 197054"/>
                <a:gd name="GluePoint5Y" fmla="*/ 244792 h 247712"/>
                <a:gd name="GluePoint6X" fmla="*/ 7618 w 197054"/>
                <a:gd name="GluePoint6Y" fmla="*/ 244792 h 247712"/>
                <a:gd name="GluePoint7X" fmla="*/ 7618 w 197054"/>
                <a:gd name="GluePoint7Y" fmla="*/ 244792 h 247712"/>
                <a:gd name="GluePoint8X" fmla="*/ 7618 w 197054"/>
                <a:gd name="GluePoint8Y" fmla="*/ 244792 h 247712"/>
                <a:gd name="GluePoint9X" fmla="*/ 7618 w 197054"/>
                <a:gd name="GluePoint9Y" fmla="*/ 244792 h 247712"/>
                <a:gd name="GluePoint10X" fmla="*/ 7618 w 197054"/>
                <a:gd name="GluePoint10Y" fmla="*/ 245554 h 247712"/>
                <a:gd name="GluePoint11X" fmla="*/ 7618 w 197054"/>
                <a:gd name="GluePoint11Y" fmla="*/ 247712 h 247712"/>
                <a:gd name="GluePoint12X" fmla="*/ 186516 w 197054"/>
                <a:gd name="GluePoint12Y" fmla="*/ 14347 h 247712"/>
                <a:gd name="GluePoint13X" fmla="*/ 196292 w 197054"/>
                <a:gd name="GluePoint13Y" fmla="*/ 1650 h 247712"/>
                <a:gd name="GluePoint14X" fmla="*/ 197054 w 197054"/>
                <a:gd name="GluePoint14Y" fmla="*/ 0 h 247712"/>
                <a:gd name="GluePoint15X" fmla="*/ 191849 w 197054"/>
                <a:gd name="GluePoint15Y" fmla="*/ 3809 h 247712"/>
                <a:gd name="GluePoint16X" fmla="*/ 190706 w 197054"/>
                <a:gd name="GluePoint16Y" fmla="*/ 3809 h 247712"/>
                <a:gd name="GluePoint17X" fmla="*/ 182834 w 197054"/>
                <a:gd name="GluePoint17Y" fmla="*/ 2158 h 247712"/>
                <a:gd name="GluePoint18X" fmla="*/ 0 w 197054"/>
                <a:gd name="GluePoint18Y" fmla="*/ 240602 h 2477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97054" h="247712" extrusionOk="0">
                  <a:moveTo>
                    <a:pt x="6856" y="244792"/>
                  </a:moveTo>
                  <a:lnTo>
                    <a:pt x="6856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lnTo>
                    <a:pt x="7618" y="244792"/>
                  </a:lnTo>
                  <a:cubicBezTo>
                    <a:pt x="7618" y="244792"/>
                    <a:pt x="7618" y="244792"/>
                    <a:pt x="7618" y="244792"/>
                  </a:cubicBezTo>
                  <a:cubicBezTo>
                    <a:pt x="7618" y="244792"/>
                    <a:pt x="7618" y="244792"/>
                    <a:pt x="7618" y="244792"/>
                  </a:cubicBezTo>
                  <a:cubicBezTo>
                    <a:pt x="7669" y="245046"/>
                    <a:pt x="7669" y="245300"/>
                    <a:pt x="7618" y="245554"/>
                  </a:cubicBezTo>
                  <a:lnTo>
                    <a:pt x="7618" y="247712"/>
                  </a:lnTo>
                  <a:lnTo>
                    <a:pt x="186516" y="14347"/>
                  </a:lnTo>
                  <a:lnTo>
                    <a:pt x="196292" y="1650"/>
                  </a:lnTo>
                  <a:cubicBezTo>
                    <a:pt x="196674" y="1168"/>
                    <a:pt x="196927" y="597"/>
                    <a:pt x="197054" y="0"/>
                  </a:cubicBezTo>
                  <a:cubicBezTo>
                    <a:pt x="196369" y="2298"/>
                    <a:pt x="194236" y="3847"/>
                    <a:pt x="191849" y="3809"/>
                  </a:cubicBezTo>
                  <a:lnTo>
                    <a:pt x="190706" y="3809"/>
                  </a:lnTo>
                  <a:lnTo>
                    <a:pt x="182834" y="2158"/>
                  </a:lnTo>
                  <a:lnTo>
                    <a:pt x="0" y="24060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1" name="Freeform: Shape 614"/>
            <p:cNvSpPr/>
            <p:nvPr/>
          </p:nvSpPr>
          <p:spPr bwMode="auto">
            <a:xfrm>
              <a:off x="12184200" y="18864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889 w 888"/>
                <a:gd name="GluePoint1Y" fmla="*/ 38 h 38"/>
                <a:gd name="GluePoint2X" fmla="*/ 889 w 888"/>
                <a:gd name="GluePoint2Y" fmla="*/ 38 h 38"/>
                <a:gd name="GluePoint3X" fmla="*/ 0 w 888"/>
                <a:gd name="GluePoint3Y" fmla="*/ 38 h 38"/>
                <a:gd name="GluePoint4X" fmla="*/ 889 w 888"/>
                <a:gd name="GluePoint4Y" fmla="*/ 38 h 3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88" h="38" extrusionOk="0">
                  <a:moveTo>
                    <a:pt x="889" y="38"/>
                  </a:moveTo>
                  <a:lnTo>
                    <a:pt x="889" y="38"/>
                  </a:lnTo>
                  <a:lnTo>
                    <a:pt x="0" y="38"/>
                  </a:lnTo>
                  <a:cubicBezTo>
                    <a:pt x="292" y="-13"/>
                    <a:pt x="597" y="-13"/>
                    <a:pt x="889" y="3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2" name="Freeform: Shape 615"/>
            <p:cNvSpPr/>
            <p:nvPr/>
          </p:nvSpPr>
          <p:spPr bwMode="auto">
            <a:xfrm>
              <a:off x="11994120" y="2133720"/>
              <a:ext cx="360" cy="1224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12240"/>
                <a:gd name="textAreaBottom" fmla="*/ 12600 h 12240"/>
                <a:gd name="GluePoint1X" fmla="*/ 762 w 761"/>
                <a:gd name="GluePoint1Y" fmla="*/ 0 h 12696"/>
                <a:gd name="GluePoint2X" fmla="*/ 0 w 761"/>
                <a:gd name="GluePoint2Y" fmla="*/ 0 h 12696"/>
                <a:gd name="GluePoint3X" fmla="*/ 0 w 761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12696" extrusionOk="0">
                  <a:moveTo>
                    <a:pt x="762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3" name="Freeform: Shape 616"/>
            <p:cNvSpPr/>
            <p:nvPr/>
          </p:nvSpPr>
          <p:spPr bwMode="auto">
            <a:xfrm>
              <a:off x="11988000" y="2138040"/>
              <a:ext cx="10440" cy="2070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207000"/>
                <a:gd name="textAreaBottom" fmla="*/ 207360 h 207000"/>
                <a:gd name="GluePoint1X" fmla="*/ 9903 w 10804"/>
                <a:gd name="GluePoint1Y" fmla="*/ 0 h 207210"/>
                <a:gd name="GluePoint2X" fmla="*/ 9903 w 10804"/>
                <a:gd name="GluePoint2Y" fmla="*/ 0 h 207210"/>
                <a:gd name="GluePoint3X" fmla="*/ 9903 w 10804"/>
                <a:gd name="GluePoint3Y" fmla="*/ 1016 h 207210"/>
                <a:gd name="GluePoint4X" fmla="*/ 9903 w 10804"/>
                <a:gd name="GluePoint4Y" fmla="*/ 1016 h 207210"/>
                <a:gd name="GluePoint5X" fmla="*/ 9903 w 10804"/>
                <a:gd name="GluePoint5Y" fmla="*/ 1016 h 207210"/>
                <a:gd name="GluePoint6X" fmla="*/ 9903 w 10804"/>
                <a:gd name="GluePoint6Y" fmla="*/ 2032 h 207210"/>
                <a:gd name="GluePoint7X" fmla="*/ 0 w 10804"/>
                <a:gd name="GluePoint7Y" fmla="*/ 14728 h 207210"/>
                <a:gd name="GluePoint8X" fmla="*/ 0 w 10804"/>
                <a:gd name="GluePoint8Y" fmla="*/ 205179 h 207210"/>
                <a:gd name="GluePoint9X" fmla="*/ 1015 w 10804"/>
                <a:gd name="GluePoint9Y" fmla="*/ 203909 h 207210"/>
                <a:gd name="GluePoint10X" fmla="*/ 8507 w 10804"/>
                <a:gd name="GluePoint10Y" fmla="*/ 202766 h 207210"/>
                <a:gd name="GluePoint11X" fmla="*/ 10792 w 10804"/>
                <a:gd name="GluePoint11Y" fmla="*/ 207210 h 207210"/>
                <a:gd name="GluePoint12X" fmla="*/ 10792 w 10804"/>
                <a:gd name="GluePoint12Y" fmla="*/ 207210 h 207210"/>
                <a:gd name="GluePoint13X" fmla="*/ 10792 w 10804"/>
                <a:gd name="GluePoint13Y" fmla="*/ 0 h 2072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804" h="207210" extrusionOk="0">
                  <a:moveTo>
                    <a:pt x="9903" y="0"/>
                  </a:moveTo>
                  <a:lnTo>
                    <a:pt x="9903" y="0"/>
                  </a:lnTo>
                  <a:cubicBezTo>
                    <a:pt x="9903" y="0"/>
                    <a:pt x="9903" y="635"/>
                    <a:pt x="9903" y="1016"/>
                  </a:cubicBezTo>
                  <a:cubicBezTo>
                    <a:pt x="9903" y="1396"/>
                    <a:pt x="9903" y="1016"/>
                    <a:pt x="9903" y="1016"/>
                  </a:cubicBezTo>
                  <a:lnTo>
                    <a:pt x="9903" y="1016"/>
                  </a:lnTo>
                  <a:cubicBezTo>
                    <a:pt x="9903" y="1016"/>
                    <a:pt x="9903" y="1777"/>
                    <a:pt x="9903" y="2032"/>
                  </a:cubicBezTo>
                  <a:lnTo>
                    <a:pt x="0" y="14728"/>
                  </a:lnTo>
                  <a:lnTo>
                    <a:pt x="0" y="205179"/>
                  </a:lnTo>
                  <a:lnTo>
                    <a:pt x="1015" y="203909"/>
                  </a:lnTo>
                  <a:cubicBezTo>
                    <a:pt x="2869" y="201687"/>
                    <a:pt x="6082" y="201204"/>
                    <a:pt x="8507" y="202766"/>
                  </a:cubicBezTo>
                  <a:cubicBezTo>
                    <a:pt x="10030" y="203706"/>
                    <a:pt x="10919" y="205420"/>
                    <a:pt x="10792" y="207210"/>
                  </a:cubicBezTo>
                  <a:cubicBezTo>
                    <a:pt x="10792" y="207210"/>
                    <a:pt x="10792" y="207210"/>
                    <a:pt x="10792" y="207210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4" name="Freeform: Shape 617"/>
            <p:cNvSpPr/>
            <p:nvPr/>
          </p:nvSpPr>
          <p:spPr bwMode="auto">
            <a:xfrm>
              <a:off x="11996640" y="213516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5" name="Freeform: Shape 618"/>
            <p:cNvSpPr/>
            <p:nvPr/>
          </p:nvSpPr>
          <p:spPr bwMode="auto">
            <a:xfrm>
              <a:off x="11997360" y="21366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6" name="Freeform: Shape 619"/>
            <p:cNvSpPr/>
            <p:nvPr/>
          </p:nvSpPr>
          <p:spPr bwMode="auto">
            <a:xfrm>
              <a:off x="10397880" y="1652759"/>
              <a:ext cx="1596240" cy="487080"/>
            </a:xfrm>
            <a:custGeom>
              <a:avLst/>
              <a:gdLst>
                <a:gd name="textAreaLeft" fmla="*/ 0 w 1596240"/>
                <a:gd name="textAreaRight" fmla="*/ 1596600 w 1596240"/>
                <a:gd name="textAreaTop" fmla="*/ 0 h 487080"/>
                <a:gd name="textAreaBottom" fmla="*/ 487440 h 487080"/>
                <a:gd name="GluePoint1X" fmla="*/ 6439 w 1596716"/>
                <a:gd name="GluePoint1Y" fmla="*/ 0 h 487426"/>
                <a:gd name="GluePoint2X" fmla="*/ 4154 w 1596716"/>
                <a:gd name="GluePoint2Y" fmla="*/ 0 h 487426"/>
                <a:gd name="GluePoint3X" fmla="*/ 3265 w 1596716"/>
                <a:gd name="GluePoint3Y" fmla="*/ 0 h 487426"/>
                <a:gd name="GluePoint4X" fmla="*/ 2249 w 1596716"/>
                <a:gd name="GluePoint4Y" fmla="*/ 0 h 487426"/>
                <a:gd name="GluePoint5X" fmla="*/ 218 w 1596716"/>
                <a:gd name="GluePoint5Y" fmla="*/ 2412 h 487426"/>
                <a:gd name="GluePoint6X" fmla="*/ 3506 w 1596716"/>
                <a:gd name="GluePoint6Y" fmla="*/ 8596 h 487426"/>
                <a:gd name="GluePoint7X" fmla="*/ 3646 w 1596716"/>
                <a:gd name="GluePoint7Y" fmla="*/ 8634 h 487426"/>
                <a:gd name="GluePoint8X" fmla="*/ 6566 w 1596716"/>
                <a:gd name="GluePoint8Y" fmla="*/ 9523 h 487426"/>
                <a:gd name="GluePoint9X" fmla="*/ 1585797 w 1596716"/>
                <a:gd name="GluePoint9Y" fmla="*/ 487427 h 487426"/>
                <a:gd name="GluePoint10X" fmla="*/ 1589860 w 1596716"/>
                <a:gd name="GluePoint10Y" fmla="*/ 482094 h 487426"/>
                <a:gd name="GluePoint11X" fmla="*/ 1596716 w 1596716"/>
                <a:gd name="GluePoint11Y" fmla="*/ 480570 h 487426"/>
                <a:gd name="GluePoint12X" fmla="*/ 1596716 w 1596716"/>
                <a:gd name="GluePoint12Y" fmla="*/ 480570 h 487426"/>
                <a:gd name="GluePoint13X" fmla="*/ 1596716 w 1596716"/>
                <a:gd name="GluePoint13Y" fmla="*/ 480570 h 487426"/>
                <a:gd name="GluePoint14X" fmla="*/ 1592908 w 1596716"/>
                <a:gd name="GluePoint14Y" fmla="*/ 479428 h 487426"/>
                <a:gd name="GluePoint15X" fmla="*/ 15580 w 1596716"/>
                <a:gd name="GluePoint15Y" fmla="*/ 2793 h 487426"/>
                <a:gd name="GluePoint16X" fmla="*/ 6820 w 1596716"/>
                <a:gd name="GluePoint16Y" fmla="*/ 127 h 4874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596716" h="487426" extrusionOk="0">
                  <a:moveTo>
                    <a:pt x="6439" y="0"/>
                  </a:moveTo>
                  <a:lnTo>
                    <a:pt x="4154" y="0"/>
                  </a:lnTo>
                  <a:lnTo>
                    <a:pt x="3265" y="0"/>
                  </a:lnTo>
                  <a:lnTo>
                    <a:pt x="2249" y="0"/>
                  </a:lnTo>
                  <a:cubicBezTo>
                    <a:pt x="1348" y="584"/>
                    <a:pt x="637" y="1422"/>
                    <a:pt x="218" y="2412"/>
                  </a:cubicBezTo>
                  <a:cubicBezTo>
                    <a:pt x="-582" y="5028"/>
                    <a:pt x="890" y="7796"/>
                    <a:pt x="3506" y="8596"/>
                  </a:cubicBezTo>
                  <a:cubicBezTo>
                    <a:pt x="3557" y="8608"/>
                    <a:pt x="3595" y="8621"/>
                    <a:pt x="3646" y="8634"/>
                  </a:cubicBezTo>
                  <a:lnTo>
                    <a:pt x="6566" y="9523"/>
                  </a:lnTo>
                  <a:lnTo>
                    <a:pt x="1585797" y="487427"/>
                  </a:lnTo>
                  <a:lnTo>
                    <a:pt x="1589860" y="482094"/>
                  </a:lnTo>
                  <a:cubicBezTo>
                    <a:pt x="1591549" y="480114"/>
                    <a:pt x="1594342" y="479491"/>
                    <a:pt x="1596716" y="480570"/>
                  </a:cubicBezTo>
                  <a:lnTo>
                    <a:pt x="1596716" y="480570"/>
                  </a:lnTo>
                  <a:lnTo>
                    <a:pt x="1596716" y="480570"/>
                  </a:lnTo>
                  <a:lnTo>
                    <a:pt x="1592908" y="479428"/>
                  </a:lnTo>
                  <a:lnTo>
                    <a:pt x="15580" y="2793"/>
                  </a:lnTo>
                  <a:lnTo>
                    <a:pt x="6820" y="127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7" name="Freeform: Shape 620"/>
            <p:cNvSpPr/>
            <p:nvPr/>
          </p:nvSpPr>
          <p:spPr bwMode="auto">
            <a:xfrm>
              <a:off x="11995920" y="21344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761"/>
                <a:gd name="GluePoint1Y" fmla="*/ 0 h 761"/>
                <a:gd name="GluePoint2X" fmla="*/ 0 w 761"/>
                <a:gd name="GluePoint2Y" fmla="*/ 0 h 761"/>
                <a:gd name="GluePoint3X" fmla="*/ 762 w 761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761" h="761" extrusionOk="0">
                  <a:moveTo>
                    <a:pt x="0" y="0"/>
                  </a:moveTo>
                  <a:lnTo>
                    <a:pt x="0" y="0"/>
                  </a:lnTo>
                  <a:lnTo>
                    <a:pt x="762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8" name="Freeform: Shape 621"/>
            <p:cNvSpPr/>
            <p:nvPr/>
          </p:nvSpPr>
          <p:spPr bwMode="auto">
            <a:xfrm>
              <a:off x="11997360" y="21394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299" name="Freeform: Shape 622"/>
            <p:cNvSpPr/>
            <p:nvPr/>
          </p:nvSpPr>
          <p:spPr bwMode="auto">
            <a:xfrm>
              <a:off x="11997720" y="213768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0" name="Freeform: Shape 623"/>
            <p:cNvSpPr/>
            <p:nvPr/>
          </p:nvSpPr>
          <p:spPr bwMode="auto">
            <a:xfrm>
              <a:off x="11997000" y="21358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888"/>
                <a:gd name="GluePoint2X" fmla="*/ 0 w 12696"/>
                <a:gd name="GluePoint2Y" fmla="*/ 0 h 888"/>
                <a:gd name="GluePoint3X" fmla="*/ 0 w 12696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888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88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1" name="Freeform: Shape 624"/>
            <p:cNvSpPr/>
            <p:nvPr/>
          </p:nvSpPr>
          <p:spPr bwMode="auto">
            <a:xfrm>
              <a:off x="11112120" y="2826000"/>
              <a:ext cx="174960" cy="148680"/>
            </a:xfrm>
            <a:custGeom>
              <a:avLst/>
              <a:gdLst>
                <a:gd name="textAreaLeft" fmla="*/ 0 w 174960"/>
                <a:gd name="textAreaRight" fmla="*/ 175320 w 174960"/>
                <a:gd name="textAreaTop" fmla="*/ 0 h 148680"/>
                <a:gd name="textAreaBottom" fmla="*/ 149040 h 148680"/>
                <a:gd name="GluePoint1X" fmla="*/ 166709 w 175470"/>
                <a:gd name="GluePoint1Y" fmla="*/ 1651 h 148932"/>
                <a:gd name="GluePoint2X" fmla="*/ 166709 w 175470"/>
                <a:gd name="GluePoint2Y" fmla="*/ 0 h 148932"/>
                <a:gd name="GluePoint3X" fmla="*/ 1651 w 175470"/>
                <a:gd name="GluePoint3Y" fmla="*/ 134331 h 148932"/>
                <a:gd name="GluePoint4X" fmla="*/ 1651 w 175470"/>
                <a:gd name="GluePoint4Y" fmla="*/ 145250 h 148932"/>
                <a:gd name="GluePoint5X" fmla="*/ 1651 w 175470"/>
                <a:gd name="GluePoint5Y" fmla="*/ 146012 h 148932"/>
                <a:gd name="GluePoint6X" fmla="*/ 1651 w 175470"/>
                <a:gd name="GluePoint6Y" fmla="*/ 146774 h 148932"/>
                <a:gd name="GluePoint7X" fmla="*/ 1651 w 175470"/>
                <a:gd name="GluePoint7Y" fmla="*/ 146774 h 148932"/>
                <a:gd name="GluePoint8X" fmla="*/ 0 w 175470"/>
                <a:gd name="GluePoint8Y" fmla="*/ 148932 h 148932"/>
                <a:gd name="GluePoint9X" fmla="*/ 0 w 175470"/>
                <a:gd name="GluePoint9Y" fmla="*/ 148932 h 148932"/>
                <a:gd name="GluePoint10X" fmla="*/ 175470 w 175470"/>
                <a:gd name="GluePoint10Y" fmla="*/ 5840 h 148932"/>
                <a:gd name="GluePoint11X" fmla="*/ 175470 w 175470"/>
                <a:gd name="GluePoint11Y" fmla="*/ 5840 h 148932"/>
                <a:gd name="GluePoint12X" fmla="*/ 171788 w 175470"/>
                <a:gd name="GluePoint12Y" fmla="*/ 7237 h 148932"/>
                <a:gd name="GluePoint13X" fmla="*/ 166697 w 175470"/>
                <a:gd name="GluePoint13Y" fmla="*/ 1917 h 148932"/>
                <a:gd name="GluePoint14X" fmla="*/ 166709 w 175470"/>
                <a:gd name="GluePoint14Y" fmla="*/ 1651 h 14893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75470" h="148932" extrusionOk="0">
                  <a:moveTo>
                    <a:pt x="166709" y="1651"/>
                  </a:moveTo>
                  <a:lnTo>
                    <a:pt x="166709" y="0"/>
                  </a:lnTo>
                  <a:lnTo>
                    <a:pt x="1651" y="134331"/>
                  </a:lnTo>
                  <a:lnTo>
                    <a:pt x="1651" y="145250"/>
                  </a:lnTo>
                  <a:cubicBezTo>
                    <a:pt x="1651" y="145250"/>
                    <a:pt x="1651" y="145250"/>
                    <a:pt x="1651" y="146012"/>
                  </a:cubicBezTo>
                  <a:cubicBezTo>
                    <a:pt x="1651" y="146774"/>
                    <a:pt x="1651" y="146012"/>
                    <a:pt x="1651" y="146774"/>
                  </a:cubicBezTo>
                  <a:lnTo>
                    <a:pt x="1651" y="146774"/>
                  </a:lnTo>
                  <a:cubicBezTo>
                    <a:pt x="1333" y="147650"/>
                    <a:pt x="762" y="148399"/>
                    <a:pt x="0" y="148932"/>
                  </a:cubicBezTo>
                  <a:lnTo>
                    <a:pt x="0" y="148932"/>
                  </a:lnTo>
                  <a:lnTo>
                    <a:pt x="175470" y="5840"/>
                  </a:lnTo>
                  <a:lnTo>
                    <a:pt x="175470" y="5840"/>
                  </a:lnTo>
                  <a:cubicBezTo>
                    <a:pt x="174467" y="6755"/>
                    <a:pt x="173147" y="7262"/>
                    <a:pt x="171788" y="7237"/>
                  </a:cubicBezTo>
                  <a:cubicBezTo>
                    <a:pt x="168919" y="7174"/>
                    <a:pt x="166633" y="4799"/>
                    <a:pt x="166697" y="1917"/>
                  </a:cubicBezTo>
                  <a:cubicBezTo>
                    <a:pt x="166697" y="1828"/>
                    <a:pt x="166709" y="1739"/>
                    <a:pt x="166709" y="16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2" name="Freeform: Shape 625"/>
            <p:cNvSpPr/>
            <p:nvPr/>
          </p:nvSpPr>
          <p:spPr bwMode="auto">
            <a:xfrm>
              <a:off x="9833040" y="2603519"/>
              <a:ext cx="1275120" cy="371520"/>
            </a:xfrm>
            <a:custGeom>
              <a:avLst/>
              <a:gdLst>
                <a:gd name="textAreaLeft" fmla="*/ 0 w 1275120"/>
                <a:gd name="textAreaRight" fmla="*/ 1275480 w 1275120"/>
                <a:gd name="textAreaTop" fmla="*/ 0 h 371520"/>
                <a:gd name="textAreaBottom" fmla="*/ 371880 h 371520"/>
                <a:gd name="GluePoint1X" fmla="*/ 1270444 w 1275650"/>
                <a:gd name="GluePoint1Y" fmla="*/ 367062 h 372013"/>
                <a:gd name="GluePoint2X" fmla="*/ 1270444 w 1275650"/>
                <a:gd name="GluePoint2Y" fmla="*/ 360460 h 372013"/>
                <a:gd name="GluePoint3X" fmla="*/ 7237 w 1275650"/>
                <a:gd name="GluePoint3Y" fmla="*/ 0 h 372013"/>
                <a:gd name="GluePoint4X" fmla="*/ 7237 w 1275650"/>
                <a:gd name="GluePoint4Y" fmla="*/ 3555 h 372013"/>
                <a:gd name="GluePoint5X" fmla="*/ 2044 w 1275650"/>
                <a:gd name="GluePoint5Y" fmla="*/ 8507 h 372013"/>
                <a:gd name="GluePoint6X" fmla="*/ 1905 w 1275650"/>
                <a:gd name="GluePoint6Y" fmla="*/ 8507 h 372013"/>
                <a:gd name="GluePoint7X" fmla="*/ 0 w 1275650"/>
                <a:gd name="GluePoint7Y" fmla="*/ 8507 h 372013"/>
                <a:gd name="GluePoint8X" fmla="*/ 0 w 1275650"/>
                <a:gd name="GluePoint8Y" fmla="*/ 8507 h 372013"/>
                <a:gd name="GluePoint9X" fmla="*/ 1274000 w 1275650"/>
                <a:gd name="GluePoint9Y" fmla="*/ 372014 h 372013"/>
                <a:gd name="GluePoint10X" fmla="*/ 1275650 w 1275650"/>
                <a:gd name="GluePoint10Y" fmla="*/ 372014 h 372013"/>
                <a:gd name="GluePoint11X" fmla="*/ 1270444 w 1275650"/>
                <a:gd name="GluePoint11Y" fmla="*/ 367062 h 3720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275650" h="372013" extrusionOk="0">
                  <a:moveTo>
                    <a:pt x="1270444" y="367062"/>
                  </a:moveTo>
                  <a:lnTo>
                    <a:pt x="1270444" y="360460"/>
                  </a:lnTo>
                  <a:lnTo>
                    <a:pt x="7237" y="0"/>
                  </a:lnTo>
                  <a:lnTo>
                    <a:pt x="7237" y="3555"/>
                  </a:lnTo>
                  <a:cubicBezTo>
                    <a:pt x="7174" y="6361"/>
                    <a:pt x="4837" y="8583"/>
                    <a:pt x="2044" y="8507"/>
                  </a:cubicBezTo>
                  <a:cubicBezTo>
                    <a:pt x="1993" y="8507"/>
                    <a:pt x="1955" y="8507"/>
                    <a:pt x="1905" y="8507"/>
                  </a:cubicBezTo>
                  <a:lnTo>
                    <a:pt x="0" y="8507"/>
                  </a:lnTo>
                  <a:lnTo>
                    <a:pt x="0" y="8507"/>
                  </a:lnTo>
                  <a:lnTo>
                    <a:pt x="1274000" y="372014"/>
                  </a:lnTo>
                  <a:lnTo>
                    <a:pt x="1275650" y="372014"/>
                  </a:lnTo>
                  <a:cubicBezTo>
                    <a:pt x="1272870" y="372014"/>
                    <a:pt x="1270584" y="369842"/>
                    <a:pt x="1270444" y="3670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3" name="Freeform: Shape 626"/>
            <p:cNvSpPr/>
            <p:nvPr/>
          </p:nvSpPr>
          <p:spPr bwMode="auto">
            <a:xfrm>
              <a:off x="11113920" y="29714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9"/>
                <a:gd name="GluePoint1Y" fmla="*/ 762 h 888"/>
                <a:gd name="GluePoint2X" fmla="*/ 0 w 9"/>
                <a:gd name="GluePoint2Y" fmla="*/ 0 h 888"/>
                <a:gd name="GluePoint3X" fmla="*/ 0 w 9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 extrusionOk="0">
                  <a:moveTo>
                    <a:pt x="0" y="762"/>
                  </a:moveTo>
                  <a:cubicBezTo>
                    <a:pt x="0" y="762"/>
                    <a:pt x="0" y="762"/>
                    <a:pt x="0" y="0"/>
                  </a:cubicBezTo>
                  <a:cubicBezTo>
                    <a:pt x="12" y="292"/>
                    <a:pt x="12" y="597"/>
                    <a:pt x="0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4" name="Freeform: Shape 627"/>
            <p:cNvSpPr/>
            <p:nvPr/>
          </p:nvSpPr>
          <p:spPr bwMode="auto">
            <a:xfrm>
              <a:off x="9829800" y="250164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5" name="Freeform: Shape 628"/>
            <p:cNvSpPr/>
            <p:nvPr/>
          </p:nvSpPr>
          <p:spPr bwMode="auto">
            <a:xfrm>
              <a:off x="9831240" y="2500200"/>
              <a:ext cx="12240" cy="1224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12240"/>
                <a:gd name="textAreaBottom" fmla="*/ 12600 h 12240"/>
                <a:gd name="GluePoint1X" fmla="*/ 0 w 12696"/>
                <a:gd name="GluePoint1Y" fmla="*/ 0 h 12696"/>
                <a:gd name="GluePoint2X" fmla="*/ 0 w 12696"/>
                <a:gd name="GluePoint2Y" fmla="*/ 0 h 12696"/>
                <a:gd name="GluePoint3X" fmla="*/ 0 w 12696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12696" extrusionOk="0">
                  <a:moveTo>
                    <a:pt x="0" y="0"/>
                  </a:moveTo>
                  <a:cubicBezTo>
                    <a:pt x="0" y="0"/>
                    <a:pt x="0" y="0"/>
                    <a:pt x="0" y="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6" name="Freeform: Shape 629"/>
            <p:cNvSpPr/>
            <p:nvPr/>
          </p:nvSpPr>
          <p:spPr bwMode="auto">
            <a:xfrm>
              <a:off x="9831240" y="2505240"/>
              <a:ext cx="8640" cy="10692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06920"/>
                <a:gd name="textAreaBottom" fmla="*/ 107280 h 106920"/>
                <a:gd name="GluePoint1X" fmla="*/ 9063 w 9069"/>
                <a:gd name="GluePoint1Y" fmla="*/ 101827 h 107160"/>
                <a:gd name="GluePoint2X" fmla="*/ 9063 w 9069"/>
                <a:gd name="GluePoint2Y" fmla="*/ 4952 h 107160"/>
                <a:gd name="GluePoint3X" fmla="*/ 1952 w 9069"/>
                <a:gd name="GluePoint3Y" fmla="*/ 3174 h 107160"/>
                <a:gd name="GluePoint4X" fmla="*/ 1952 w 9069"/>
                <a:gd name="GluePoint4Y" fmla="*/ 3174 h 107160"/>
                <a:gd name="GluePoint5X" fmla="*/ 1064 w 9069"/>
                <a:gd name="GluePoint5Y" fmla="*/ 3174 h 107160"/>
                <a:gd name="GluePoint6X" fmla="*/ 48 w 9069"/>
                <a:gd name="GluePoint6Y" fmla="*/ 2539 h 107160"/>
                <a:gd name="GluePoint7X" fmla="*/ 48 w 9069"/>
                <a:gd name="GluePoint7Y" fmla="*/ 2539 h 107160"/>
                <a:gd name="GluePoint8X" fmla="*/ 48 w 9069"/>
                <a:gd name="GluePoint8Y" fmla="*/ 2539 h 107160"/>
                <a:gd name="GluePoint9X" fmla="*/ 48 w 9069"/>
                <a:gd name="GluePoint9Y" fmla="*/ 1778 h 107160"/>
                <a:gd name="GluePoint10X" fmla="*/ 48 w 9069"/>
                <a:gd name="GluePoint10Y" fmla="*/ 762 h 107160"/>
                <a:gd name="GluePoint11X" fmla="*/ 48 w 9069"/>
                <a:gd name="GluePoint11Y" fmla="*/ 0 h 107160"/>
                <a:gd name="GluePoint12X" fmla="*/ 48 w 9069"/>
                <a:gd name="GluePoint12Y" fmla="*/ 0 h 107160"/>
                <a:gd name="GluePoint13X" fmla="*/ 48 w 9069"/>
                <a:gd name="GluePoint13Y" fmla="*/ 0 h 107160"/>
                <a:gd name="GluePoint14X" fmla="*/ 48 w 9069"/>
                <a:gd name="GluePoint14Y" fmla="*/ 103732 h 107160"/>
                <a:gd name="GluePoint15X" fmla="*/ 48 w 9069"/>
                <a:gd name="GluePoint15Y" fmla="*/ 104748 h 107160"/>
                <a:gd name="GluePoint16X" fmla="*/ 48 w 9069"/>
                <a:gd name="GluePoint16Y" fmla="*/ 105637 h 107160"/>
                <a:gd name="GluePoint17X" fmla="*/ 48 w 9069"/>
                <a:gd name="GluePoint17Y" fmla="*/ 106398 h 107160"/>
                <a:gd name="GluePoint18X" fmla="*/ 683 w 9069"/>
                <a:gd name="GluePoint18Y" fmla="*/ 107160 h 107160"/>
                <a:gd name="GluePoint19X" fmla="*/ 1445 w 9069"/>
                <a:gd name="GluePoint19Y" fmla="*/ 107160 h 107160"/>
                <a:gd name="GluePoint20X" fmla="*/ 2460 w 9069"/>
                <a:gd name="GluePoint20Y" fmla="*/ 107160 h 107160"/>
                <a:gd name="GluePoint21X" fmla="*/ 4365 w 9069"/>
                <a:gd name="GluePoint21Y" fmla="*/ 107160 h 107160"/>
                <a:gd name="GluePoint22X" fmla="*/ 9063 w 9069"/>
                <a:gd name="GluePoint22Y" fmla="*/ 101827 h 10716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9069" h="107160" extrusionOk="0">
                  <a:moveTo>
                    <a:pt x="9063" y="101827"/>
                  </a:moveTo>
                  <a:lnTo>
                    <a:pt x="9063" y="4952"/>
                  </a:lnTo>
                  <a:lnTo>
                    <a:pt x="1952" y="3174"/>
                  </a:lnTo>
                  <a:lnTo>
                    <a:pt x="1952" y="3174"/>
                  </a:lnTo>
                  <a:lnTo>
                    <a:pt x="1064" y="3174"/>
                  </a:lnTo>
                  <a:lnTo>
                    <a:pt x="48" y="2539"/>
                  </a:lnTo>
                  <a:lnTo>
                    <a:pt x="48" y="2539"/>
                  </a:lnTo>
                  <a:cubicBezTo>
                    <a:pt x="48" y="2539"/>
                    <a:pt x="48" y="2539"/>
                    <a:pt x="48" y="2539"/>
                  </a:cubicBezTo>
                  <a:lnTo>
                    <a:pt x="48" y="1778"/>
                  </a:lnTo>
                  <a:cubicBezTo>
                    <a:pt x="-3" y="1448"/>
                    <a:pt x="-3" y="1092"/>
                    <a:pt x="48" y="762"/>
                  </a:cubicBezTo>
                  <a:cubicBezTo>
                    <a:pt x="-16" y="508"/>
                    <a:pt x="-16" y="254"/>
                    <a:pt x="48" y="0"/>
                  </a:cubicBezTo>
                  <a:lnTo>
                    <a:pt x="48" y="0"/>
                  </a:lnTo>
                  <a:lnTo>
                    <a:pt x="48" y="0"/>
                  </a:lnTo>
                  <a:lnTo>
                    <a:pt x="48" y="103732"/>
                  </a:lnTo>
                  <a:cubicBezTo>
                    <a:pt x="48" y="103732"/>
                    <a:pt x="48" y="103732"/>
                    <a:pt x="48" y="104748"/>
                  </a:cubicBezTo>
                  <a:lnTo>
                    <a:pt x="48" y="105637"/>
                  </a:lnTo>
                  <a:lnTo>
                    <a:pt x="48" y="106398"/>
                  </a:lnTo>
                  <a:lnTo>
                    <a:pt x="683" y="107160"/>
                  </a:lnTo>
                  <a:lnTo>
                    <a:pt x="1445" y="107160"/>
                  </a:lnTo>
                  <a:lnTo>
                    <a:pt x="2460" y="107160"/>
                  </a:lnTo>
                  <a:lnTo>
                    <a:pt x="4365" y="107160"/>
                  </a:lnTo>
                  <a:cubicBezTo>
                    <a:pt x="7120" y="106957"/>
                    <a:pt x="9202" y="104583"/>
                    <a:pt x="9063" y="10182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7" name="Freeform: Shape 630"/>
            <p:cNvSpPr/>
            <p:nvPr/>
          </p:nvSpPr>
          <p:spPr bwMode="auto">
            <a:xfrm>
              <a:off x="11103480" y="2869200"/>
              <a:ext cx="10080" cy="10620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06200"/>
                <a:gd name="textAreaBottom" fmla="*/ 106560 h 106200"/>
                <a:gd name="GluePoint1X" fmla="*/ 10539 w 10538"/>
                <a:gd name="GluePoint1Y" fmla="*/ 102335 h 106404"/>
                <a:gd name="GluePoint2X" fmla="*/ 10539 w 10538"/>
                <a:gd name="GluePoint2Y" fmla="*/ 101574 h 106404"/>
                <a:gd name="GluePoint3X" fmla="*/ 10539 w 10538"/>
                <a:gd name="GluePoint3Y" fmla="*/ 0 h 106404"/>
                <a:gd name="GluePoint4X" fmla="*/ 8761 w 10538"/>
                <a:gd name="GluePoint4Y" fmla="*/ 1397 h 106404"/>
                <a:gd name="GluePoint5X" fmla="*/ 8761 w 10538"/>
                <a:gd name="GluePoint5Y" fmla="*/ 1397 h 106404"/>
                <a:gd name="GluePoint6X" fmla="*/ 5460 w 10538"/>
                <a:gd name="GluePoint6Y" fmla="*/ 2539 h 106404"/>
                <a:gd name="GluePoint7X" fmla="*/ 3809 w 10538"/>
                <a:gd name="GluePoint7Y" fmla="*/ 2539 h 106404"/>
                <a:gd name="GluePoint8X" fmla="*/ 0 w 10538"/>
                <a:gd name="GluePoint8Y" fmla="*/ 1524 h 106404"/>
                <a:gd name="GluePoint9X" fmla="*/ 0 w 10538"/>
                <a:gd name="GluePoint9Y" fmla="*/ 101447 h 106404"/>
                <a:gd name="GluePoint10X" fmla="*/ 5447 w 10538"/>
                <a:gd name="GluePoint10Y" fmla="*/ 106398 h 106404"/>
                <a:gd name="GluePoint11X" fmla="*/ 5460 w 10538"/>
                <a:gd name="GluePoint11Y" fmla="*/ 106398 h 106404"/>
                <a:gd name="GluePoint12X" fmla="*/ 8253 w 10538"/>
                <a:gd name="GluePoint12Y" fmla="*/ 105510 h 106404"/>
                <a:gd name="GluePoint13X" fmla="*/ 8253 w 10538"/>
                <a:gd name="GluePoint13Y" fmla="*/ 105510 h 106404"/>
                <a:gd name="GluePoint14X" fmla="*/ 8253 w 10538"/>
                <a:gd name="GluePoint14Y" fmla="*/ 105510 h 106404"/>
                <a:gd name="GluePoint15X" fmla="*/ 9904 w 10538"/>
                <a:gd name="GluePoint15Y" fmla="*/ 103351 h 106404"/>
                <a:gd name="GluePoint16X" fmla="*/ 10539 w 10538"/>
                <a:gd name="GluePoint16Y" fmla="*/ 102335 h 1064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0538" h="106404" extrusionOk="0">
                  <a:moveTo>
                    <a:pt x="10539" y="102335"/>
                  </a:moveTo>
                  <a:cubicBezTo>
                    <a:pt x="10539" y="102335"/>
                    <a:pt x="10539" y="102335"/>
                    <a:pt x="10539" y="101574"/>
                  </a:cubicBezTo>
                  <a:lnTo>
                    <a:pt x="10539" y="0"/>
                  </a:lnTo>
                  <a:lnTo>
                    <a:pt x="8761" y="1397"/>
                  </a:lnTo>
                  <a:lnTo>
                    <a:pt x="8761" y="1397"/>
                  </a:lnTo>
                  <a:cubicBezTo>
                    <a:pt x="7822" y="2133"/>
                    <a:pt x="6653" y="2527"/>
                    <a:pt x="5460" y="2539"/>
                  </a:cubicBezTo>
                  <a:cubicBezTo>
                    <a:pt x="4914" y="2679"/>
                    <a:pt x="4355" y="2679"/>
                    <a:pt x="3809" y="2539"/>
                  </a:cubicBezTo>
                  <a:lnTo>
                    <a:pt x="0" y="1524"/>
                  </a:lnTo>
                  <a:lnTo>
                    <a:pt x="0" y="101447"/>
                  </a:lnTo>
                  <a:cubicBezTo>
                    <a:pt x="139" y="104316"/>
                    <a:pt x="2577" y="106538"/>
                    <a:pt x="5447" y="106398"/>
                  </a:cubicBezTo>
                  <a:cubicBezTo>
                    <a:pt x="5447" y="106398"/>
                    <a:pt x="5460" y="106398"/>
                    <a:pt x="5460" y="106398"/>
                  </a:cubicBezTo>
                  <a:cubicBezTo>
                    <a:pt x="6450" y="106360"/>
                    <a:pt x="7415" y="106056"/>
                    <a:pt x="8253" y="105510"/>
                  </a:cubicBezTo>
                  <a:lnTo>
                    <a:pt x="8253" y="105510"/>
                  </a:lnTo>
                  <a:lnTo>
                    <a:pt x="8253" y="105510"/>
                  </a:lnTo>
                  <a:cubicBezTo>
                    <a:pt x="9015" y="104976"/>
                    <a:pt x="9586" y="104227"/>
                    <a:pt x="9904" y="103351"/>
                  </a:cubicBezTo>
                  <a:cubicBezTo>
                    <a:pt x="10145" y="103034"/>
                    <a:pt x="10348" y="102691"/>
                    <a:pt x="10539" y="10233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8" name="Freeform: Shape 631"/>
            <p:cNvSpPr/>
            <p:nvPr/>
          </p:nvSpPr>
          <p:spPr bwMode="auto">
            <a:xfrm>
              <a:off x="9830880" y="25002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38 w 673"/>
                <a:gd name="GluePoint1Y" fmla="*/ 127 h 761"/>
                <a:gd name="GluePoint2X" fmla="*/ 38 w 673"/>
                <a:gd name="GluePoint2Y" fmla="*/ 762 h 761"/>
                <a:gd name="GluePoint3X" fmla="*/ 673 w 673"/>
                <a:gd name="GluePoint3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673" h="761" extrusionOk="0">
                  <a:moveTo>
                    <a:pt x="38" y="127"/>
                  </a:moveTo>
                  <a:cubicBezTo>
                    <a:pt x="-13" y="330"/>
                    <a:pt x="-13" y="559"/>
                    <a:pt x="38" y="762"/>
                  </a:cubicBezTo>
                  <a:lnTo>
                    <a:pt x="67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09" name="Freeform: Shape 632"/>
            <p:cNvSpPr/>
            <p:nvPr/>
          </p:nvSpPr>
          <p:spPr bwMode="auto">
            <a:xfrm>
              <a:off x="9829800" y="250128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38 w 37"/>
                <a:gd name="GluePoint1Y" fmla="*/ 762 h 761"/>
                <a:gd name="GluePoint2X" fmla="*/ 38 w 37"/>
                <a:gd name="GluePoint2Y" fmla="*/ 762 h 761"/>
                <a:gd name="GluePoint3X" fmla="*/ 38 w 37"/>
                <a:gd name="GluePoint3Y" fmla="*/ 762 h 761"/>
                <a:gd name="GluePoint4X" fmla="*/ 38 w 37"/>
                <a:gd name="GluePoint4Y" fmla="*/ 0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37" h="761" extrusionOk="0">
                  <a:moveTo>
                    <a:pt x="38" y="762"/>
                  </a:moveTo>
                  <a:lnTo>
                    <a:pt x="38" y="762"/>
                  </a:lnTo>
                  <a:lnTo>
                    <a:pt x="38" y="762"/>
                  </a:lnTo>
                  <a:cubicBezTo>
                    <a:pt x="-13" y="508"/>
                    <a:pt x="-13" y="254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0" name="Freeform: Shape 633"/>
            <p:cNvSpPr/>
            <p:nvPr/>
          </p:nvSpPr>
          <p:spPr bwMode="auto">
            <a:xfrm>
              <a:off x="11108880" y="2871000"/>
              <a:ext cx="2880" cy="720"/>
            </a:xfrm>
            <a:custGeom>
              <a:avLst/>
              <a:gdLst>
                <a:gd name="textAreaLeft" fmla="*/ 0 w 2880"/>
                <a:gd name="textAreaRight" fmla="*/ 3240 w 2880"/>
                <a:gd name="textAreaTop" fmla="*/ 0 h 720"/>
                <a:gd name="textAreaBottom" fmla="*/ 1080 h 720"/>
                <a:gd name="GluePoint1X" fmla="*/ 3301 w 3301"/>
                <a:gd name="GluePoint1Y" fmla="*/ 0 h 1142"/>
                <a:gd name="GluePoint2X" fmla="*/ 0 w 3301"/>
                <a:gd name="GluePoint2Y" fmla="*/ 1143 h 1142"/>
                <a:gd name="GluePoint3X" fmla="*/ 3301 w 3301"/>
                <a:gd name="GluePoint3Y" fmla="*/ 0 h 11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301" h="1142" extrusionOk="0">
                  <a:moveTo>
                    <a:pt x="3301" y="0"/>
                  </a:moveTo>
                  <a:cubicBezTo>
                    <a:pt x="2362" y="736"/>
                    <a:pt x="1193" y="1130"/>
                    <a:pt x="0" y="1143"/>
                  </a:cubicBezTo>
                  <a:cubicBezTo>
                    <a:pt x="1193" y="1130"/>
                    <a:pt x="2362" y="736"/>
                    <a:pt x="3301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1" name="Freeform: Shape 634"/>
            <p:cNvSpPr/>
            <p:nvPr/>
          </p:nvSpPr>
          <p:spPr bwMode="auto">
            <a:xfrm>
              <a:off x="9833040" y="2501640"/>
              <a:ext cx="1275120" cy="370080"/>
            </a:xfrm>
            <a:custGeom>
              <a:avLst/>
              <a:gdLst>
                <a:gd name="textAreaLeft" fmla="*/ 0 w 1275120"/>
                <a:gd name="textAreaRight" fmla="*/ 1275480 w 1275120"/>
                <a:gd name="textAreaTop" fmla="*/ 0 h 370080"/>
                <a:gd name="textAreaBottom" fmla="*/ 370440 h 370080"/>
                <a:gd name="GluePoint1X" fmla="*/ 1271968 w 1275649"/>
                <a:gd name="GluePoint1Y" fmla="*/ 362491 h 370594"/>
                <a:gd name="GluePoint2X" fmla="*/ 1274253 w 1275649"/>
                <a:gd name="GluePoint2Y" fmla="*/ 360586 h 370594"/>
                <a:gd name="GluePoint3X" fmla="*/ 12570 w 1275649"/>
                <a:gd name="GluePoint3Y" fmla="*/ 0 h 370594"/>
                <a:gd name="GluePoint4X" fmla="*/ 5460 w 1275649"/>
                <a:gd name="GluePoint4Y" fmla="*/ 5713 h 370594"/>
                <a:gd name="GluePoint5X" fmla="*/ 1904 w 1275649"/>
                <a:gd name="GluePoint5Y" fmla="*/ 6983 h 370594"/>
                <a:gd name="GluePoint6X" fmla="*/ 0 w 1275649"/>
                <a:gd name="GluePoint6Y" fmla="*/ 6983 h 370594"/>
                <a:gd name="GluePoint7X" fmla="*/ 0 w 1275649"/>
                <a:gd name="GluePoint7Y" fmla="*/ 6983 h 370594"/>
                <a:gd name="GluePoint8X" fmla="*/ 6983 w 1275649"/>
                <a:gd name="GluePoint8Y" fmla="*/ 9015 h 370594"/>
                <a:gd name="GluePoint9X" fmla="*/ 1270190 w 1275649"/>
                <a:gd name="GluePoint9Y" fmla="*/ 369474 h 370594"/>
                <a:gd name="GluePoint10X" fmla="*/ 1273999 w 1275649"/>
                <a:gd name="GluePoint10Y" fmla="*/ 370490 h 370594"/>
                <a:gd name="GluePoint11X" fmla="*/ 1275650 w 1275649"/>
                <a:gd name="GluePoint11Y" fmla="*/ 370490 h 370594"/>
                <a:gd name="GluePoint12X" fmla="*/ 1271587 w 1275649"/>
                <a:gd name="GluePoint12Y" fmla="*/ 368966 h 370594"/>
                <a:gd name="GluePoint13X" fmla="*/ 1271968 w 1275649"/>
                <a:gd name="GluePoint13Y" fmla="*/ 362491 h 3705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275649" h="370594" extrusionOk="0">
                  <a:moveTo>
                    <a:pt x="1271968" y="362491"/>
                  </a:moveTo>
                  <a:lnTo>
                    <a:pt x="1274253" y="360586"/>
                  </a:lnTo>
                  <a:lnTo>
                    <a:pt x="12570" y="0"/>
                  </a:lnTo>
                  <a:lnTo>
                    <a:pt x="5460" y="5713"/>
                  </a:lnTo>
                  <a:cubicBezTo>
                    <a:pt x="4469" y="6551"/>
                    <a:pt x="3200" y="7009"/>
                    <a:pt x="1904" y="6983"/>
                  </a:cubicBezTo>
                  <a:lnTo>
                    <a:pt x="0" y="6983"/>
                  </a:lnTo>
                  <a:lnTo>
                    <a:pt x="0" y="6983"/>
                  </a:lnTo>
                  <a:lnTo>
                    <a:pt x="6983" y="9015"/>
                  </a:lnTo>
                  <a:lnTo>
                    <a:pt x="1270190" y="369474"/>
                  </a:lnTo>
                  <a:lnTo>
                    <a:pt x="1273999" y="370490"/>
                  </a:lnTo>
                  <a:cubicBezTo>
                    <a:pt x="1274545" y="370629"/>
                    <a:pt x="1275104" y="370629"/>
                    <a:pt x="1275650" y="370490"/>
                  </a:cubicBezTo>
                  <a:cubicBezTo>
                    <a:pt x="1274152" y="370541"/>
                    <a:pt x="1272692" y="369995"/>
                    <a:pt x="1271587" y="368966"/>
                  </a:cubicBezTo>
                  <a:cubicBezTo>
                    <a:pt x="1269962" y="367049"/>
                    <a:pt x="1270127" y="364205"/>
                    <a:pt x="1271968" y="36249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2" name="Freeform: Shape 635"/>
            <p:cNvSpPr/>
            <p:nvPr/>
          </p:nvSpPr>
          <p:spPr bwMode="auto">
            <a:xfrm>
              <a:off x="10025280" y="2340360"/>
              <a:ext cx="1260720" cy="385200"/>
            </a:xfrm>
            <a:custGeom>
              <a:avLst/>
              <a:gdLst>
                <a:gd name="textAreaLeft" fmla="*/ 0 w 1260720"/>
                <a:gd name="textAreaRight" fmla="*/ 1261080 w 1260720"/>
                <a:gd name="textAreaTop" fmla="*/ 0 h 385200"/>
                <a:gd name="textAreaBottom" fmla="*/ 385560 h 385200"/>
                <a:gd name="GluePoint1X" fmla="*/ 3213 w 1261087"/>
                <a:gd name="GluePoint1Y" fmla="*/ 9424 h 385627"/>
                <a:gd name="GluePoint2X" fmla="*/ 315808 w 1261087"/>
                <a:gd name="GluePoint2Y" fmla="*/ 103888 h 385627"/>
                <a:gd name="GluePoint3X" fmla="*/ 1074951 w 1261087"/>
                <a:gd name="GluePoint3Y" fmla="*/ 333190 h 385627"/>
                <a:gd name="GluePoint4X" fmla="*/ 1248644 w 1261087"/>
                <a:gd name="GluePoint4Y" fmla="*/ 385627 h 385627"/>
                <a:gd name="GluePoint5X" fmla="*/ 1255501 w 1261087"/>
                <a:gd name="GluePoint5Y" fmla="*/ 380041 h 385627"/>
                <a:gd name="GluePoint6X" fmla="*/ 1261087 w 1261087"/>
                <a:gd name="GluePoint6Y" fmla="*/ 379152 h 385627"/>
                <a:gd name="GluePoint7X" fmla="*/ 1261087 w 1261087"/>
                <a:gd name="GluePoint7Y" fmla="*/ 379152 h 385627"/>
                <a:gd name="GluePoint8X" fmla="*/ 6894 w 1261087"/>
                <a:gd name="GluePoint8Y" fmla="*/ 282 h 385627"/>
                <a:gd name="GluePoint9X" fmla="*/ 38 w 1261087"/>
                <a:gd name="GluePoint9Y" fmla="*/ 3329 h 385627"/>
                <a:gd name="GluePoint10X" fmla="*/ 38 w 1261087"/>
                <a:gd name="GluePoint10Y" fmla="*/ 4345 h 385627"/>
                <a:gd name="GluePoint11X" fmla="*/ 3213 w 1261087"/>
                <a:gd name="GluePoint11Y" fmla="*/ 9424 h 3856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1261087" h="385627" extrusionOk="0">
                  <a:moveTo>
                    <a:pt x="3213" y="9424"/>
                  </a:moveTo>
                  <a:lnTo>
                    <a:pt x="315808" y="103888"/>
                  </a:lnTo>
                  <a:lnTo>
                    <a:pt x="1074951" y="333190"/>
                  </a:lnTo>
                  <a:lnTo>
                    <a:pt x="1248644" y="385627"/>
                  </a:lnTo>
                  <a:lnTo>
                    <a:pt x="1255501" y="380041"/>
                  </a:lnTo>
                  <a:cubicBezTo>
                    <a:pt x="1257100" y="378822"/>
                    <a:pt x="1259196" y="378492"/>
                    <a:pt x="1261087" y="379152"/>
                  </a:cubicBezTo>
                  <a:lnTo>
                    <a:pt x="1261087" y="379152"/>
                  </a:lnTo>
                  <a:lnTo>
                    <a:pt x="6894" y="282"/>
                  </a:lnTo>
                  <a:cubicBezTo>
                    <a:pt x="4165" y="-619"/>
                    <a:pt x="1194" y="701"/>
                    <a:pt x="38" y="3329"/>
                  </a:cubicBezTo>
                  <a:cubicBezTo>
                    <a:pt x="-13" y="3660"/>
                    <a:pt x="-13" y="4003"/>
                    <a:pt x="38" y="4345"/>
                  </a:cubicBezTo>
                  <a:cubicBezTo>
                    <a:pt x="-165" y="6554"/>
                    <a:pt x="1130" y="8637"/>
                    <a:pt x="3213" y="94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3" name="Freeform: Shape 636"/>
            <p:cNvSpPr/>
            <p:nvPr/>
          </p:nvSpPr>
          <p:spPr bwMode="auto">
            <a:xfrm>
              <a:off x="11289240" y="2724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635 h 761"/>
                <a:gd name="GluePoint2X" fmla="*/ 0 w 47"/>
                <a:gd name="GluePoint2Y" fmla="*/ 0 h 761"/>
                <a:gd name="GluePoint3X" fmla="*/ 0 w 47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761" extrusionOk="0">
                  <a:moveTo>
                    <a:pt x="0" y="635"/>
                  </a:moveTo>
                  <a:cubicBezTo>
                    <a:pt x="64" y="432"/>
                    <a:pt x="64" y="203"/>
                    <a:pt x="0" y="0"/>
                  </a:cubicBezTo>
                  <a:cubicBezTo>
                    <a:pt x="50" y="254"/>
                    <a:pt x="50" y="508"/>
                    <a:pt x="0" y="76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4" name="Freeform: Shape 637"/>
            <p:cNvSpPr/>
            <p:nvPr/>
          </p:nvSpPr>
          <p:spPr bwMode="auto">
            <a:xfrm>
              <a:off x="11104920" y="2721240"/>
              <a:ext cx="183960" cy="152640"/>
            </a:xfrm>
            <a:custGeom>
              <a:avLst/>
              <a:gdLst>
                <a:gd name="textAreaLeft" fmla="*/ 0 w 183960"/>
                <a:gd name="textAreaRight" fmla="*/ 184320 w 183960"/>
                <a:gd name="textAreaTop" fmla="*/ 0 h 152640"/>
                <a:gd name="textAreaBottom" fmla="*/ 153000 h 152640"/>
                <a:gd name="GluePoint1X" fmla="*/ 182992 w 184435"/>
                <a:gd name="GluePoint1Y" fmla="*/ 6556 h 152824"/>
                <a:gd name="GluePoint2X" fmla="*/ 184388 w 184435"/>
                <a:gd name="GluePoint2Y" fmla="*/ 4651 h 152824"/>
                <a:gd name="GluePoint3X" fmla="*/ 184388 w 184435"/>
                <a:gd name="GluePoint3Y" fmla="*/ 3889 h 152824"/>
                <a:gd name="GluePoint4X" fmla="*/ 184388 w 184435"/>
                <a:gd name="GluePoint4Y" fmla="*/ 2873 h 152824"/>
                <a:gd name="GluePoint5X" fmla="*/ 184388 w 184435"/>
                <a:gd name="GluePoint5Y" fmla="*/ 1985 h 152824"/>
                <a:gd name="GluePoint6X" fmla="*/ 184388 w 184435"/>
                <a:gd name="GluePoint6Y" fmla="*/ 1096 h 152824"/>
                <a:gd name="GluePoint7X" fmla="*/ 184388 w 184435"/>
                <a:gd name="GluePoint7Y" fmla="*/ 334 h 152824"/>
                <a:gd name="GluePoint8X" fmla="*/ 184388 w 184435"/>
                <a:gd name="GluePoint8Y" fmla="*/ 334 h 152824"/>
                <a:gd name="GluePoint9X" fmla="*/ 184388 w 184435"/>
                <a:gd name="GluePoint9Y" fmla="*/ 334 h 152824"/>
                <a:gd name="GluePoint10X" fmla="*/ 183626 w 184435"/>
                <a:gd name="GluePoint10Y" fmla="*/ 334 h 152824"/>
                <a:gd name="GluePoint11X" fmla="*/ 182610 w 184435"/>
                <a:gd name="GluePoint11Y" fmla="*/ 334 h 152824"/>
                <a:gd name="GluePoint12X" fmla="*/ 177024 w 184435"/>
                <a:gd name="GluePoint12Y" fmla="*/ 1223 h 152824"/>
                <a:gd name="GluePoint13X" fmla="*/ 170168 w 184435"/>
                <a:gd name="GluePoint13Y" fmla="*/ 6809 h 152824"/>
                <a:gd name="GluePoint14X" fmla="*/ 3839 w 184435"/>
                <a:gd name="GluePoint14Y" fmla="*/ 142410 h 152824"/>
                <a:gd name="GluePoint15X" fmla="*/ 1554 w 184435"/>
                <a:gd name="GluePoint15Y" fmla="*/ 144315 h 152824"/>
                <a:gd name="GluePoint16X" fmla="*/ 1211 w 184435"/>
                <a:gd name="GluePoint16Y" fmla="*/ 150955 h 152824"/>
                <a:gd name="GluePoint17X" fmla="*/ 1554 w 184435"/>
                <a:gd name="GluePoint17Y" fmla="*/ 151298 h 152824"/>
                <a:gd name="GluePoint18X" fmla="*/ 5617 w 184435"/>
                <a:gd name="GluePoint18Y" fmla="*/ 152822 h 152824"/>
                <a:gd name="GluePoint19X" fmla="*/ 8918 w 184435"/>
                <a:gd name="GluePoint19Y" fmla="*/ 151679 h 152824"/>
                <a:gd name="GluePoint20X" fmla="*/ 8918 w 184435"/>
                <a:gd name="GluePoint20Y" fmla="*/ 151679 h 152824"/>
                <a:gd name="GluePoint21X" fmla="*/ 10696 w 184435"/>
                <a:gd name="GluePoint21Y" fmla="*/ 150282 h 152824"/>
                <a:gd name="GluePoint22X" fmla="*/ 180833 w 184435"/>
                <a:gd name="GluePoint22Y" fmla="*/ 11634 h 1528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184435" h="152824" extrusionOk="0">
                  <a:moveTo>
                    <a:pt x="182992" y="6556"/>
                  </a:moveTo>
                  <a:cubicBezTo>
                    <a:pt x="183664" y="6111"/>
                    <a:pt x="184160" y="5425"/>
                    <a:pt x="184388" y="4651"/>
                  </a:cubicBezTo>
                  <a:cubicBezTo>
                    <a:pt x="184439" y="4397"/>
                    <a:pt x="184439" y="4143"/>
                    <a:pt x="184388" y="3889"/>
                  </a:cubicBezTo>
                  <a:cubicBezTo>
                    <a:pt x="184452" y="3559"/>
                    <a:pt x="184452" y="3204"/>
                    <a:pt x="184388" y="2873"/>
                  </a:cubicBezTo>
                  <a:cubicBezTo>
                    <a:pt x="184452" y="2581"/>
                    <a:pt x="184452" y="2277"/>
                    <a:pt x="184388" y="1985"/>
                  </a:cubicBezTo>
                  <a:cubicBezTo>
                    <a:pt x="184388" y="1985"/>
                    <a:pt x="184388" y="1985"/>
                    <a:pt x="184388" y="1096"/>
                  </a:cubicBezTo>
                  <a:cubicBezTo>
                    <a:pt x="184388" y="207"/>
                    <a:pt x="184388" y="1096"/>
                    <a:pt x="184388" y="334"/>
                  </a:cubicBezTo>
                  <a:lnTo>
                    <a:pt x="184388" y="334"/>
                  </a:lnTo>
                  <a:lnTo>
                    <a:pt x="184388" y="334"/>
                  </a:lnTo>
                  <a:lnTo>
                    <a:pt x="183626" y="334"/>
                  </a:lnTo>
                  <a:lnTo>
                    <a:pt x="182610" y="334"/>
                  </a:lnTo>
                  <a:cubicBezTo>
                    <a:pt x="180719" y="-326"/>
                    <a:pt x="178624" y="4"/>
                    <a:pt x="177024" y="1223"/>
                  </a:cubicBezTo>
                  <a:lnTo>
                    <a:pt x="170168" y="6809"/>
                  </a:lnTo>
                  <a:lnTo>
                    <a:pt x="3839" y="142410"/>
                  </a:lnTo>
                  <a:lnTo>
                    <a:pt x="1554" y="144315"/>
                  </a:lnTo>
                  <a:cubicBezTo>
                    <a:pt x="-376" y="146054"/>
                    <a:pt x="-529" y="149025"/>
                    <a:pt x="1211" y="150955"/>
                  </a:cubicBezTo>
                  <a:cubicBezTo>
                    <a:pt x="1313" y="151069"/>
                    <a:pt x="1427" y="151184"/>
                    <a:pt x="1554" y="151298"/>
                  </a:cubicBezTo>
                  <a:cubicBezTo>
                    <a:pt x="2659" y="152326"/>
                    <a:pt x="4119" y="152872"/>
                    <a:pt x="5617" y="152822"/>
                  </a:cubicBezTo>
                  <a:cubicBezTo>
                    <a:pt x="6810" y="152809"/>
                    <a:pt x="7979" y="152415"/>
                    <a:pt x="8918" y="151679"/>
                  </a:cubicBezTo>
                  <a:lnTo>
                    <a:pt x="8918" y="151679"/>
                  </a:lnTo>
                  <a:lnTo>
                    <a:pt x="10696" y="150282"/>
                  </a:lnTo>
                  <a:lnTo>
                    <a:pt x="180833" y="1163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5" name="Freeform: Shape 638"/>
            <p:cNvSpPr/>
            <p:nvPr/>
          </p:nvSpPr>
          <p:spPr bwMode="auto">
            <a:xfrm>
              <a:off x="11617560" y="2340360"/>
              <a:ext cx="379439" cy="502560"/>
            </a:xfrm>
            <a:custGeom>
              <a:avLst/>
              <a:gdLst>
                <a:gd name="textAreaLeft" fmla="*/ 0 w 379440"/>
                <a:gd name="textAreaRight" fmla="*/ 379800 w 379440"/>
                <a:gd name="textAreaTop" fmla="*/ 0 h 502560"/>
                <a:gd name="textAreaBottom" fmla="*/ 502920 h 502560"/>
                <a:gd name="GluePoint1X" fmla="*/ 379890 w 379901"/>
                <a:gd name="GluePoint1Y" fmla="*/ 6372 h 502813"/>
                <a:gd name="GluePoint2X" fmla="*/ 379890 w 379901"/>
                <a:gd name="GluePoint2Y" fmla="*/ 5357 h 502813"/>
                <a:gd name="GluePoint3X" fmla="*/ 377604 w 379901"/>
                <a:gd name="GluePoint3Y" fmla="*/ 913 h 502813"/>
                <a:gd name="GluePoint4X" fmla="*/ 370113 w 379901"/>
                <a:gd name="GluePoint4Y" fmla="*/ 2055 h 502813"/>
                <a:gd name="GluePoint5X" fmla="*/ 369097 w 379901"/>
                <a:gd name="GluePoint5Y" fmla="*/ 3325 h 502813"/>
                <a:gd name="GluePoint6X" fmla="*/ 889 w 379901"/>
                <a:gd name="GluePoint6Y" fmla="*/ 484276 h 502813"/>
                <a:gd name="GluePoint7X" fmla="*/ 889 w 379901"/>
                <a:gd name="GluePoint7Y" fmla="*/ 499893 h 502813"/>
                <a:gd name="GluePoint8X" fmla="*/ 889 w 379901"/>
                <a:gd name="GluePoint8Y" fmla="*/ 500655 h 502813"/>
                <a:gd name="GluePoint9X" fmla="*/ 889 w 379901"/>
                <a:gd name="GluePoint9Y" fmla="*/ 501417 h 502813"/>
                <a:gd name="GluePoint10X" fmla="*/ 889 w 379901"/>
                <a:gd name="GluePoint10Y" fmla="*/ 501417 h 502813"/>
                <a:gd name="GluePoint11X" fmla="*/ 0 w 379901"/>
                <a:gd name="GluePoint11Y" fmla="*/ 502813 h 502813"/>
                <a:gd name="GluePoint12X" fmla="*/ 0 w 379901"/>
                <a:gd name="GluePoint12Y" fmla="*/ 502813 h 502813"/>
                <a:gd name="GluePoint13X" fmla="*/ 379001 w 379901"/>
                <a:gd name="GluePoint13Y" fmla="*/ 7642 h 502813"/>
                <a:gd name="GluePoint14X" fmla="*/ 379001 w 379901"/>
                <a:gd name="GluePoint14Y" fmla="*/ 7642 h 50281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379901" h="502813" extrusionOk="0">
                  <a:moveTo>
                    <a:pt x="379890" y="6372"/>
                  </a:moveTo>
                  <a:cubicBezTo>
                    <a:pt x="379890" y="6372"/>
                    <a:pt x="379890" y="5738"/>
                    <a:pt x="379890" y="5357"/>
                  </a:cubicBezTo>
                  <a:cubicBezTo>
                    <a:pt x="380016" y="3566"/>
                    <a:pt x="379128" y="1852"/>
                    <a:pt x="377604" y="913"/>
                  </a:cubicBezTo>
                  <a:cubicBezTo>
                    <a:pt x="375179" y="-649"/>
                    <a:pt x="371966" y="-167"/>
                    <a:pt x="370113" y="2055"/>
                  </a:cubicBezTo>
                  <a:lnTo>
                    <a:pt x="369097" y="3325"/>
                  </a:lnTo>
                  <a:lnTo>
                    <a:pt x="889" y="484276"/>
                  </a:lnTo>
                  <a:lnTo>
                    <a:pt x="889" y="499893"/>
                  </a:lnTo>
                  <a:cubicBezTo>
                    <a:pt x="889" y="499893"/>
                    <a:pt x="889" y="499893"/>
                    <a:pt x="889" y="500655"/>
                  </a:cubicBezTo>
                  <a:cubicBezTo>
                    <a:pt x="889" y="501417"/>
                    <a:pt x="889" y="500655"/>
                    <a:pt x="889" y="501417"/>
                  </a:cubicBezTo>
                  <a:lnTo>
                    <a:pt x="889" y="501417"/>
                  </a:lnTo>
                  <a:lnTo>
                    <a:pt x="0" y="502813"/>
                  </a:lnTo>
                  <a:cubicBezTo>
                    <a:pt x="0" y="502813"/>
                    <a:pt x="0" y="502813"/>
                    <a:pt x="0" y="502813"/>
                  </a:cubicBezTo>
                  <a:lnTo>
                    <a:pt x="379001" y="7642"/>
                  </a:lnTo>
                  <a:lnTo>
                    <a:pt x="379001" y="764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6" name="Freeform: Shape 639"/>
            <p:cNvSpPr/>
            <p:nvPr/>
          </p:nvSpPr>
          <p:spPr bwMode="auto">
            <a:xfrm>
              <a:off x="11279160" y="274320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48 w 47"/>
                <a:gd name="GluePoint1Y" fmla="*/ 1016 h 1015"/>
                <a:gd name="GluePoint2X" fmla="*/ 48 w 47"/>
                <a:gd name="GluePoint2Y" fmla="*/ 0 h 1015"/>
                <a:gd name="GluePoint3X" fmla="*/ 48 w 47"/>
                <a:gd name="GluePoint3Y" fmla="*/ 1016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47" h="1015" extrusionOk="0">
                  <a:moveTo>
                    <a:pt x="48" y="1016"/>
                  </a:moveTo>
                  <a:cubicBezTo>
                    <a:pt x="-16" y="685"/>
                    <a:pt x="-16" y="330"/>
                    <a:pt x="48" y="0"/>
                  </a:cubicBezTo>
                  <a:lnTo>
                    <a:pt x="48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7" name="Freeform: Shape 640"/>
            <p:cNvSpPr/>
            <p:nvPr/>
          </p:nvSpPr>
          <p:spPr bwMode="auto">
            <a:xfrm>
              <a:off x="11618640" y="2840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9 w 9"/>
                <a:gd name="GluePoint1Y" fmla="*/ 762 h 888"/>
                <a:gd name="GluePoint2X" fmla="*/ 9 w 9"/>
                <a:gd name="GluePoint2Y" fmla="*/ 0 h 888"/>
                <a:gd name="GluePoint3X" fmla="*/ 9 w 9"/>
                <a:gd name="GluePoint3Y" fmla="*/ 889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9" h="888" extrusionOk="0">
                  <a:moveTo>
                    <a:pt x="9" y="762"/>
                  </a:moveTo>
                  <a:cubicBezTo>
                    <a:pt x="9" y="762"/>
                    <a:pt x="9" y="762"/>
                    <a:pt x="9" y="0"/>
                  </a:cubicBezTo>
                  <a:cubicBezTo>
                    <a:pt x="-3" y="292"/>
                    <a:pt x="-3" y="597"/>
                    <a:pt x="9" y="88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8" name="Freeform: Shape 641"/>
            <p:cNvSpPr/>
            <p:nvPr/>
          </p:nvSpPr>
          <p:spPr bwMode="auto">
            <a:xfrm>
              <a:off x="11284920" y="2740320"/>
              <a:ext cx="327960" cy="10440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04400"/>
                <a:gd name="textAreaBottom" fmla="*/ 104760 h 104400"/>
                <a:gd name="GluePoint1X" fmla="*/ 322880 w 328213"/>
                <a:gd name="GluePoint1Y" fmla="*/ 99923 h 104754"/>
                <a:gd name="GluePoint2X" fmla="*/ 322880 w 328213"/>
                <a:gd name="GluePoint2Y" fmla="*/ 93194 h 104754"/>
                <a:gd name="GluePoint3X" fmla="*/ 889 w 328213"/>
                <a:gd name="GluePoint3Y" fmla="*/ 0 h 104754"/>
                <a:gd name="GluePoint4X" fmla="*/ 0 w 328213"/>
                <a:gd name="GluePoint4Y" fmla="*/ 0 h 104754"/>
                <a:gd name="GluePoint5X" fmla="*/ 4698 w 328213"/>
                <a:gd name="GluePoint5Y" fmla="*/ 4825 h 104754"/>
                <a:gd name="GluePoint6X" fmla="*/ 4698 w 328213"/>
                <a:gd name="GluePoint6Y" fmla="*/ 11554 h 104754"/>
                <a:gd name="GluePoint7X" fmla="*/ 326563 w 328213"/>
                <a:gd name="GluePoint7Y" fmla="*/ 104748 h 104754"/>
                <a:gd name="GluePoint8X" fmla="*/ 328213 w 328213"/>
                <a:gd name="GluePoint8Y" fmla="*/ 104748 h 104754"/>
                <a:gd name="GluePoint9X" fmla="*/ 322880 w 328213"/>
                <a:gd name="GluePoint9Y" fmla="*/ 99936 h 104754"/>
                <a:gd name="GluePoint10X" fmla="*/ 322880 w 328213"/>
                <a:gd name="GluePoint10Y" fmla="*/ 99923 h 10475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328213" h="104754" extrusionOk="0">
                  <a:moveTo>
                    <a:pt x="322880" y="99923"/>
                  </a:moveTo>
                  <a:lnTo>
                    <a:pt x="322880" y="93194"/>
                  </a:lnTo>
                  <a:lnTo>
                    <a:pt x="889" y="0"/>
                  </a:lnTo>
                  <a:lnTo>
                    <a:pt x="0" y="0"/>
                  </a:lnTo>
                  <a:cubicBezTo>
                    <a:pt x="2565" y="191"/>
                    <a:pt x="4571" y="2260"/>
                    <a:pt x="4698" y="4825"/>
                  </a:cubicBezTo>
                  <a:lnTo>
                    <a:pt x="4698" y="11554"/>
                  </a:lnTo>
                  <a:lnTo>
                    <a:pt x="326563" y="104748"/>
                  </a:lnTo>
                  <a:lnTo>
                    <a:pt x="328213" y="104748"/>
                  </a:lnTo>
                  <a:cubicBezTo>
                    <a:pt x="325407" y="104887"/>
                    <a:pt x="323020" y="102742"/>
                    <a:pt x="322880" y="99936"/>
                  </a:cubicBezTo>
                  <a:cubicBezTo>
                    <a:pt x="322880" y="99936"/>
                    <a:pt x="322880" y="99923"/>
                    <a:pt x="322880" y="9992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19" name="Freeform: Shape 642"/>
            <p:cNvSpPr/>
            <p:nvPr/>
          </p:nvSpPr>
          <p:spPr bwMode="auto">
            <a:xfrm>
              <a:off x="9832680" y="2320920"/>
              <a:ext cx="166320" cy="51120"/>
            </a:xfrm>
            <a:custGeom>
              <a:avLst/>
              <a:gdLst>
                <a:gd name="textAreaLeft" fmla="*/ 0 w 166320"/>
                <a:gd name="textAreaRight" fmla="*/ 166680 w 166320"/>
                <a:gd name="textAreaTop" fmla="*/ 0 h 51120"/>
                <a:gd name="textAreaBottom" fmla="*/ 51480 h 51120"/>
                <a:gd name="GluePoint1X" fmla="*/ 166805 w 166804"/>
                <a:gd name="GluePoint1Y" fmla="*/ 45951 h 51410"/>
                <a:gd name="GluePoint2X" fmla="*/ 166805 w 166804"/>
                <a:gd name="GluePoint2Y" fmla="*/ 45951 h 51410"/>
                <a:gd name="GluePoint3X" fmla="*/ 33108 w 166804"/>
                <a:gd name="GluePoint3Y" fmla="*/ 7861 h 51410"/>
                <a:gd name="GluePoint4X" fmla="*/ 10634 w 166804"/>
                <a:gd name="GluePoint4Y" fmla="*/ 1386 h 51410"/>
                <a:gd name="GluePoint5X" fmla="*/ 6825 w 166804"/>
                <a:gd name="GluePoint5Y" fmla="*/ 243 h 51410"/>
                <a:gd name="GluePoint6X" fmla="*/ 95 w 166804"/>
                <a:gd name="GluePoint6Y" fmla="*/ 3544 h 51410"/>
                <a:gd name="GluePoint7X" fmla="*/ 95 w 166804"/>
                <a:gd name="GluePoint7Y" fmla="*/ 5195 h 51410"/>
                <a:gd name="GluePoint8X" fmla="*/ 95 w 166804"/>
                <a:gd name="GluePoint8Y" fmla="*/ 6211 h 51410"/>
                <a:gd name="GluePoint9X" fmla="*/ 95 w 166804"/>
                <a:gd name="GluePoint9Y" fmla="*/ 7099 h 51410"/>
                <a:gd name="GluePoint10X" fmla="*/ 95 w 166804"/>
                <a:gd name="GluePoint10Y" fmla="*/ 7099 h 51410"/>
                <a:gd name="GluePoint11X" fmla="*/ 731 w 166804"/>
                <a:gd name="GluePoint11Y" fmla="*/ 7861 h 51410"/>
                <a:gd name="GluePoint12X" fmla="*/ 1493 w 166804"/>
                <a:gd name="GluePoint12Y" fmla="*/ 7861 h 51410"/>
                <a:gd name="GluePoint13X" fmla="*/ 2508 w 166804"/>
                <a:gd name="GluePoint13Y" fmla="*/ 7861 h 51410"/>
                <a:gd name="GluePoint14X" fmla="*/ 2508 w 166804"/>
                <a:gd name="GluePoint14Y" fmla="*/ 7861 h 51410"/>
                <a:gd name="GluePoint15X" fmla="*/ 153346 w 166804"/>
                <a:gd name="GluePoint15Y" fmla="*/ 51411 h 51410"/>
                <a:gd name="GluePoint16X" fmla="*/ 160456 w 166804"/>
                <a:gd name="GluePoint16Y" fmla="*/ 45698 h 51410"/>
                <a:gd name="GluePoint17X" fmla="*/ 166805 w 166804"/>
                <a:gd name="GluePoint17Y" fmla="*/ 45951 h 514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166804" h="51410" extrusionOk="0">
                  <a:moveTo>
                    <a:pt x="166805" y="45951"/>
                  </a:moveTo>
                  <a:lnTo>
                    <a:pt x="166805" y="45951"/>
                  </a:lnTo>
                  <a:lnTo>
                    <a:pt x="33108" y="7861"/>
                  </a:lnTo>
                  <a:lnTo>
                    <a:pt x="10634" y="1386"/>
                  </a:lnTo>
                  <a:lnTo>
                    <a:pt x="6825" y="243"/>
                  </a:lnTo>
                  <a:cubicBezTo>
                    <a:pt x="4057" y="-607"/>
                    <a:pt x="1111" y="840"/>
                    <a:pt x="95" y="3544"/>
                  </a:cubicBezTo>
                  <a:cubicBezTo>
                    <a:pt x="-32" y="4090"/>
                    <a:pt x="-32" y="4649"/>
                    <a:pt x="95" y="5195"/>
                  </a:cubicBezTo>
                  <a:cubicBezTo>
                    <a:pt x="95" y="5195"/>
                    <a:pt x="95" y="5830"/>
                    <a:pt x="95" y="6211"/>
                  </a:cubicBezTo>
                  <a:cubicBezTo>
                    <a:pt x="108" y="6503"/>
                    <a:pt x="108" y="6807"/>
                    <a:pt x="95" y="7099"/>
                  </a:cubicBezTo>
                  <a:lnTo>
                    <a:pt x="95" y="7099"/>
                  </a:lnTo>
                  <a:cubicBezTo>
                    <a:pt x="197" y="7430"/>
                    <a:pt x="425" y="7709"/>
                    <a:pt x="731" y="7861"/>
                  </a:cubicBezTo>
                  <a:lnTo>
                    <a:pt x="1493" y="7861"/>
                  </a:lnTo>
                  <a:lnTo>
                    <a:pt x="2508" y="7861"/>
                  </a:lnTo>
                  <a:lnTo>
                    <a:pt x="2508" y="7861"/>
                  </a:lnTo>
                  <a:lnTo>
                    <a:pt x="153346" y="51411"/>
                  </a:lnTo>
                  <a:lnTo>
                    <a:pt x="160456" y="45698"/>
                  </a:lnTo>
                  <a:cubicBezTo>
                    <a:pt x="162437" y="44529"/>
                    <a:pt x="164925" y="44618"/>
                    <a:pt x="166805" y="459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6480" rIns="9000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0" name="Freeform: Shape 643"/>
            <p:cNvSpPr/>
            <p:nvPr/>
          </p:nvSpPr>
          <p:spPr bwMode="auto">
            <a:xfrm>
              <a:off x="10002600" y="23727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47"/>
                <a:gd name="GluePoint1Y" fmla="*/ 0 h 761"/>
                <a:gd name="GluePoint2X" fmla="*/ 0 w 47"/>
                <a:gd name="GluePoint2Y" fmla="*/ 0 h 761"/>
                <a:gd name="GluePoint3X" fmla="*/ 0 w 47"/>
                <a:gd name="GluePoint3Y" fmla="*/ 762 h 761"/>
                <a:gd name="GluePoint4X" fmla="*/ 0 w 47"/>
                <a:gd name="GluePoint4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47" h="761" extrusionOk="0">
                  <a:moveTo>
                    <a:pt x="0" y="0"/>
                  </a:moveTo>
                  <a:lnTo>
                    <a:pt x="0" y="0"/>
                  </a:lnTo>
                  <a:cubicBezTo>
                    <a:pt x="64" y="254"/>
                    <a:pt x="64" y="508"/>
                    <a:pt x="0" y="762"/>
                  </a:cubicBez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1" name="Freeform: Shape 644"/>
            <p:cNvSpPr/>
            <p:nvPr/>
          </p:nvSpPr>
          <p:spPr bwMode="auto">
            <a:xfrm>
              <a:off x="11610720" y="2134440"/>
              <a:ext cx="385920" cy="498240"/>
            </a:xfrm>
            <a:custGeom>
              <a:avLst/>
              <a:gdLst>
                <a:gd name="textAreaLeft" fmla="*/ 0 w 385920"/>
                <a:gd name="textAreaRight" fmla="*/ 386280 w 385920"/>
                <a:gd name="textAreaTop" fmla="*/ 0 h 498240"/>
                <a:gd name="textAreaBottom" fmla="*/ 498600 h 498240"/>
                <a:gd name="GluePoint1X" fmla="*/ 386110 w 386148"/>
                <a:gd name="GluePoint1Y" fmla="*/ 5858 h 498743"/>
                <a:gd name="GluePoint2X" fmla="*/ 386110 w 386148"/>
                <a:gd name="GluePoint2Y" fmla="*/ 4842 h 498743"/>
                <a:gd name="GluePoint3X" fmla="*/ 386110 w 386148"/>
                <a:gd name="GluePoint3Y" fmla="*/ 4842 h 498743"/>
                <a:gd name="GluePoint4X" fmla="*/ 386110 w 386148"/>
                <a:gd name="GluePoint4Y" fmla="*/ 3826 h 498743"/>
                <a:gd name="GluePoint5X" fmla="*/ 386110 w 386148"/>
                <a:gd name="GluePoint5Y" fmla="*/ 2937 h 498743"/>
                <a:gd name="GluePoint6X" fmla="*/ 386110 w 386148"/>
                <a:gd name="GluePoint6Y" fmla="*/ 2175 h 498743"/>
                <a:gd name="GluePoint7X" fmla="*/ 386110 w 386148"/>
                <a:gd name="GluePoint7Y" fmla="*/ 2175 h 498743"/>
                <a:gd name="GluePoint8X" fmla="*/ 386110 w 386148"/>
                <a:gd name="GluePoint8Y" fmla="*/ 1287 h 498743"/>
                <a:gd name="GluePoint9X" fmla="*/ 386110 w 386148"/>
                <a:gd name="GluePoint9Y" fmla="*/ 1287 h 498743"/>
                <a:gd name="GluePoint10X" fmla="*/ 386110 w 386148"/>
                <a:gd name="GluePoint10Y" fmla="*/ 1287 h 498743"/>
                <a:gd name="GluePoint11X" fmla="*/ 385348 w 386148"/>
                <a:gd name="GluePoint11Y" fmla="*/ 525 h 498743"/>
                <a:gd name="GluePoint12X" fmla="*/ 385348 w 386148"/>
                <a:gd name="GluePoint12Y" fmla="*/ 525 h 498743"/>
                <a:gd name="GluePoint13X" fmla="*/ 385348 w 386148"/>
                <a:gd name="GluePoint13Y" fmla="*/ 525 h 498743"/>
                <a:gd name="GluePoint14X" fmla="*/ 378492 w 386148"/>
                <a:gd name="GluePoint14Y" fmla="*/ 2049 h 498743"/>
                <a:gd name="GluePoint15X" fmla="*/ 374429 w 386148"/>
                <a:gd name="GluePoint15Y" fmla="*/ 7381 h 498743"/>
                <a:gd name="GluePoint16X" fmla="*/ 0 w 386148"/>
                <a:gd name="GluePoint16Y" fmla="*/ 492776 h 498743"/>
                <a:gd name="GluePoint17X" fmla="*/ 3809 w 386148"/>
                <a:gd name="GluePoint17Y" fmla="*/ 493792 h 498743"/>
                <a:gd name="GluePoint18X" fmla="*/ 3809 w 386148"/>
                <a:gd name="GluePoint18Y" fmla="*/ 493792 h 498743"/>
                <a:gd name="GluePoint19X" fmla="*/ 4825 w 386148"/>
                <a:gd name="GluePoint19Y" fmla="*/ 493792 h 498743"/>
                <a:gd name="GluePoint20X" fmla="*/ 5587 w 386148"/>
                <a:gd name="GluePoint20Y" fmla="*/ 493792 h 498743"/>
                <a:gd name="GluePoint21X" fmla="*/ 5587 w 386148"/>
                <a:gd name="GluePoint21Y" fmla="*/ 494554 h 498743"/>
                <a:gd name="GluePoint22X" fmla="*/ 6221 w 386148"/>
                <a:gd name="GluePoint22Y" fmla="*/ 495315 h 498743"/>
                <a:gd name="GluePoint23X" fmla="*/ 6221 w 386148"/>
                <a:gd name="GluePoint23Y" fmla="*/ 496204 h 498743"/>
                <a:gd name="GluePoint24X" fmla="*/ 6221 w 386148"/>
                <a:gd name="GluePoint24Y" fmla="*/ 497220 h 498743"/>
                <a:gd name="GluePoint25X" fmla="*/ 6221 w 386148"/>
                <a:gd name="GluePoint25Y" fmla="*/ 497220 h 498743"/>
                <a:gd name="GluePoint26X" fmla="*/ 6221 w 386148"/>
                <a:gd name="GluePoint26Y" fmla="*/ 498744 h 498743"/>
                <a:gd name="GluePoint27X" fmla="*/ 374429 w 386148"/>
                <a:gd name="GluePoint27Y" fmla="*/ 17920 h 4987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</a:cxnLst>
              <a:rect l="textAreaLeft" t="textAreaTop" r="textAreaRight" b="textAreaBottom"/>
              <a:pathLst>
                <a:path w="386148" h="498743" extrusionOk="0">
                  <a:moveTo>
                    <a:pt x="386110" y="5858"/>
                  </a:moveTo>
                  <a:cubicBezTo>
                    <a:pt x="386110" y="5858"/>
                    <a:pt x="386110" y="5223"/>
                    <a:pt x="386110" y="4842"/>
                  </a:cubicBezTo>
                  <a:lnTo>
                    <a:pt x="386110" y="4842"/>
                  </a:lnTo>
                  <a:cubicBezTo>
                    <a:pt x="386110" y="4842"/>
                    <a:pt x="386110" y="4207"/>
                    <a:pt x="386110" y="3826"/>
                  </a:cubicBezTo>
                  <a:lnTo>
                    <a:pt x="386110" y="2937"/>
                  </a:lnTo>
                  <a:cubicBezTo>
                    <a:pt x="386161" y="2683"/>
                    <a:pt x="386161" y="2430"/>
                    <a:pt x="386110" y="2175"/>
                  </a:cubicBezTo>
                  <a:lnTo>
                    <a:pt x="386110" y="2175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6110" y="1287"/>
                  </a:lnTo>
                  <a:lnTo>
                    <a:pt x="385348" y="525"/>
                  </a:lnTo>
                  <a:lnTo>
                    <a:pt x="385348" y="525"/>
                  </a:lnTo>
                  <a:lnTo>
                    <a:pt x="385348" y="525"/>
                  </a:lnTo>
                  <a:cubicBezTo>
                    <a:pt x="382975" y="-554"/>
                    <a:pt x="380181" y="68"/>
                    <a:pt x="378492" y="2049"/>
                  </a:cubicBezTo>
                  <a:lnTo>
                    <a:pt x="374429" y="7381"/>
                  </a:lnTo>
                  <a:lnTo>
                    <a:pt x="0" y="492776"/>
                  </a:lnTo>
                  <a:lnTo>
                    <a:pt x="3809" y="493792"/>
                  </a:lnTo>
                  <a:lnTo>
                    <a:pt x="3809" y="493792"/>
                  </a:lnTo>
                  <a:lnTo>
                    <a:pt x="4825" y="493792"/>
                  </a:lnTo>
                  <a:lnTo>
                    <a:pt x="5587" y="493792"/>
                  </a:lnTo>
                  <a:lnTo>
                    <a:pt x="5587" y="494554"/>
                  </a:lnTo>
                  <a:lnTo>
                    <a:pt x="6221" y="495315"/>
                  </a:lnTo>
                  <a:cubicBezTo>
                    <a:pt x="6234" y="495608"/>
                    <a:pt x="6234" y="495912"/>
                    <a:pt x="6221" y="496204"/>
                  </a:cubicBezTo>
                  <a:cubicBezTo>
                    <a:pt x="6221" y="496204"/>
                    <a:pt x="6221" y="496839"/>
                    <a:pt x="6221" y="497220"/>
                  </a:cubicBezTo>
                  <a:lnTo>
                    <a:pt x="6221" y="497220"/>
                  </a:lnTo>
                  <a:lnTo>
                    <a:pt x="6221" y="498744"/>
                  </a:lnTo>
                  <a:lnTo>
                    <a:pt x="374429" y="1792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2" name="Freeform: Shape 645"/>
            <p:cNvSpPr/>
            <p:nvPr/>
          </p:nvSpPr>
          <p:spPr bwMode="auto">
            <a:xfrm>
              <a:off x="11608200" y="2633040"/>
              <a:ext cx="10080" cy="21168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211680"/>
                <a:gd name="textAreaBottom" fmla="*/ 212040 h 211680"/>
                <a:gd name="GluePoint1X" fmla="*/ 10539 w 10586"/>
                <a:gd name="GluePoint1Y" fmla="*/ 207972 h 212187"/>
                <a:gd name="GluePoint2X" fmla="*/ 10539 w 10586"/>
                <a:gd name="GluePoint2Y" fmla="*/ 207210 h 212187"/>
                <a:gd name="GluePoint3X" fmla="*/ 10539 w 10586"/>
                <a:gd name="GluePoint3Y" fmla="*/ 0 h 212187"/>
                <a:gd name="GluePoint4X" fmla="*/ 10539 w 10586"/>
                <a:gd name="GluePoint4Y" fmla="*/ 0 h 212187"/>
                <a:gd name="GluePoint5X" fmla="*/ 10539 w 10586"/>
                <a:gd name="GluePoint5Y" fmla="*/ 1651 h 212187"/>
                <a:gd name="GluePoint6X" fmla="*/ 5332 w 10586"/>
                <a:gd name="GluePoint6Y" fmla="*/ 5079 h 212187"/>
                <a:gd name="GluePoint7X" fmla="*/ 3683 w 10586"/>
                <a:gd name="GluePoint7Y" fmla="*/ 5079 h 212187"/>
                <a:gd name="GluePoint8X" fmla="*/ 0 w 10586"/>
                <a:gd name="GluePoint8Y" fmla="*/ 4063 h 212187"/>
                <a:gd name="GluePoint9X" fmla="*/ 0 w 10586"/>
                <a:gd name="GluePoint9Y" fmla="*/ 207210 h 212187"/>
                <a:gd name="GluePoint10X" fmla="*/ 5320 w 10586"/>
                <a:gd name="GluePoint10Y" fmla="*/ 212035 h 212187"/>
                <a:gd name="GluePoint11X" fmla="*/ 5332 w 10586"/>
                <a:gd name="GluePoint11Y" fmla="*/ 212035 h 212187"/>
                <a:gd name="GluePoint12X" fmla="*/ 7619 w 10586"/>
                <a:gd name="GluePoint12Y" fmla="*/ 212035 h 212187"/>
                <a:gd name="GluePoint13X" fmla="*/ 8253 w 10586"/>
                <a:gd name="GluePoint13Y" fmla="*/ 212035 h 212187"/>
                <a:gd name="GluePoint14X" fmla="*/ 8253 w 10586"/>
                <a:gd name="GluePoint14Y" fmla="*/ 212035 h 212187"/>
                <a:gd name="GluePoint15X" fmla="*/ 8253 w 10586"/>
                <a:gd name="GluePoint15Y" fmla="*/ 212035 h 212187"/>
                <a:gd name="GluePoint16X" fmla="*/ 9015 w 10586"/>
                <a:gd name="GluePoint16Y" fmla="*/ 211273 h 212187"/>
                <a:gd name="GluePoint17X" fmla="*/ 9904 w 10586"/>
                <a:gd name="GluePoint17Y" fmla="*/ 209877 h 212187"/>
                <a:gd name="GluePoint18X" fmla="*/ 10539 w 10586"/>
                <a:gd name="GluePoint18Y" fmla="*/ 207972 h 2121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</a:cxnLst>
              <a:rect l="textAreaLeft" t="textAreaTop" r="textAreaRight" b="textAreaBottom"/>
              <a:pathLst>
                <a:path w="10586" h="212187" extrusionOk="0">
                  <a:moveTo>
                    <a:pt x="10539" y="207972"/>
                  </a:moveTo>
                  <a:cubicBezTo>
                    <a:pt x="10539" y="207972"/>
                    <a:pt x="10539" y="207972"/>
                    <a:pt x="10539" y="207210"/>
                  </a:cubicBezTo>
                  <a:lnTo>
                    <a:pt x="10539" y="0"/>
                  </a:lnTo>
                  <a:lnTo>
                    <a:pt x="10539" y="0"/>
                  </a:lnTo>
                  <a:cubicBezTo>
                    <a:pt x="10602" y="546"/>
                    <a:pt x="10602" y="1105"/>
                    <a:pt x="10539" y="1651"/>
                  </a:cubicBezTo>
                  <a:cubicBezTo>
                    <a:pt x="9662" y="3746"/>
                    <a:pt x="7605" y="5104"/>
                    <a:pt x="5332" y="5079"/>
                  </a:cubicBezTo>
                  <a:lnTo>
                    <a:pt x="3683" y="5079"/>
                  </a:lnTo>
                  <a:lnTo>
                    <a:pt x="0" y="4063"/>
                  </a:lnTo>
                  <a:lnTo>
                    <a:pt x="0" y="207210"/>
                  </a:lnTo>
                  <a:cubicBezTo>
                    <a:pt x="139" y="210016"/>
                    <a:pt x="2514" y="212175"/>
                    <a:pt x="5320" y="212035"/>
                  </a:cubicBezTo>
                  <a:cubicBezTo>
                    <a:pt x="5320" y="212035"/>
                    <a:pt x="5332" y="212035"/>
                    <a:pt x="5332" y="212035"/>
                  </a:cubicBezTo>
                  <a:cubicBezTo>
                    <a:pt x="6082" y="212238"/>
                    <a:pt x="6869" y="212238"/>
                    <a:pt x="7619" y="212035"/>
                  </a:cubicBezTo>
                  <a:lnTo>
                    <a:pt x="8253" y="212035"/>
                  </a:lnTo>
                  <a:lnTo>
                    <a:pt x="8253" y="212035"/>
                  </a:lnTo>
                  <a:lnTo>
                    <a:pt x="8253" y="212035"/>
                  </a:lnTo>
                  <a:lnTo>
                    <a:pt x="9015" y="211273"/>
                  </a:lnTo>
                  <a:lnTo>
                    <a:pt x="9904" y="209877"/>
                  </a:lnTo>
                  <a:cubicBezTo>
                    <a:pt x="10031" y="209217"/>
                    <a:pt x="10246" y="208582"/>
                    <a:pt x="10539" y="20797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3" name="Freeform: Shape 646"/>
            <p:cNvSpPr/>
            <p:nvPr/>
          </p:nvSpPr>
          <p:spPr bwMode="auto">
            <a:xfrm>
              <a:off x="9833040" y="2113200"/>
              <a:ext cx="1784880" cy="522720"/>
            </a:xfrm>
            <a:custGeom>
              <a:avLst/>
              <a:gdLst>
                <a:gd name="textAreaLeft" fmla="*/ 0 w 1784880"/>
                <a:gd name="textAreaRight" fmla="*/ 1785240 w 1784880"/>
                <a:gd name="textAreaTop" fmla="*/ 0 h 522720"/>
                <a:gd name="textAreaBottom" fmla="*/ 523080 h 522720"/>
                <a:gd name="GluePoint1X" fmla="*/ 1785221 w 1785220"/>
                <a:gd name="GluePoint1Y" fmla="*/ 517718 h 523050"/>
                <a:gd name="GluePoint2X" fmla="*/ 1784586 w 1785220"/>
                <a:gd name="GluePoint2Y" fmla="*/ 516956 h 523050"/>
                <a:gd name="GluePoint3X" fmla="*/ 1784586 w 1785220"/>
                <a:gd name="GluePoint3Y" fmla="*/ 516194 h 523050"/>
                <a:gd name="GluePoint4X" fmla="*/ 1783825 w 1785220"/>
                <a:gd name="GluePoint4Y" fmla="*/ 516194 h 523050"/>
                <a:gd name="GluePoint5X" fmla="*/ 1782809 w 1785220"/>
                <a:gd name="GluePoint5Y" fmla="*/ 516194 h 523050"/>
                <a:gd name="GluePoint6X" fmla="*/ 1782809 w 1785220"/>
                <a:gd name="GluePoint6Y" fmla="*/ 516194 h 523050"/>
                <a:gd name="GluePoint7X" fmla="*/ 1779000 w 1785220"/>
                <a:gd name="GluePoint7Y" fmla="*/ 515179 h 523050"/>
                <a:gd name="GluePoint8X" fmla="*/ 15157 w 1785220"/>
                <a:gd name="GluePoint8Y" fmla="*/ 2867 h 523050"/>
                <a:gd name="GluePoint9X" fmla="*/ 6269 w 1785220"/>
                <a:gd name="GluePoint9Y" fmla="*/ 200 h 523050"/>
                <a:gd name="GluePoint10X" fmla="*/ 809 w 1785220"/>
                <a:gd name="GluePoint10Y" fmla="*/ 1470 h 523050"/>
                <a:gd name="GluePoint11X" fmla="*/ 48 w 1785220"/>
                <a:gd name="GluePoint11Y" fmla="*/ 2359 h 523050"/>
                <a:gd name="GluePoint12X" fmla="*/ 48 w 1785220"/>
                <a:gd name="GluePoint12Y" fmla="*/ 3120 h 523050"/>
                <a:gd name="GluePoint13X" fmla="*/ 48 w 1785220"/>
                <a:gd name="GluePoint13Y" fmla="*/ 3120 h 523050"/>
                <a:gd name="GluePoint14X" fmla="*/ 48 w 1785220"/>
                <a:gd name="GluePoint14Y" fmla="*/ 3755 h 523050"/>
                <a:gd name="GluePoint15X" fmla="*/ 48 w 1785220"/>
                <a:gd name="GluePoint15Y" fmla="*/ 4771 h 523050"/>
                <a:gd name="GluePoint16X" fmla="*/ 48 w 1785220"/>
                <a:gd name="GluePoint16Y" fmla="*/ 5660 h 523050"/>
                <a:gd name="GluePoint17X" fmla="*/ 48 w 1785220"/>
                <a:gd name="GluePoint17Y" fmla="*/ 6549 h 523050"/>
                <a:gd name="GluePoint18X" fmla="*/ 48 w 1785220"/>
                <a:gd name="GluePoint18Y" fmla="*/ 7438 h 523050"/>
                <a:gd name="GluePoint19X" fmla="*/ 48 w 1785220"/>
                <a:gd name="GluePoint19Y" fmla="*/ 7438 h 523050"/>
                <a:gd name="GluePoint20X" fmla="*/ 1064 w 1785220"/>
                <a:gd name="GluePoint20Y" fmla="*/ 8199 h 523050"/>
                <a:gd name="GluePoint21X" fmla="*/ 1952 w 1785220"/>
                <a:gd name="GluePoint21Y" fmla="*/ 8199 h 523050"/>
                <a:gd name="GluePoint22X" fmla="*/ 1952 w 1785220"/>
                <a:gd name="GluePoint22Y" fmla="*/ 8199 h 523050"/>
                <a:gd name="GluePoint23X" fmla="*/ 8936 w 1785220"/>
                <a:gd name="GluePoint23Y" fmla="*/ 10231 h 523050"/>
                <a:gd name="GluePoint24X" fmla="*/ 1773794 w 1785220"/>
                <a:gd name="GluePoint24Y" fmla="*/ 522035 h 523050"/>
                <a:gd name="GluePoint25X" fmla="*/ 1777476 w 1785220"/>
                <a:gd name="GluePoint25Y" fmla="*/ 523051 h 523050"/>
                <a:gd name="GluePoint26X" fmla="*/ 1779127 w 1785220"/>
                <a:gd name="GluePoint26Y" fmla="*/ 523051 h 523050"/>
                <a:gd name="GluePoint27X" fmla="*/ 1784333 w 1785220"/>
                <a:gd name="GluePoint27Y" fmla="*/ 519623 h 523050"/>
                <a:gd name="GluePoint28X" fmla="*/ 1784333 w 1785220"/>
                <a:gd name="GluePoint28Y" fmla="*/ 517972 h 523050"/>
                <a:gd name="GluePoint29X" fmla="*/ 1784333 w 1785220"/>
                <a:gd name="GluePoint29Y" fmla="*/ 516956 h 523050"/>
                <a:gd name="GluePoint30X" fmla="*/ 1785221 w 1785220"/>
                <a:gd name="GluePoint30Y" fmla="*/ 517718 h 5230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</a:cxnLst>
              <a:rect l="textAreaLeft" t="textAreaTop" r="textAreaRight" b="textAreaBottom"/>
              <a:pathLst>
                <a:path w="1785220" h="523050" extrusionOk="0">
                  <a:moveTo>
                    <a:pt x="1785221" y="517718"/>
                  </a:moveTo>
                  <a:lnTo>
                    <a:pt x="1784586" y="516956"/>
                  </a:lnTo>
                  <a:lnTo>
                    <a:pt x="1784586" y="516194"/>
                  </a:lnTo>
                  <a:lnTo>
                    <a:pt x="1783825" y="516194"/>
                  </a:lnTo>
                  <a:lnTo>
                    <a:pt x="1782809" y="516194"/>
                  </a:lnTo>
                  <a:lnTo>
                    <a:pt x="1782809" y="516194"/>
                  </a:lnTo>
                  <a:lnTo>
                    <a:pt x="1779000" y="515179"/>
                  </a:lnTo>
                  <a:lnTo>
                    <a:pt x="15157" y="2867"/>
                  </a:lnTo>
                  <a:lnTo>
                    <a:pt x="6269" y="200"/>
                  </a:lnTo>
                  <a:cubicBezTo>
                    <a:pt x="4352" y="-308"/>
                    <a:pt x="2307" y="162"/>
                    <a:pt x="809" y="1470"/>
                  </a:cubicBezTo>
                  <a:lnTo>
                    <a:pt x="48" y="2359"/>
                  </a:lnTo>
                  <a:lnTo>
                    <a:pt x="48" y="3120"/>
                  </a:lnTo>
                  <a:lnTo>
                    <a:pt x="48" y="3120"/>
                  </a:lnTo>
                  <a:cubicBezTo>
                    <a:pt x="48" y="3120"/>
                    <a:pt x="48" y="3120"/>
                    <a:pt x="48" y="3755"/>
                  </a:cubicBezTo>
                  <a:lnTo>
                    <a:pt x="48" y="4771"/>
                  </a:lnTo>
                  <a:cubicBezTo>
                    <a:pt x="-16" y="5063"/>
                    <a:pt x="-16" y="5368"/>
                    <a:pt x="48" y="5660"/>
                  </a:cubicBezTo>
                  <a:cubicBezTo>
                    <a:pt x="-3" y="5952"/>
                    <a:pt x="-3" y="6257"/>
                    <a:pt x="48" y="6549"/>
                  </a:cubicBezTo>
                  <a:lnTo>
                    <a:pt x="48" y="7438"/>
                  </a:lnTo>
                  <a:lnTo>
                    <a:pt x="48" y="7438"/>
                  </a:lnTo>
                  <a:lnTo>
                    <a:pt x="1064" y="8199"/>
                  </a:lnTo>
                  <a:lnTo>
                    <a:pt x="1952" y="8199"/>
                  </a:lnTo>
                  <a:lnTo>
                    <a:pt x="1952" y="8199"/>
                  </a:lnTo>
                  <a:lnTo>
                    <a:pt x="8936" y="10231"/>
                  </a:lnTo>
                  <a:lnTo>
                    <a:pt x="1773794" y="522035"/>
                  </a:lnTo>
                  <a:lnTo>
                    <a:pt x="1777476" y="523051"/>
                  </a:lnTo>
                  <a:lnTo>
                    <a:pt x="1779127" y="523051"/>
                  </a:lnTo>
                  <a:cubicBezTo>
                    <a:pt x="1781400" y="523076"/>
                    <a:pt x="1783456" y="521717"/>
                    <a:pt x="1784333" y="519623"/>
                  </a:cubicBezTo>
                  <a:cubicBezTo>
                    <a:pt x="1784396" y="519077"/>
                    <a:pt x="1784396" y="518518"/>
                    <a:pt x="1784333" y="517972"/>
                  </a:cubicBezTo>
                  <a:cubicBezTo>
                    <a:pt x="1784333" y="517972"/>
                    <a:pt x="1784333" y="517210"/>
                    <a:pt x="1784333" y="516956"/>
                  </a:cubicBezTo>
                  <a:cubicBezTo>
                    <a:pt x="1784612" y="517235"/>
                    <a:pt x="1784904" y="517490"/>
                    <a:pt x="1785221" y="51771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4" name="Freeform: Shape 660"/>
            <p:cNvSpPr/>
            <p:nvPr/>
          </p:nvSpPr>
          <p:spPr bwMode="auto">
            <a:xfrm>
              <a:off x="9848160" y="355320"/>
              <a:ext cx="217800" cy="174600"/>
            </a:xfrm>
            <a:custGeom>
              <a:avLst/>
              <a:gdLst>
                <a:gd name="textAreaLeft" fmla="*/ 0 w 217800"/>
                <a:gd name="textAreaRight" fmla="*/ 218160 w 217800"/>
                <a:gd name="textAreaTop" fmla="*/ 0 h 174600"/>
                <a:gd name="textAreaBottom" fmla="*/ 174960 h 174600"/>
                <a:gd name="GluePoint1X" fmla="*/ 3047 w 218004"/>
                <a:gd name="GluePoint1Y" fmla="*/ 172421 h 175087"/>
                <a:gd name="GluePoint2X" fmla="*/ 11808 w 218004"/>
                <a:gd name="GluePoint2Y" fmla="*/ 175088 h 175087"/>
                <a:gd name="GluePoint3X" fmla="*/ 218004 w 218004"/>
                <a:gd name="GluePoint3Y" fmla="*/ 7364 h 175087"/>
                <a:gd name="GluePoint4X" fmla="*/ 214450 w 218004"/>
                <a:gd name="GluePoint4Y" fmla="*/ 8634 h 175087"/>
                <a:gd name="GluePoint5X" fmla="*/ 210386 w 218004"/>
                <a:gd name="GluePoint5Y" fmla="*/ 6983 h 175087"/>
                <a:gd name="GluePoint6X" fmla="*/ 210031 w 218004"/>
                <a:gd name="GluePoint6Y" fmla="*/ 343 h 175087"/>
                <a:gd name="GluePoint7X" fmla="*/ 210386 w 218004"/>
                <a:gd name="GluePoint7Y" fmla="*/ 0 h 175087"/>
                <a:gd name="GluePoint8X" fmla="*/ 208609 w 218004"/>
                <a:gd name="GluePoint8Y" fmla="*/ 1524 h 175087"/>
                <a:gd name="GluePoint9X" fmla="*/ 0 w 218004"/>
                <a:gd name="GluePoint9Y" fmla="*/ 171152 h 17508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218004" h="175087" extrusionOk="0">
                  <a:moveTo>
                    <a:pt x="3047" y="172421"/>
                  </a:moveTo>
                  <a:lnTo>
                    <a:pt x="11808" y="175088"/>
                  </a:lnTo>
                  <a:lnTo>
                    <a:pt x="218004" y="7364"/>
                  </a:lnTo>
                  <a:cubicBezTo>
                    <a:pt x="216989" y="8151"/>
                    <a:pt x="215745" y="8596"/>
                    <a:pt x="214450" y="8634"/>
                  </a:cubicBezTo>
                  <a:cubicBezTo>
                    <a:pt x="212926" y="8634"/>
                    <a:pt x="211478" y="8037"/>
                    <a:pt x="210386" y="6983"/>
                  </a:cubicBezTo>
                  <a:cubicBezTo>
                    <a:pt x="208456" y="5244"/>
                    <a:pt x="208304" y="2273"/>
                    <a:pt x="210031" y="343"/>
                  </a:cubicBezTo>
                  <a:cubicBezTo>
                    <a:pt x="210145" y="229"/>
                    <a:pt x="210259" y="114"/>
                    <a:pt x="210386" y="0"/>
                  </a:cubicBezTo>
                  <a:lnTo>
                    <a:pt x="208609" y="1524"/>
                  </a:lnTo>
                  <a:lnTo>
                    <a:pt x="0" y="17115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5" name="Freeform: Shape 661"/>
            <p:cNvSpPr/>
            <p:nvPr/>
          </p:nvSpPr>
          <p:spPr bwMode="auto">
            <a:xfrm>
              <a:off x="10056240" y="317880"/>
              <a:ext cx="55440" cy="45360"/>
            </a:xfrm>
            <a:custGeom>
              <a:avLst/>
              <a:gdLst>
                <a:gd name="textAreaLeft" fmla="*/ 0 w 55440"/>
                <a:gd name="textAreaRight" fmla="*/ 55800 w 55440"/>
                <a:gd name="textAreaTop" fmla="*/ 0 h 45360"/>
                <a:gd name="textAreaBottom" fmla="*/ 45720 h 45360"/>
                <a:gd name="GluePoint1X" fmla="*/ 2299 w 55909"/>
                <a:gd name="GluePoint1Y" fmla="*/ 44184 h 45835"/>
                <a:gd name="GluePoint2X" fmla="*/ 6362 w 55909"/>
                <a:gd name="GluePoint2Y" fmla="*/ 45835 h 45835"/>
                <a:gd name="GluePoint3X" fmla="*/ 9917 w 55909"/>
                <a:gd name="GluePoint3Y" fmla="*/ 44565 h 45835"/>
                <a:gd name="GluePoint4X" fmla="*/ 52071 w 55909"/>
                <a:gd name="GluePoint4Y" fmla="*/ 10284 h 45835"/>
                <a:gd name="GluePoint5X" fmla="*/ 54356 w 55909"/>
                <a:gd name="GluePoint5Y" fmla="*/ 8380 h 45835"/>
                <a:gd name="GluePoint6X" fmla="*/ 54699 w 55909"/>
                <a:gd name="GluePoint6Y" fmla="*/ 1739 h 45835"/>
                <a:gd name="GluePoint7X" fmla="*/ 54356 w 55909"/>
                <a:gd name="GluePoint7Y" fmla="*/ 1397 h 45835"/>
                <a:gd name="GluePoint8X" fmla="*/ 51309 w 55909"/>
                <a:gd name="GluePoint8Y" fmla="*/ 0 h 45835"/>
                <a:gd name="GluePoint9X" fmla="*/ 49151 w 55909"/>
                <a:gd name="GluePoint9Y" fmla="*/ 0 h 45835"/>
                <a:gd name="GluePoint10X" fmla="*/ 48262 w 55909"/>
                <a:gd name="GluePoint10Y" fmla="*/ 0 h 45835"/>
                <a:gd name="GluePoint11X" fmla="*/ 47246 w 55909"/>
                <a:gd name="GluePoint11Y" fmla="*/ 0 h 45835"/>
                <a:gd name="GluePoint12X" fmla="*/ 46611 w 55909"/>
                <a:gd name="GluePoint12Y" fmla="*/ 0 h 45835"/>
                <a:gd name="GluePoint13X" fmla="*/ 11187 w 55909"/>
                <a:gd name="GluePoint13Y" fmla="*/ 28821 h 45835"/>
                <a:gd name="GluePoint14X" fmla="*/ 2172 w 55909"/>
                <a:gd name="GluePoint14Y" fmla="*/ 36185 h 45835"/>
                <a:gd name="GluePoint15X" fmla="*/ 738 w 55909"/>
                <a:gd name="GluePoint15Y" fmla="*/ 42674 h 45835"/>
                <a:gd name="GluePoint16X" fmla="*/ 2299 w 55909"/>
                <a:gd name="GluePoint16Y" fmla="*/ 44184 h 4583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55909" h="45835" extrusionOk="0">
                  <a:moveTo>
                    <a:pt x="2299" y="44184"/>
                  </a:moveTo>
                  <a:cubicBezTo>
                    <a:pt x="3391" y="45238"/>
                    <a:pt x="4851" y="45835"/>
                    <a:pt x="6362" y="45835"/>
                  </a:cubicBezTo>
                  <a:cubicBezTo>
                    <a:pt x="7657" y="45797"/>
                    <a:pt x="8902" y="45353"/>
                    <a:pt x="9917" y="44565"/>
                  </a:cubicBezTo>
                  <a:lnTo>
                    <a:pt x="52071" y="10284"/>
                  </a:lnTo>
                  <a:lnTo>
                    <a:pt x="54356" y="8380"/>
                  </a:lnTo>
                  <a:cubicBezTo>
                    <a:pt x="56286" y="6640"/>
                    <a:pt x="56438" y="3669"/>
                    <a:pt x="54699" y="1739"/>
                  </a:cubicBezTo>
                  <a:cubicBezTo>
                    <a:pt x="54598" y="1625"/>
                    <a:pt x="54483" y="1511"/>
                    <a:pt x="54356" y="1397"/>
                  </a:cubicBezTo>
                  <a:cubicBezTo>
                    <a:pt x="53506" y="635"/>
                    <a:pt x="52439" y="139"/>
                    <a:pt x="51309" y="0"/>
                  </a:cubicBezTo>
                  <a:lnTo>
                    <a:pt x="49151" y="0"/>
                  </a:lnTo>
                  <a:lnTo>
                    <a:pt x="48262" y="0"/>
                  </a:lnTo>
                  <a:lnTo>
                    <a:pt x="47246" y="0"/>
                  </a:lnTo>
                  <a:lnTo>
                    <a:pt x="46611" y="0"/>
                  </a:lnTo>
                  <a:lnTo>
                    <a:pt x="11187" y="28821"/>
                  </a:lnTo>
                  <a:lnTo>
                    <a:pt x="2172" y="36185"/>
                  </a:lnTo>
                  <a:cubicBezTo>
                    <a:pt x="-12" y="37582"/>
                    <a:pt x="-660" y="40490"/>
                    <a:pt x="738" y="42674"/>
                  </a:cubicBezTo>
                  <a:cubicBezTo>
                    <a:pt x="1131" y="43296"/>
                    <a:pt x="1665" y="43804"/>
                    <a:pt x="2299" y="4418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720" rIns="90000" bIns="7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6" name="Freeform: Shape 665"/>
            <p:cNvSpPr/>
            <p:nvPr/>
          </p:nvSpPr>
          <p:spPr bwMode="auto">
            <a:xfrm>
              <a:off x="9211320" y="515160"/>
              <a:ext cx="133200" cy="110880"/>
            </a:xfrm>
            <a:custGeom>
              <a:avLst/>
              <a:gdLst>
                <a:gd name="textAreaLeft" fmla="*/ 0 w 133200"/>
                <a:gd name="textAreaRight" fmla="*/ 133560 w 133200"/>
                <a:gd name="textAreaTop" fmla="*/ 0 h 110880"/>
                <a:gd name="textAreaBottom" fmla="*/ 111240 h 110880"/>
                <a:gd name="GluePoint1X" fmla="*/ 381 w 133697"/>
                <a:gd name="GluePoint1Y" fmla="*/ 104875 h 111225"/>
                <a:gd name="GluePoint2X" fmla="*/ 381 w 133697"/>
                <a:gd name="GluePoint2Y" fmla="*/ 104875 h 111225"/>
                <a:gd name="GluePoint3X" fmla="*/ 381 w 133697"/>
                <a:gd name="GluePoint3Y" fmla="*/ 105637 h 111225"/>
                <a:gd name="GluePoint4X" fmla="*/ 381 w 133697"/>
                <a:gd name="GluePoint4Y" fmla="*/ 105637 h 111225"/>
                <a:gd name="GluePoint5X" fmla="*/ 381 w 133697"/>
                <a:gd name="GluePoint5Y" fmla="*/ 105637 h 111225"/>
                <a:gd name="GluePoint6X" fmla="*/ 381 w 133697"/>
                <a:gd name="GluePoint6Y" fmla="*/ 106398 h 111225"/>
                <a:gd name="GluePoint7X" fmla="*/ 381 w 133697"/>
                <a:gd name="GluePoint7Y" fmla="*/ 107287 h 111225"/>
                <a:gd name="GluePoint8X" fmla="*/ 381 w 133697"/>
                <a:gd name="GluePoint8Y" fmla="*/ 107287 h 111225"/>
                <a:gd name="GluePoint9X" fmla="*/ 381 w 133697"/>
                <a:gd name="GluePoint9Y" fmla="*/ 108176 h 111225"/>
                <a:gd name="GluePoint10X" fmla="*/ 381 w 133697"/>
                <a:gd name="GluePoint10Y" fmla="*/ 109192 h 111225"/>
                <a:gd name="GluePoint11X" fmla="*/ 381 w 133697"/>
                <a:gd name="GluePoint11Y" fmla="*/ 109954 h 111225"/>
                <a:gd name="GluePoint12X" fmla="*/ 381 w 133697"/>
                <a:gd name="GluePoint12Y" fmla="*/ 110588 h 111225"/>
                <a:gd name="GluePoint13X" fmla="*/ 381 w 133697"/>
                <a:gd name="GluePoint13Y" fmla="*/ 110588 h 111225"/>
                <a:gd name="GluePoint14X" fmla="*/ 1396 w 133697"/>
                <a:gd name="GluePoint14Y" fmla="*/ 111223 h 111225"/>
                <a:gd name="GluePoint15X" fmla="*/ 2158 w 133697"/>
                <a:gd name="GluePoint15Y" fmla="*/ 111223 h 111225"/>
                <a:gd name="GluePoint16X" fmla="*/ 4063 w 133697"/>
                <a:gd name="GluePoint16Y" fmla="*/ 111223 h 111225"/>
                <a:gd name="GluePoint17X" fmla="*/ 7745 w 133697"/>
                <a:gd name="GluePoint17Y" fmla="*/ 109954 h 111225"/>
                <a:gd name="GluePoint18X" fmla="*/ 14601 w 133697"/>
                <a:gd name="GluePoint18Y" fmla="*/ 104367 h 111225"/>
                <a:gd name="GluePoint19X" fmla="*/ 133697 w 133697"/>
                <a:gd name="GluePoint19Y" fmla="*/ 7364 h 111225"/>
                <a:gd name="GluePoint20X" fmla="*/ 130142 w 133697"/>
                <a:gd name="GluePoint20Y" fmla="*/ 8507 h 111225"/>
                <a:gd name="GluePoint21X" fmla="*/ 126079 w 133697"/>
                <a:gd name="GluePoint21Y" fmla="*/ 6856 h 111225"/>
                <a:gd name="GluePoint22X" fmla="*/ 125673 w 133697"/>
                <a:gd name="GluePoint22Y" fmla="*/ 406 h 111225"/>
                <a:gd name="GluePoint23X" fmla="*/ 126079 w 133697"/>
                <a:gd name="GluePoint23Y" fmla="*/ 0 h 111225"/>
                <a:gd name="GluePoint24X" fmla="*/ 126079 w 133697"/>
                <a:gd name="GluePoint24Y" fmla="*/ 0 h 111225"/>
                <a:gd name="GluePoint25X" fmla="*/ 119096 w 133697"/>
                <a:gd name="GluePoint25Y" fmla="*/ 5587 h 111225"/>
                <a:gd name="GluePoint26X" fmla="*/ 0 w 133697"/>
                <a:gd name="GluePoint26Y" fmla="*/ 102716 h 11122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133697" h="111225" extrusionOk="0">
                  <a:moveTo>
                    <a:pt x="381" y="104875"/>
                  </a:moveTo>
                  <a:lnTo>
                    <a:pt x="381" y="104875"/>
                  </a:lnTo>
                  <a:lnTo>
                    <a:pt x="381" y="105637"/>
                  </a:lnTo>
                  <a:lnTo>
                    <a:pt x="381" y="105637"/>
                  </a:lnTo>
                  <a:lnTo>
                    <a:pt x="381" y="105637"/>
                  </a:lnTo>
                  <a:cubicBezTo>
                    <a:pt x="381" y="105637"/>
                    <a:pt x="381" y="105637"/>
                    <a:pt x="381" y="106398"/>
                  </a:cubicBezTo>
                  <a:cubicBezTo>
                    <a:pt x="381" y="107160"/>
                    <a:pt x="381" y="106398"/>
                    <a:pt x="381" y="107287"/>
                  </a:cubicBezTo>
                  <a:lnTo>
                    <a:pt x="381" y="107287"/>
                  </a:lnTo>
                  <a:cubicBezTo>
                    <a:pt x="381" y="107287"/>
                    <a:pt x="381" y="107287"/>
                    <a:pt x="381" y="108176"/>
                  </a:cubicBezTo>
                  <a:cubicBezTo>
                    <a:pt x="330" y="108519"/>
                    <a:pt x="330" y="108849"/>
                    <a:pt x="381" y="109192"/>
                  </a:cubicBezTo>
                  <a:cubicBezTo>
                    <a:pt x="343" y="109446"/>
                    <a:pt x="343" y="109700"/>
                    <a:pt x="381" y="109954"/>
                  </a:cubicBezTo>
                  <a:cubicBezTo>
                    <a:pt x="343" y="110169"/>
                    <a:pt x="343" y="110373"/>
                    <a:pt x="381" y="110588"/>
                  </a:cubicBezTo>
                  <a:lnTo>
                    <a:pt x="381" y="110588"/>
                  </a:lnTo>
                  <a:lnTo>
                    <a:pt x="1396" y="111223"/>
                  </a:lnTo>
                  <a:lnTo>
                    <a:pt x="2158" y="111223"/>
                  </a:lnTo>
                  <a:lnTo>
                    <a:pt x="4063" y="111223"/>
                  </a:lnTo>
                  <a:cubicBezTo>
                    <a:pt x="5408" y="111261"/>
                    <a:pt x="6717" y="110817"/>
                    <a:pt x="7745" y="109954"/>
                  </a:cubicBezTo>
                  <a:lnTo>
                    <a:pt x="14601" y="104367"/>
                  </a:lnTo>
                  <a:lnTo>
                    <a:pt x="133697" y="7364"/>
                  </a:lnTo>
                  <a:cubicBezTo>
                    <a:pt x="132669" y="8113"/>
                    <a:pt x="131424" y="8520"/>
                    <a:pt x="130142" y="8507"/>
                  </a:cubicBezTo>
                  <a:cubicBezTo>
                    <a:pt x="128619" y="8532"/>
                    <a:pt x="127146" y="7935"/>
                    <a:pt x="126079" y="6856"/>
                  </a:cubicBezTo>
                  <a:cubicBezTo>
                    <a:pt x="124188" y="5180"/>
                    <a:pt x="124009" y="2298"/>
                    <a:pt x="125673" y="406"/>
                  </a:cubicBezTo>
                  <a:cubicBezTo>
                    <a:pt x="125800" y="267"/>
                    <a:pt x="125940" y="127"/>
                    <a:pt x="126079" y="0"/>
                  </a:cubicBezTo>
                  <a:lnTo>
                    <a:pt x="126079" y="0"/>
                  </a:lnTo>
                  <a:lnTo>
                    <a:pt x="119096" y="5587"/>
                  </a:lnTo>
                  <a:lnTo>
                    <a:pt x="0" y="1027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7" name="Freeform: Shape 666"/>
            <p:cNvSpPr/>
            <p:nvPr/>
          </p:nvSpPr>
          <p:spPr bwMode="auto">
            <a:xfrm>
              <a:off x="9336240" y="413640"/>
              <a:ext cx="134280" cy="111960"/>
            </a:xfrm>
            <a:custGeom>
              <a:avLst/>
              <a:gdLst>
                <a:gd name="textAreaLeft" fmla="*/ 0 w 134280"/>
                <a:gd name="textAreaRight" fmla="*/ 134640 w 134280"/>
                <a:gd name="textAreaTop" fmla="*/ 0 h 111960"/>
                <a:gd name="textAreaBottom" fmla="*/ 112320 h 111960"/>
                <a:gd name="GluePoint1X" fmla="*/ 1545 w 134734"/>
                <a:gd name="GluePoint1Y" fmla="*/ 103732 h 112239"/>
                <a:gd name="GluePoint2X" fmla="*/ 1139 w 134734"/>
                <a:gd name="GluePoint2Y" fmla="*/ 110182 h 112239"/>
                <a:gd name="GluePoint3X" fmla="*/ 1545 w 134734"/>
                <a:gd name="GluePoint3Y" fmla="*/ 110588 h 112239"/>
                <a:gd name="GluePoint4X" fmla="*/ 5608 w 134734"/>
                <a:gd name="GluePoint4Y" fmla="*/ 112239 h 112239"/>
                <a:gd name="GluePoint5X" fmla="*/ 9163 w 134734"/>
                <a:gd name="GluePoint5Y" fmla="*/ 111096 h 112239"/>
                <a:gd name="GluePoint6X" fmla="*/ 9163 w 134734"/>
                <a:gd name="GluePoint6Y" fmla="*/ 111096 h 112239"/>
                <a:gd name="GluePoint7X" fmla="*/ 134735 w 134734"/>
                <a:gd name="GluePoint7Y" fmla="*/ 9523 h 112239"/>
                <a:gd name="GluePoint8X" fmla="*/ 131815 w 134734"/>
                <a:gd name="GluePoint8Y" fmla="*/ 8634 h 112239"/>
                <a:gd name="GluePoint9X" fmla="*/ 128221 w 134734"/>
                <a:gd name="GluePoint9Y" fmla="*/ 3047 h 112239"/>
                <a:gd name="GluePoint10X" fmla="*/ 130418 w 134734"/>
                <a:gd name="GluePoint10Y" fmla="*/ 0 h 112239"/>
                <a:gd name="GluePoint11X" fmla="*/ 130418 w 134734"/>
                <a:gd name="GluePoint11Y" fmla="*/ 0 h 112239"/>
                <a:gd name="GluePoint12X" fmla="*/ 4847 w 134734"/>
                <a:gd name="GluePoint12Y" fmla="*/ 101574 h 112239"/>
                <a:gd name="GluePoint13X" fmla="*/ 2561 w 134734"/>
                <a:gd name="GluePoint13Y" fmla="*/ 103478 h 11223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34734" h="112239" extrusionOk="0">
                  <a:moveTo>
                    <a:pt x="1545" y="103732"/>
                  </a:moveTo>
                  <a:cubicBezTo>
                    <a:pt x="-346" y="105408"/>
                    <a:pt x="-525" y="108290"/>
                    <a:pt x="1139" y="110182"/>
                  </a:cubicBezTo>
                  <a:cubicBezTo>
                    <a:pt x="1266" y="110322"/>
                    <a:pt x="1406" y="110461"/>
                    <a:pt x="1545" y="110588"/>
                  </a:cubicBezTo>
                  <a:cubicBezTo>
                    <a:pt x="2612" y="111667"/>
                    <a:pt x="4085" y="112264"/>
                    <a:pt x="5608" y="112239"/>
                  </a:cubicBezTo>
                  <a:cubicBezTo>
                    <a:pt x="6891" y="112252"/>
                    <a:pt x="8135" y="111845"/>
                    <a:pt x="9163" y="111096"/>
                  </a:cubicBezTo>
                  <a:lnTo>
                    <a:pt x="9163" y="111096"/>
                  </a:lnTo>
                  <a:lnTo>
                    <a:pt x="134735" y="9523"/>
                  </a:lnTo>
                  <a:lnTo>
                    <a:pt x="131815" y="8634"/>
                  </a:lnTo>
                  <a:cubicBezTo>
                    <a:pt x="129275" y="8088"/>
                    <a:pt x="127676" y="5587"/>
                    <a:pt x="128221" y="3047"/>
                  </a:cubicBezTo>
                  <a:cubicBezTo>
                    <a:pt x="128501" y="1765"/>
                    <a:pt x="129288" y="660"/>
                    <a:pt x="130418" y="0"/>
                  </a:cubicBezTo>
                  <a:lnTo>
                    <a:pt x="130418" y="0"/>
                  </a:lnTo>
                  <a:lnTo>
                    <a:pt x="4847" y="101574"/>
                  </a:lnTo>
                  <a:lnTo>
                    <a:pt x="2561" y="10347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8" name="Freeform: Shape 667"/>
            <p:cNvSpPr/>
            <p:nvPr/>
          </p:nvSpPr>
          <p:spPr bwMode="auto">
            <a:xfrm>
              <a:off x="9847800" y="527040"/>
              <a:ext cx="1048320" cy="324000"/>
            </a:xfrm>
            <a:custGeom>
              <a:avLst/>
              <a:gdLst>
                <a:gd name="textAreaLeft" fmla="*/ 0 w 1048320"/>
                <a:gd name="textAreaRight" fmla="*/ 1048680 w 1048320"/>
                <a:gd name="textAreaTop" fmla="*/ 0 h 324000"/>
                <a:gd name="textAreaBottom" fmla="*/ 324360 h 324000"/>
                <a:gd name="GluePoint1X" fmla="*/ 6857 w 1048638"/>
                <a:gd name="GluePoint1Y" fmla="*/ 6475 h 324528"/>
                <a:gd name="GluePoint2X" fmla="*/ 1651 w 1048638"/>
                <a:gd name="GluePoint2Y" fmla="*/ 9903 h 324528"/>
                <a:gd name="GluePoint3X" fmla="*/ 0 w 1048638"/>
                <a:gd name="GluePoint3Y" fmla="*/ 9903 h 324528"/>
                <a:gd name="GluePoint4X" fmla="*/ 1032760 w 1048638"/>
                <a:gd name="GluePoint4Y" fmla="*/ 321862 h 324528"/>
                <a:gd name="GluePoint5X" fmla="*/ 1041648 w 1048638"/>
                <a:gd name="GluePoint5Y" fmla="*/ 324528 h 324528"/>
                <a:gd name="GluePoint6X" fmla="*/ 1043299 w 1048638"/>
                <a:gd name="GluePoint6Y" fmla="*/ 324528 h 324528"/>
                <a:gd name="GluePoint7X" fmla="*/ 1048377 w 1048638"/>
                <a:gd name="GluePoint7Y" fmla="*/ 321100 h 324528"/>
                <a:gd name="GluePoint8X" fmla="*/ 1045381 w 1048638"/>
                <a:gd name="GluePoint8Y" fmla="*/ 314967 h 324528"/>
                <a:gd name="GluePoint9X" fmla="*/ 1045076 w 1048638"/>
                <a:gd name="GluePoint9Y" fmla="*/ 314878 h 324528"/>
                <a:gd name="GluePoint10X" fmla="*/ 12189 w 1048638"/>
                <a:gd name="GluePoint10Y" fmla="*/ 2666 h 324528"/>
                <a:gd name="GluePoint11X" fmla="*/ 3428 w 1048638"/>
                <a:gd name="GluePoint11Y" fmla="*/ 0 h 324528"/>
                <a:gd name="GluePoint12X" fmla="*/ 6996 w 1048638"/>
                <a:gd name="GluePoint12Y" fmla="*/ 6031 h 324528"/>
                <a:gd name="GluePoint13X" fmla="*/ 6857 w 1048638"/>
                <a:gd name="GluePoint13Y" fmla="*/ 6475 h 32452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48638" h="324528" extrusionOk="0">
                  <a:moveTo>
                    <a:pt x="6857" y="6475"/>
                  </a:moveTo>
                  <a:cubicBezTo>
                    <a:pt x="6006" y="8596"/>
                    <a:pt x="3936" y="9967"/>
                    <a:pt x="1651" y="9903"/>
                  </a:cubicBezTo>
                  <a:lnTo>
                    <a:pt x="0" y="9903"/>
                  </a:lnTo>
                  <a:lnTo>
                    <a:pt x="1032760" y="321862"/>
                  </a:lnTo>
                  <a:lnTo>
                    <a:pt x="1041648" y="324528"/>
                  </a:lnTo>
                  <a:lnTo>
                    <a:pt x="1043299" y="324528"/>
                  </a:lnTo>
                  <a:cubicBezTo>
                    <a:pt x="1045546" y="324566"/>
                    <a:pt x="1047577" y="323195"/>
                    <a:pt x="1048377" y="321100"/>
                  </a:cubicBezTo>
                  <a:cubicBezTo>
                    <a:pt x="1049240" y="318573"/>
                    <a:pt x="1047895" y="315831"/>
                    <a:pt x="1045381" y="314967"/>
                  </a:cubicBezTo>
                  <a:cubicBezTo>
                    <a:pt x="1045279" y="314942"/>
                    <a:pt x="1045178" y="314904"/>
                    <a:pt x="1045076" y="314878"/>
                  </a:cubicBezTo>
                  <a:lnTo>
                    <a:pt x="12189" y="2666"/>
                  </a:lnTo>
                  <a:lnTo>
                    <a:pt x="3428" y="0"/>
                  </a:lnTo>
                  <a:cubicBezTo>
                    <a:pt x="6082" y="686"/>
                    <a:pt x="7669" y="3377"/>
                    <a:pt x="6996" y="6031"/>
                  </a:cubicBezTo>
                  <a:cubicBezTo>
                    <a:pt x="6958" y="6183"/>
                    <a:pt x="6907" y="6323"/>
                    <a:pt x="6857" y="647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29" name="Freeform: Shape 670"/>
            <p:cNvSpPr/>
            <p:nvPr/>
          </p:nvSpPr>
          <p:spPr bwMode="auto">
            <a:xfrm>
              <a:off x="8949600" y="234719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38"/>
                <a:gd name="GluePoint1Y" fmla="*/ 0 h 888"/>
                <a:gd name="GluePoint2X" fmla="*/ 0 w 38"/>
                <a:gd name="GluePoint2Y" fmla="*/ 889 h 888"/>
                <a:gd name="GluePoint3X" fmla="*/ 0 w 38"/>
                <a:gd name="GluePoint3Y" fmla="*/ 254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8" h="888" extrusionOk="0">
                  <a:moveTo>
                    <a:pt x="0" y="0"/>
                  </a:moveTo>
                  <a:cubicBezTo>
                    <a:pt x="51" y="292"/>
                    <a:pt x="51" y="597"/>
                    <a:pt x="0" y="889"/>
                  </a:cubicBezTo>
                  <a:lnTo>
                    <a:pt x="0" y="254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0" name="Freeform: Shape 671"/>
            <p:cNvSpPr/>
            <p:nvPr/>
          </p:nvSpPr>
          <p:spPr bwMode="auto">
            <a:xfrm>
              <a:off x="8948520" y="23328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762 h 761"/>
                <a:gd name="GluePoint3X" fmla="*/ 0 w 12696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lnTo>
                    <a:pt x="0" y="762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1" name="Freeform: Shape 672"/>
            <p:cNvSpPr/>
            <p:nvPr/>
          </p:nvSpPr>
          <p:spPr bwMode="auto">
            <a:xfrm>
              <a:off x="8946720" y="23220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0 w 1015"/>
                <a:gd name="GluePoint1Y" fmla="*/ 0 h 12696"/>
                <a:gd name="GluePoint2X" fmla="*/ 1016 w 1015"/>
                <a:gd name="GluePoint2Y" fmla="*/ 0 h 12696"/>
                <a:gd name="GluePoint3X" fmla="*/ 253 w 1015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015" h="12696" extrusionOk="0">
                  <a:moveTo>
                    <a:pt x="0" y="0"/>
                  </a:moveTo>
                  <a:lnTo>
                    <a:pt x="1016" y="0"/>
                  </a:lnTo>
                  <a:lnTo>
                    <a:pt x="25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2" name="Freeform: Shape 673"/>
            <p:cNvSpPr/>
            <p:nvPr/>
          </p:nvSpPr>
          <p:spPr bwMode="auto">
            <a:xfrm>
              <a:off x="8939520" y="236880"/>
              <a:ext cx="10800" cy="163800"/>
            </a:xfrm>
            <a:custGeom>
              <a:avLst/>
              <a:gdLst>
                <a:gd name="textAreaLeft" fmla="*/ 0 w 10800"/>
                <a:gd name="textAreaRight" fmla="*/ 11160 w 10800"/>
                <a:gd name="textAreaTop" fmla="*/ 0 h 163800"/>
                <a:gd name="textAreaBottom" fmla="*/ 164160 h 163800"/>
                <a:gd name="GluePoint1X" fmla="*/ 0 w 11014"/>
                <a:gd name="GluePoint1Y" fmla="*/ 164041 h 164041"/>
                <a:gd name="GluePoint2X" fmla="*/ 5460 w 11014"/>
                <a:gd name="GluePoint2Y" fmla="*/ 159217 h 164041"/>
                <a:gd name="GluePoint3X" fmla="*/ 10919 w 11014"/>
                <a:gd name="GluePoint3Y" fmla="*/ 164041 h 164041"/>
                <a:gd name="GluePoint4X" fmla="*/ 10919 w 11014"/>
                <a:gd name="GluePoint4Y" fmla="*/ 0 h 164041"/>
                <a:gd name="GluePoint5X" fmla="*/ 10919 w 11014"/>
                <a:gd name="GluePoint5Y" fmla="*/ 0 h 164041"/>
                <a:gd name="GluePoint6X" fmla="*/ 10919 w 11014"/>
                <a:gd name="GluePoint6Y" fmla="*/ 1651 h 164041"/>
                <a:gd name="GluePoint7X" fmla="*/ 5841 w 11014"/>
                <a:gd name="GluePoint7Y" fmla="*/ 5079 h 164041"/>
                <a:gd name="GluePoint8X" fmla="*/ 4190 w 11014"/>
                <a:gd name="GluePoint8Y" fmla="*/ 5079 h 164041"/>
                <a:gd name="GluePoint9X" fmla="*/ 381 w 11014"/>
                <a:gd name="GluePoint9Y" fmla="*/ 3936 h 164041"/>
                <a:gd name="GluePoint10X" fmla="*/ 381 w 11014"/>
                <a:gd name="GluePoint10Y" fmla="*/ 164041 h 16404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1014" h="164041" extrusionOk="0">
                  <a:moveTo>
                    <a:pt x="0" y="164041"/>
                  </a:moveTo>
                  <a:cubicBezTo>
                    <a:pt x="203" y="161210"/>
                    <a:pt x="2629" y="159077"/>
                    <a:pt x="5460" y="159217"/>
                  </a:cubicBezTo>
                  <a:cubicBezTo>
                    <a:pt x="8291" y="159077"/>
                    <a:pt x="10716" y="161210"/>
                    <a:pt x="10919" y="164041"/>
                  </a:cubicBezTo>
                  <a:lnTo>
                    <a:pt x="10919" y="0"/>
                  </a:lnTo>
                  <a:lnTo>
                    <a:pt x="10919" y="0"/>
                  </a:lnTo>
                  <a:cubicBezTo>
                    <a:pt x="11046" y="546"/>
                    <a:pt x="11046" y="1105"/>
                    <a:pt x="10919" y="1651"/>
                  </a:cubicBezTo>
                  <a:cubicBezTo>
                    <a:pt x="10145" y="3771"/>
                    <a:pt x="8101" y="5155"/>
                    <a:pt x="5841" y="5079"/>
                  </a:cubicBezTo>
                  <a:lnTo>
                    <a:pt x="4190" y="5079"/>
                  </a:lnTo>
                  <a:lnTo>
                    <a:pt x="381" y="3936"/>
                  </a:lnTo>
                  <a:lnTo>
                    <a:pt x="381" y="164041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3" name="Freeform: Shape 674"/>
            <p:cNvSpPr/>
            <p:nvPr/>
          </p:nvSpPr>
          <p:spPr bwMode="auto">
            <a:xfrm>
              <a:off x="8938440" y="396000"/>
              <a:ext cx="10440" cy="46656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466560"/>
                <a:gd name="textAreaBottom" fmla="*/ 466920 h 466560"/>
                <a:gd name="GluePoint1X" fmla="*/ 1016 w 10967"/>
                <a:gd name="GluePoint1Y" fmla="*/ 461913 h 466870"/>
                <a:gd name="GluePoint2X" fmla="*/ 6463 w 10967"/>
                <a:gd name="GluePoint2Y" fmla="*/ 466864 h 466870"/>
                <a:gd name="GluePoint3X" fmla="*/ 6476 w 10967"/>
                <a:gd name="GluePoint3Y" fmla="*/ 466864 h 466870"/>
                <a:gd name="GluePoint4X" fmla="*/ 10158 w 10967"/>
                <a:gd name="GluePoint4Y" fmla="*/ 465468 h 466870"/>
                <a:gd name="GluePoint5X" fmla="*/ 10920 w 10967"/>
                <a:gd name="GluePoint5Y" fmla="*/ 464579 h 466870"/>
                <a:gd name="GluePoint6X" fmla="*/ 10920 w 10967"/>
                <a:gd name="GluePoint6Y" fmla="*/ 464579 h 466870"/>
                <a:gd name="GluePoint7X" fmla="*/ 10920 w 10967"/>
                <a:gd name="GluePoint7Y" fmla="*/ 463817 h 466870"/>
                <a:gd name="GluePoint8X" fmla="*/ 10920 w 10967"/>
                <a:gd name="GluePoint8Y" fmla="*/ 462674 h 466870"/>
                <a:gd name="GluePoint9X" fmla="*/ 10920 w 10967"/>
                <a:gd name="GluePoint9Y" fmla="*/ 462674 h 466870"/>
                <a:gd name="GluePoint10X" fmla="*/ 10920 w 10967"/>
                <a:gd name="GluePoint10Y" fmla="*/ 4831 h 466870"/>
                <a:gd name="GluePoint11X" fmla="*/ 5460 w 10967"/>
                <a:gd name="GluePoint11Y" fmla="*/ 6 h 466870"/>
                <a:gd name="GluePoint12X" fmla="*/ 0 w 10967"/>
                <a:gd name="GluePoint12Y" fmla="*/ 4831 h 466870"/>
                <a:gd name="GluePoint13X" fmla="*/ 0 w 10967"/>
                <a:gd name="GluePoint13Y" fmla="*/ 461913 h 4668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967" h="466870" extrusionOk="0">
                  <a:moveTo>
                    <a:pt x="1016" y="461913"/>
                  </a:moveTo>
                  <a:cubicBezTo>
                    <a:pt x="1155" y="464782"/>
                    <a:pt x="3593" y="467004"/>
                    <a:pt x="6463" y="466864"/>
                  </a:cubicBezTo>
                  <a:cubicBezTo>
                    <a:pt x="6463" y="466864"/>
                    <a:pt x="6476" y="466864"/>
                    <a:pt x="6476" y="466864"/>
                  </a:cubicBezTo>
                  <a:cubicBezTo>
                    <a:pt x="7834" y="466864"/>
                    <a:pt x="9142" y="466369"/>
                    <a:pt x="10158" y="465468"/>
                  </a:cubicBezTo>
                  <a:lnTo>
                    <a:pt x="10920" y="464579"/>
                  </a:lnTo>
                  <a:lnTo>
                    <a:pt x="10920" y="464579"/>
                  </a:lnTo>
                  <a:cubicBezTo>
                    <a:pt x="10983" y="464325"/>
                    <a:pt x="10983" y="464071"/>
                    <a:pt x="10920" y="463817"/>
                  </a:cubicBezTo>
                  <a:cubicBezTo>
                    <a:pt x="10983" y="463436"/>
                    <a:pt x="10983" y="463055"/>
                    <a:pt x="10920" y="462674"/>
                  </a:cubicBezTo>
                  <a:lnTo>
                    <a:pt x="10920" y="462674"/>
                  </a:lnTo>
                  <a:lnTo>
                    <a:pt x="10920" y="4831"/>
                  </a:lnTo>
                  <a:cubicBezTo>
                    <a:pt x="10716" y="2000"/>
                    <a:pt x="8291" y="-133"/>
                    <a:pt x="5460" y="6"/>
                  </a:cubicBezTo>
                  <a:cubicBezTo>
                    <a:pt x="2629" y="-133"/>
                    <a:pt x="204" y="2000"/>
                    <a:pt x="0" y="4831"/>
                  </a:cubicBezTo>
                  <a:lnTo>
                    <a:pt x="0" y="46191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4" name="Freeform: Shape 692"/>
            <p:cNvSpPr/>
            <p:nvPr/>
          </p:nvSpPr>
          <p:spPr bwMode="auto">
            <a:xfrm>
              <a:off x="9146520" y="1274040"/>
              <a:ext cx="497160" cy="104040"/>
            </a:xfrm>
            <a:custGeom>
              <a:avLst/>
              <a:gdLst>
                <a:gd name="textAreaLeft" fmla="*/ 0 w 497160"/>
                <a:gd name="textAreaRight" fmla="*/ 497520 w 497160"/>
                <a:gd name="textAreaTop" fmla="*/ 0 h 104040"/>
                <a:gd name="textAreaBottom" fmla="*/ 104400 h 104040"/>
                <a:gd name="GluePoint1X" fmla="*/ 490986 w 497461"/>
                <a:gd name="GluePoint1Y" fmla="*/ 98907 h 104494"/>
                <a:gd name="GluePoint2X" fmla="*/ 497462 w 497461"/>
                <a:gd name="GluePoint2Y" fmla="*/ 95099 h 104494"/>
                <a:gd name="GluePoint3X" fmla="*/ 403632 w 497461"/>
                <a:gd name="GluePoint3Y" fmla="*/ 77069 h 104494"/>
                <a:gd name="GluePoint4X" fmla="*/ 3174 w 497461"/>
                <a:gd name="GluePoint4Y" fmla="*/ 0 h 104494"/>
                <a:gd name="GluePoint5X" fmla="*/ 3174 w 497461"/>
                <a:gd name="GluePoint5Y" fmla="*/ 0 h 104494"/>
                <a:gd name="GluePoint6X" fmla="*/ 6742 w 497461"/>
                <a:gd name="GluePoint6Y" fmla="*/ 5612 h 104494"/>
                <a:gd name="GluePoint7X" fmla="*/ 6603 w 497461"/>
                <a:gd name="GluePoint7Y" fmla="*/ 6095 h 104494"/>
                <a:gd name="GluePoint8X" fmla="*/ 1396 w 497461"/>
                <a:gd name="GluePoint8Y" fmla="*/ 9523 h 104494"/>
                <a:gd name="GluePoint9X" fmla="*/ 0 w 497461"/>
                <a:gd name="GluePoint9Y" fmla="*/ 9523 h 104494"/>
                <a:gd name="GluePoint10X" fmla="*/ 0 w 497461"/>
                <a:gd name="GluePoint10Y" fmla="*/ 9523 h 104494"/>
                <a:gd name="GluePoint11X" fmla="*/ 94337 w 497461"/>
                <a:gd name="GluePoint11Y" fmla="*/ 27679 h 104494"/>
                <a:gd name="GluePoint12X" fmla="*/ 495176 w 497461"/>
                <a:gd name="GluePoint12Y" fmla="*/ 104494 h 104494"/>
                <a:gd name="GluePoint13X" fmla="*/ 490986 w 497461"/>
                <a:gd name="GluePoint13Y" fmla="*/ 98907 h 10449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497461" h="104494" extrusionOk="0">
                  <a:moveTo>
                    <a:pt x="490986" y="98907"/>
                  </a:moveTo>
                  <a:cubicBezTo>
                    <a:pt x="491787" y="96114"/>
                    <a:pt x="494631" y="94451"/>
                    <a:pt x="497462" y="95099"/>
                  </a:cubicBezTo>
                  <a:lnTo>
                    <a:pt x="403632" y="77069"/>
                  </a:lnTo>
                  <a:lnTo>
                    <a:pt x="3174" y="0"/>
                  </a:lnTo>
                  <a:lnTo>
                    <a:pt x="3174" y="0"/>
                  </a:lnTo>
                  <a:cubicBezTo>
                    <a:pt x="5701" y="559"/>
                    <a:pt x="7301" y="3073"/>
                    <a:pt x="6742" y="5612"/>
                  </a:cubicBezTo>
                  <a:cubicBezTo>
                    <a:pt x="6704" y="5777"/>
                    <a:pt x="6653" y="5929"/>
                    <a:pt x="6603" y="6095"/>
                  </a:cubicBezTo>
                  <a:cubicBezTo>
                    <a:pt x="5752" y="8215"/>
                    <a:pt x="3682" y="9586"/>
                    <a:pt x="1396" y="9523"/>
                  </a:cubicBezTo>
                  <a:lnTo>
                    <a:pt x="0" y="9523"/>
                  </a:lnTo>
                  <a:lnTo>
                    <a:pt x="0" y="9523"/>
                  </a:lnTo>
                  <a:lnTo>
                    <a:pt x="94337" y="27679"/>
                  </a:lnTo>
                  <a:lnTo>
                    <a:pt x="495176" y="104494"/>
                  </a:lnTo>
                  <a:cubicBezTo>
                    <a:pt x="492485" y="104100"/>
                    <a:pt x="490606" y="101599"/>
                    <a:pt x="490986" y="989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5" name="Freeform: Shape 693"/>
            <p:cNvSpPr/>
            <p:nvPr/>
          </p:nvSpPr>
          <p:spPr bwMode="auto">
            <a:xfrm>
              <a:off x="9637560" y="1369080"/>
              <a:ext cx="903240" cy="182160"/>
            </a:xfrm>
            <a:custGeom>
              <a:avLst/>
              <a:gdLst>
                <a:gd name="textAreaLeft" fmla="*/ 0 w 903240"/>
                <a:gd name="textAreaRight" fmla="*/ 903600 w 903240"/>
                <a:gd name="textAreaTop" fmla="*/ 0 h 182160"/>
                <a:gd name="textAreaBottom" fmla="*/ 182520 h 182160"/>
                <a:gd name="GluePoint1X" fmla="*/ 6567 w 903470"/>
                <a:gd name="GluePoint1Y" fmla="*/ 139 h 182464"/>
                <a:gd name="GluePoint2X" fmla="*/ 6567 w 903470"/>
                <a:gd name="GluePoint2Y" fmla="*/ 139 h 182464"/>
                <a:gd name="GluePoint3X" fmla="*/ 91 w 903470"/>
                <a:gd name="GluePoint3Y" fmla="*/ 3949 h 182464"/>
                <a:gd name="GluePoint4X" fmla="*/ 4015 w 903470"/>
                <a:gd name="GluePoint4Y" fmla="*/ 9751 h 182464"/>
                <a:gd name="GluePoint5X" fmla="*/ 4281 w 903470"/>
                <a:gd name="GluePoint5Y" fmla="*/ 9789 h 182464"/>
                <a:gd name="GluePoint6X" fmla="*/ 890647 w 903470"/>
                <a:gd name="GluePoint6Y" fmla="*/ 180433 h 182464"/>
                <a:gd name="GluePoint7X" fmla="*/ 901058 w 903470"/>
                <a:gd name="GluePoint7Y" fmla="*/ 182464 h 182464"/>
                <a:gd name="GluePoint8X" fmla="*/ 901058 w 903470"/>
                <a:gd name="GluePoint8Y" fmla="*/ 182464 h 182464"/>
                <a:gd name="GluePoint9X" fmla="*/ 896983 w 903470"/>
                <a:gd name="GluePoint9Y" fmla="*/ 176548 h 182464"/>
                <a:gd name="GluePoint10X" fmla="*/ 896995 w 903470"/>
                <a:gd name="GluePoint10Y" fmla="*/ 176497 h 182464"/>
                <a:gd name="GluePoint11X" fmla="*/ 903471 w 903470"/>
                <a:gd name="GluePoint11Y" fmla="*/ 172815 h 182464"/>
                <a:gd name="GluePoint12X" fmla="*/ 903471 w 903470"/>
                <a:gd name="GluePoint12Y" fmla="*/ 172815 h 18246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903470" h="182464" extrusionOk="0">
                  <a:moveTo>
                    <a:pt x="6567" y="139"/>
                  </a:moveTo>
                  <a:lnTo>
                    <a:pt x="6567" y="139"/>
                  </a:lnTo>
                  <a:cubicBezTo>
                    <a:pt x="3735" y="-508"/>
                    <a:pt x="891" y="1155"/>
                    <a:pt x="91" y="3949"/>
                  </a:cubicBezTo>
                  <a:cubicBezTo>
                    <a:pt x="-430" y="6628"/>
                    <a:pt x="1336" y="9230"/>
                    <a:pt x="4015" y="9751"/>
                  </a:cubicBezTo>
                  <a:cubicBezTo>
                    <a:pt x="4104" y="9764"/>
                    <a:pt x="4192" y="9776"/>
                    <a:pt x="4281" y="9789"/>
                  </a:cubicBezTo>
                  <a:lnTo>
                    <a:pt x="890647" y="180433"/>
                  </a:lnTo>
                  <a:lnTo>
                    <a:pt x="901058" y="182464"/>
                  </a:lnTo>
                  <a:lnTo>
                    <a:pt x="901058" y="182464"/>
                  </a:lnTo>
                  <a:cubicBezTo>
                    <a:pt x="898303" y="181956"/>
                    <a:pt x="896474" y="179303"/>
                    <a:pt x="896983" y="176548"/>
                  </a:cubicBezTo>
                  <a:cubicBezTo>
                    <a:pt x="896995" y="176535"/>
                    <a:pt x="896995" y="176510"/>
                    <a:pt x="896995" y="176497"/>
                  </a:cubicBezTo>
                  <a:cubicBezTo>
                    <a:pt x="897858" y="173754"/>
                    <a:pt x="900677" y="172155"/>
                    <a:pt x="903471" y="172815"/>
                  </a:cubicBezTo>
                  <a:lnTo>
                    <a:pt x="903471" y="17281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6" name="Freeform: Shape 700"/>
            <p:cNvSpPr/>
            <p:nvPr/>
          </p:nvSpPr>
          <p:spPr bwMode="auto">
            <a:xfrm>
              <a:off x="8747640" y="1996920"/>
              <a:ext cx="9720" cy="482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48240"/>
                <a:gd name="textAreaBottom" fmla="*/ 48600 h 48240"/>
                <a:gd name="GluePoint1X" fmla="*/ 5460 w 9960"/>
                <a:gd name="GluePoint1Y" fmla="*/ 4825 h 48507"/>
                <a:gd name="GluePoint2X" fmla="*/ 0 w 9960"/>
                <a:gd name="GluePoint2Y" fmla="*/ 0 h 48507"/>
                <a:gd name="GluePoint3X" fmla="*/ 0 w 9960"/>
                <a:gd name="GluePoint3Y" fmla="*/ 43677 h 48507"/>
                <a:gd name="GluePoint4X" fmla="*/ 5460 w 9960"/>
                <a:gd name="GluePoint4Y" fmla="*/ 48502 h 48507"/>
                <a:gd name="GluePoint5X" fmla="*/ 9141 w 9960"/>
                <a:gd name="GluePoint5Y" fmla="*/ 47232 h 48507"/>
                <a:gd name="GluePoint6X" fmla="*/ 9904 w 9960"/>
                <a:gd name="GluePoint6Y" fmla="*/ 46216 h 48507"/>
                <a:gd name="GluePoint7X" fmla="*/ 9904 w 9960"/>
                <a:gd name="GluePoint7Y" fmla="*/ 45581 h 48507"/>
                <a:gd name="GluePoint8X" fmla="*/ 9904 w 9960"/>
                <a:gd name="GluePoint8Y" fmla="*/ 44692 h 48507"/>
                <a:gd name="GluePoint9X" fmla="*/ 9904 w 9960"/>
                <a:gd name="GluePoint9Y" fmla="*/ 43804 h 48507"/>
                <a:gd name="GluePoint10X" fmla="*/ 9904 w 9960"/>
                <a:gd name="GluePoint10Y" fmla="*/ 43804 h 48507"/>
                <a:gd name="GluePoint11X" fmla="*/ 9904 w 9960"/>
                <a:gd name="GluePoint11Y" fmla="*/ 127 h 48507"/>
                <a:gd name="GluePoint12X" fmla="*/ 5460 w 9960"/>
                <a:gd name="GluePoint12Y" fmla="*/ 4825 h 4850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9960" h="48507" extrusionOk="0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43677"/>
                  </a:lnTo>
                  <a:cubicBezTo>
                    <a:pt x="203" y="46508"/>
                    <a:pt x="2628" y="48641"/>
                    <a:pt x="5460" y="48502"/>
                  </a:cubicBezTo>
                  <a:cubicBezTo>
                    <a:pt x="6792" y="48489"/>
                    <a:pt x="8088" y="48044"/>
                    <a:pt x="9141" y="47232"/>
                  </a:cubicBezTo>
                  <a:lnTo>
                    <a:pt x="9904" y="46216"/>
                  </a:lnTo>
                  <a:lnTo>
                    <a:pt x="9904" y="45581"/>
                  </a:lnTo>
                  <a:cubicBezTo>
                    <a:pt x="9980" y="45289"/>
                    <a:pt x="9980" y="44984"/>
                    <a:pt x="9904" y="44692"/>
                  </a:cubicBezTo>
                  <a:cubicBezTo>
                    <a:pt x="9954" y="44400"/>
                    <a:pt x="9954" y="44096"/>
                    <a:pt x="9904" y="43804"/>
                  </a:cubicBezTo>
                  <a:lnTo>
                    <a:pt x="9904" y="43804"/>
                  </a:lnTo>
                  <a:lnTo>
                    <a:pt x="9904" y="127"/>
                  </a:lnTo>
                  <a:cubicBezTo>
                    <a:pt x="9739" y="2552"/>
                    <a:pt x="787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3600" rIns="900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7" name="Freeform: Shape 701"/>
            <p:cNvSpPr/>
            <p:nvPr/>
          </p:nvSpPr>
          <p:spPr bwMode="auto">
            <a:xfrm>
              <a:off x="8747640" y="1937160"/>
              <a:ext cx="10440" cy="648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64800"/>
                <a:gd name="textAreaBottom" fmla="*/ 65160 h 64800"/>
                <a:gd name="GluePoint1X" fmla="*/ 10538 w 10791"/>
                <a:gd name="GluePoint1Y" fmla="*/ 0 h 65070"/>
                <a:gd name="GluePoint2X" fmla="*/ 10538 w 10791"/>
                <a:gd name="GluePoint2Y" fmla="*/ 1778 h 65070"/>
                <a:gd name="GluePoint3X" fmla="*/ 5460 w 10791"/>
                <a:gd name="GluePoint3Y" fmla="*/ 5206 h 65070"/>
                <a:gd name="GluePoint4X" fmla="*/ 3682 w 10791"/>
                <a:gd name="GluePoint4Y" fmla="*/ 5206 h 65070"/>
                <a:gd name="GluePoint5X" fmla="*/ 0 w 10791"/>
                <a:gd name="GluePoint5Y" fmla="*/ 4063 h 65070"/>
                <a:gd name="GluePoint6X" fmla="*/ 0 w 10791"/>
                <a:gd name="GluePoint6Y" fmla="*/ 60436 h 65070"/>
                <a:gd name="GluePoint7X" fmla="*/ 6221 w 10791"/>
                <a:gd name="GluePoint7Y" fmla="*/ 65007 h 65070"/>
                <a:gd name="GluePoint8X" fmla="*/ 10792 w 10791"/>
                <a:gd name="GluePoint8Y" fmla="*/ 60436 h 65070"/>
                <a:gd name="GluePoint9X" fmla="*/ 10792 w 10791"/>
                <a:gd name="GluePoint9Y" fmla="*/ 0 h 6507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</a:cxnLst>
              <a:rect l="textAreaLeft" t="textAreaTop" r="textAreaRight" b="textAreaBottom"/>
              <a:pathLst>
                <a:path w="10791" h="65070" extrusionOk="0">
                  <a:moveTo>
                    <a:pt x="10538" y="0"/>
                  </a:moveTo>
                  <a:cubicBezTo>
                    <a:pt x="10665" y="584"/>
                    <a:pt x="10665" y="1193"/>
                    <a:pt x="10538" y="1778"/>
                  </a:cubicBezTo>
                  <a:cubicBezTo>
                    <a:pt x="9700" y="3847"/>
                    <a:pt x="7694" y="5206"/>
                    <a:pt x="5460" y="5206"/>
                  </a:cubicBezTo>
                  <a:lnTo>
                    <a:pt x="3682" y="5206"/>
                  </a:lnTo>
                  <a:lnTo>
                    <a:pt x="0" y="4063"/>
                  </a:lnTo>
                  <a:lnTo>
                    <a:pt x="0" y="60436"/>
                  </a:lnTo>
                  <a:cubicBezTo>
                    <a:pt x="457" y="63420"/>
                    <a:pt x="3250" y="65464"/>
                    <a:pt x="6221" y="65007"/>
                  </a:cubicBezTo>
                  <a:cubicBezTo>
                    <a:pt x="8583" y="64639"/>
                    <a:pt x="10424" y="62798"/>
                    <a:pt x="10792" y="60436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0160" rIns="9000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8" name="Freeform: Shape 702"/>
            <p:cNvSpPr/>
            <p:nvPr/>
          </p:nvSpPr>
          <p:spPr bwMode="auto">
            <a:xfrm>
              <a:off x="8755200" y="1932840"/>
              <a:ext cx="720" cy="12240"/>
            </a:xfrm>
            <a:custGeom>
              <a:avLst/>
              <a:gdLst>
                <a:gd name="textAreaLeft" fmla="*/ 0 w 720"/>
                <a:gd name="textAreaRight" fmla="*/ 1080 w 720"/>
                <a:gd name="textAreaTop" fmla="*/ 0 h 12240"/>
                <a:gd name="textAreaBottom" fmla="*/ 12600 h 12240"/>
                <a:gd name="GluePoint1X" fmla="*/ 0 w 1143"/>
                <a:gd name="GluePoint1Y" fmla="*/ 0 h 12696"/>
                <a:gd name="GluePoint2X" fmla="*/ 0 w 1143"/>
                <a:gd name="GluePoint2Y" fmla="*/ 0 h 12696"/>
                <a:gd name="GluePoint3X" fmla="*/ 1143 w 1143"/>
                <a:gd name="GluePoint3Y" fmla="*/ 0 h 1269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143" h="12696" extrusionOk="0">
                  <a:moveTo>
                    <a:pt x="0" y="0"/>
                  </a:moveTo>
                  <a:lnTo>
                    <a:pt x="0" y="0"/>
                  </a:lnTo>
                  <a:lnTo>
                    <a:pt x="1143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32400" rIns="90000" bIns="-32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39" name="Freeform: Shape 703"/>
            <p:cNvSpPr/>
            <p:nvPr/>
          </p:nvSpPr>
          <p:spPr bwMode="auto">
            <a:xfrm>
              <a:off x="8757720" y="193536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0 w 85"/>
                <a:gd name="GluePoint1Y" fmla="*/ 0 h 888"/>
                <a:gd name="GluePoint2X" fmla="*/ 0 w 85"/>
                <a:gd name="GluePoint2Y" fmla="*/ 0 h 888"/>
                <a:gd name="GluePoint3X" fmla="*/ 0 w 85"/>
                <a:gd name="GluePoint3Y" fmla="*/ 889 h 888"/>
                <a:gd name="GluePoint4X" fmla="*/ 0 w 85"/>
                <a:gd name="GluePoint4Y" fmla="*/ 0 h 88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</a:cxnLst>
              <a:rect l="textAreaLeft" t="textAreaTop" r="textAreaRight" b="textAreaBottom"/>
              <a:pathLst>
                <a:path w="85" h="888" extrusionOk="0">
                  <a:moveTo>
                    <a:pt x="0" y="0"/>
                  </a:moveTo>
                  <a:lnTo>
                    <a:pt x="0" y="0"/>
                  </a:lnTo>
                  <a:cubicBezTo>
                    <a:pt x="76" y="292"/>
                    <a:pt x="76" y="597"/>
                    <a:pt x="0" y="889"/>
                  </a:cubicBezTo>
                  <a:cubicBezTo>
                    <a:pt x="114" y="609"/>
                    <a:pt x="114" y="279"/>
                    <a:pt x="0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0" name="Freeform: Shape 704"/>
            <p:cNvSpPr/>
            <p:nvPr/>
          </p:nvSpPr>
          <p:spPr bwMode="auto">
            <a:xfrm>
              <a:off x="8756640" y="1933920"/>
              <a:ext cx="12240" cy="36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360"/>
                <a:gd name="textAreaBottom" fmla="*/ 720 h 360"/>
                <a:gd name="GluePoint1X" fmla="*/ 0 w 12696"/>
                <a:gd name="GluePoint1Y" fmla="*/ 0 h 761"/>
                <a:gd name="GluePoint2X" fmla="*/ 0 w 12696"/>
                <a:gd name="GluePoint2Y" fmla="*/ 0 h 761"/>
                <a:gd name="GluePoint3X" fmla="*/ 0 w 12696"/>
                <a:gd name="GluePoint3Y" fmla="*/ 762 h 76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12696" h="761" extrusionOk="0">
                  <a:moveTo>
                    <a:pt x="0" y="0"/>
                  </a:moveTo>
                  <a:lnTo>
                    <a:pt x="0" y="0"/>
                  </a:lnTo>
                  <a:lnTo>
                    <a:pt x="0" y="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1" name="Freeform: Shape 705"/>
            <p:cNvSpPr/>
            <p:nvPr/>
          </p:nvSpPr>
          <p:spPr bwMode="auto">
            <a:xfrm>
              <a:off x="8583480" y="1882800"/>
              <a:ext cx="82800" cy="32040"/>
            </a:xfrm>
            <a:custGeom>
              <a:avLst/>
              <a:gdLst>
                <a:gd name="textAreaLeft" fmla="*/ 0 w 82800"/>
                <a:gd name="textAreaRight" fmla="*/ 83160 w 82800"/>
                <a:gd name="textAreaTop" fmla="*/ 0 h 32040"/>
                <a:gd name="textAreaBottom" fmla="*/ 32400 h 32040"/>
                <a:gd name="GluePoint1X" fmla="*/ 81561 w 83084"/>
                <a:gd name="GluePoint1Y" fmla="*/ 32493 h 32493"/>
                <a:gd name="GluePoint2X" fmla="*/ 80418 w 83084"/>
                <a:gd name="GluePoint2Y" fmla="*/ 32493 h 32493"/>
                <a:gd name="GluePoint3X" fmla="*/ 80418 w 83084"/>
                <a:gd name="GluePoint3Y" fmla="*/ 32493 h 32493"/>
                <a:gd name="GluePoint4X" fmla="*/ 79783 w 83084"/>
                <a:gd name="GluePoint4Y" fmla="*/ 31732 h 32493"/>
                <a:gd name="GluePoint5X" fmla="*/ 79783 w 83084"/>
                <a:gd name="GluePoint5Y" fmla="*/ 30970 h 32493"/>
                <a:gd name="GluePoint6X" fmla="*/ 79783 w 83084"/>
                <a:gd name="GluePoint6Y" fmla="*/ 30081 h 32493"/>
                <a:gd name="GluePoint7X" fmla="*/ 79783 w 83084"/>
                <a:gd name="GluePoint7Y" fmla="*/ 29065 h 32493"/>
                <a:gd name="GluePoint8X" fmla="*/ 79783 w 83084"/>
                <a:gd name="GluePoint8Y" fmla="*/ 29065 h 32493"/>
                <a:gd name="GluePoint9X" fmla="*/ 79783 w 83084"/>
                <a:gd name="GluePoint9Y" fmla="*/ 22209 h 32493"/>
                <a:gd name="GluePoint10X" fmla="*/ 15030 w 83084"/>
                <a:gd name="GluePoint10Y" fmla="*/ 2910 h 32493"/>
                <a:gd name="GluePoint11X" fmla="*/ 6269 w 83084"/>
                <a:gd name="GluePoint11Y" fmla="*/ 244 h 32493"/>
                <a:gd name="GluePoint12X" fmla="*/ 682 w 83084"/>
                <a:gd name="GluePoint12Y" fmla="*/ 1513 h 32493"/>
                <a:gd name="GluePoint13X" fmla="*/ 48 w 83084"/>
                <a:gd name="GluePoint13Y" fmla="*/ 2275 h 32493"/>
                <a:gd name="GluePoint14X" fmla="*/ 48 w 83084"/>
                <a:gd name="GluePoint14Y" fmla="*/ 3037 h 32493"/>
                <a:gd name="GluePoint15X" fmla="*/ 48 w 83084"/>
                <a:gd name="GluePoint15Y" fmla="*/ 3037 h 32493"/>
                <a:gd name="GluePoint16X" fmla="*/ 48 w 83084"/>
                <a:gd name="GluePoint16Y" fmla="*/ 3037 h 32493"/>
                <a:gd name="GluePoint17X" fmla="*/ 48 w 83084"/>
                <a:gd name="GluePoint17Y" fmla="*/ 4052 h 32493"/>
                <a:gd name="GluePoint18X" fmla="*/ 48 w 83084"/>
                <a:gd name="GluePoint18Y" fmla="*/ 4941 h 32493"/>
                <a:gd name="GluePoint19X" fmla="*/ 48 w 83084"/>
                <a:gd name="GluePoint19Y" fmla="*/ 5830 h 32493"/>
                <a:gd name="GluePoint20X" fmla="*/ 48 w 83084"/>
                <a:gd name="GluePoint20Y" fmla="*/ 6719 h 32493"/>
                <a:gd name="GluePoint21X" fmla="*/ 682 w 83084"/>
                <a:gd name="GluePoint21Y" fmla="*/ 7481 h 32493"/>
                <a:gd name="GluePoint22X" fmla="*/ 1698 w 83084"/>
                <a:gd name="GluePoint22Y" fmla="*/ 8115 h 32493"/>
                <a:gd name="GluePoint23X" fmla="*/ 2460 w 83084"/>
                <a:gd name="GluePoint23Y" fmla="*/ 8115 h 32493"/>
                <a:gd name="GluePoint24X" fmla="*/ 2460 w 83084"/>
                <a:gd name="GluePoint24Y" fmla="*/ 8115 h 32493"/>
                <a:gd name="GluePoint25X" fmla="*/ 83085 w 83084"/>
                <a:gd name="GluePoint25Y" fmla="*/ 32239 h 32493"/>
                <a:gd name="GluePoint26X" fmla="*/ 83085 w 83084"/>
                <a:gd name="GluePoint26Y" fmla="*/ 32239 h 3249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</a:cxnLst>
              <a:rect l="textAreaLeft" t="textAreaTop" r="textAreaRight" b="textAreaBottom"/>
              <a:pathLst>
                <a:path w="83084" h="32493" extrusionOk="0">
                  <a:moveTo>
                    <a:pt x="81561" y="32493"/>
                  </a:moveTo>
                  <a:lnTo>
                    <a:pt x="80418" y="32493"/>
                  </a:lnTo>
                  <a:lnTo>
                    <a:pt x="80418" y="32493"/>
                  </a:lnTo>
                  <a:lnTo>
                    <a:pt x="79783" y="31732"/>
                  </a:lnTo>
                  <a:lnTo>
                    <a:pt x="79783" y="30970"/>
                  </a:lnTo>
                  <a:cubicBezTo>
                    <a:pt x="79783" y="30970"/>
                    <a:pt x="79783" y="30335"/>
                    <a:pt x="79783" y="30081"/>
                  </a:cubicBezTo>
                  <a:cubicBezTo>
                    <a:pt x="79733" y="29751"/>
                    <a:pt x="79733" y="29395"/>
                    <a:pt x="79783" y="29065"/>
                  </a:cubicBezTo>
                  <a:lnTo>
                    <a:pt x="79783" y="29065"/>
                  </a:lnTo>
                  <a:lnTo>
                    <a:pt x="79783" y="22209"/>
                  </a:lnTo>
                  <a:lnTo>
                    <a:pt x="15030" y="2910"/>
                  </a:lnTo>
                  <a:lnTo>
                    <a:pt x="6269" y="244"/>
                  </a:lnTo>
                  <a:cubicBezTo>
                    <a:pt x="4314" y="-340"/>
                    <a:pt x="2194" y="142"/>
                    <a:pt x="682" y="1513"/>
                  </a:cubicBezTo>
                  <a:cubicBezTo>
                    <a:pt x="682" y="1513"/>
                    <a:pt x="682" y="1513"/>
                    <a:pt x="48" y="2275"/>
                  </a:cubicBezTo>
                  <a:lnTo>
                    <a:pt x="48" y="3037"/>
                  </a:lnTo>
                  <a:lnTo>
                    <a:pt x="48" y="3037"/>
                  </a:lnTo>
                  <a:cubicBezTo>
                    <a:pt x="48" y="3037"/>
                    <a:pt x="48" y="3037"/>
                    <a:pt x="48" y="3037"/>
                  </a:cubicBezTo>
                  <a:cubicBezTo>
                    <a:pt x="48" y="3037"/>
                    <a:pt x="48" y="3672"/>
                    <a:pt x="48" y="4052"/>
                  </a:cubicBezTo>
                  <a:cubicBezTo>
                    <a:pt x="48" y="4433"/>
                    <a:pt x="48" y="4052"/>
                    <a:pt x="48" y="4941"/>
                  </a:cubicBezTo>
                  <a:cubicBezTo>
                    <a:pt x="48" y="5830"/>
                    <a:pt x="48" y="5576"/>
                    <a:pt x="48" y="5830"/>
                  </a:cubicBezTo>
                  <a:cubicBezTo>
                    <a:pt x="-16" y="6122"/>
                    <a:pt x="-16" y="6427"/>
                    <a:pt x="48" y="6719"/>
                  </a:cubicBezTo>
                  <a:lnTo>
                    <a:pt x="682" y="7481"/>
                  </a:lnTo>
                  <a:lnTo>
                    <a:pt x="1698" y="8115"/>
                  </a:lnTo>
                  <a:lnTo>
                    <a:pt x="2460" y="8115"/>
                  </a:lnTo>
                  <a:lnTo>
                    <a:pt x="2460" y="8115"/>
                  </a:lnTo>
                  <a:lnTo>
                    <a:pt x="83085" y="32239"/>
                  </a:lnTo>
                  <a:lnTo>
                    <a:pt x="83085" y="32239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2600" rIns="90000" bIns="-126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2" name="Freeform: Shape 706"/>
            <p:cNvSpPr/>
            <p:nvPr/>
          </p:nvSpPr>
          <p:spPr bwMode="auto">
            <a:xfrm>
              <a:off x="8664480" y="1908360"/>
              <a:ext cx="92880" cy="33480"/>
            </a:xfrm>
            <a:custGeom>
              <a:avLst/>
              <a:gdLst>
                <a:gd name="textAreaLeft" fmla="*/ 0 w 92880"/>
                <a:gd name="textAreaRight" fmla="*/ 93240 w 92880"/>
                <a:gd name="textAreaTop" fmla="*/ 0 h 33480"/>
                <a:gd name="textAreaBottom" fmla="*/ 33840 h 33480"/>
                <a:gd name="GluePoint1X" fmla="*/ 1904 w 93416"/>
                <a:gd name="GluePoint1Y" fmla="*/ 7491 h 33773"/>
                <a:gd name="GluePoint2X" fmla="*/ 0 w 93416"/>
                <a:gd name="GluePoint2Y" fmla="*/ 7491 h 33773"/>
                <a:gd name="GluePoint3X" fmla="*/ 0 w 93416"/>
                <a:gd name="GluePoint3Y" fmla="*/ 7491 h 33773"/>
                <a:gd name="GluePoint4X" fmla="*/ 77705 w 93416"/>
                <a:gd name="GluePoint4Y" fmla="*/ 31107 h 33773"/>
                <a:gd name="GluePoint5X" fmla="*/ 82783 w 93416"/>
                <a:gd name="GluePoint5Y" fmla="*/ 32630 h 33773"/>
                <a:gd name="GluePoint6X" fmla="*/ 86465 w 93416"/>
                <a:gd name="GluePoint6Y" fmla="*/ 33773 h 33773"/>
                <a:gd name="GluePoint7X" fmla="*/ 88242 w 93416"/>
                <a:gd name="GluePoint7Y" fmla="*/ 33773 h 33773"/>
                <a:gd name="GluePoint8X" fmla="*/ 93321 w 93416"/>
                <a:gd name="GluePoint8Y" fmla="*/ 30345 h 33773"/>
                <a:gd name="GluePoint9X" fmla="*/ 93321 w 93416"/>
                <a:gd name="GluePoint9Y" fmla="*/ 28568 h 33773"/>
                <a:gd name="GluePoint10X" fmla="*/ 93321 w 93416"/>
                <a:gd name="GluePoint10Y" fmla="*/ 27806 h 33773"/>
                <a:gd name="GluePoint11X" fmla="*/ 93321 w 93416"/>
                <a:gd name="GluePoint11Y" fmla="*/ 27806 h 33773"/>
                <a:gd name="GluePoint12X" fmla="*/ 93321 w 93416"/>
                <a:gd name="GluePoint12Y" fmla="*/ 26917 h 33773"/>
                <a:gd name="GluePoint13X" fmla="*/ 93321 w 93416"/>
                <a:gd name="GluePoint13Y" fmla="*/ 26155 h 33773"/>
                <a:gd name="GluePoint14X" fmla="*/ 93321 w 93416"/>
                <a:gd name="GluePoint14Y" fmla="*/ 26155 h 33773"/>
                <a:gd name="GluePoint15X" fmla="*/ 93321 w 93416"/>
                <a:gd name="GluePoint15Y" fmla="*/ 25393 h 33773"/>
                <a:gd name="GluePoint16X" fmla="*/ 92560 w 93416"/>
                <a:gd name="GluePoint16Y" fmla="*/ 25393 h 33773"/>
                <a:gd name="GluePoint17X" fmla="*/ 92560 w 93416"/>
                <a:gd name="GluePoint17Y" fmla="*/ 25393 h 33773"/>
                <a:gd name="GluePoint18X" fmla="*/ 91417 w 93416"/>
                <a:gd name="GluePoint18Y" fmla="*/ 25393 h 33773"/>
                <a:gd name="GluePoint19X" fmla="*/ 91417 w 93416"/>
                <a:gd name="GluePoint19Y" fmla="*/ 25393 h 33773"/>
                <a:gd name="GluePoint20X" fmla="*/ 8507 w 93416"/>
                <a:gd name="GluePoint20Y" fmla="*/ 0 h 33773"/>
                <a:gd name="GluePoint21X" fmla="*/ 8507 w 93416"/>
                <a:gd name="GluePoint21Y" fmla="*/ 3555 h 33773"/>
                <a:gd name="GluePoint22X" fmla="*/ 2628 w 93416"/>
                <a:gd name="GluePoint22Y" fmla="*/ 7669 h 33773"/>
                <a:gd name="GluePoint23X" fmla="*/ 1904 w 93416"/>
                <a:gd name="GluePoint23Y" fmla="*/ 7491 h 3377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3416" h="33773" extrusionOk="0">
                  <a:moveTo>
                    <a:pt x="1904" y="7491"/>
                  </a:moveTo>
                  <a:cubicBezTo>
                    <a:pt x="1282" y="7643"/>
                    <a:pt x="622" y="7643"/>
                    <a:pt x="0" y="7491"/>
                  </a:cubicBezTo>
                  <a:lnTo>
                    <a:pt x="0" y="7491"/>
                  </a:lnTo>
                  <a:lnTo>
                    <a:pt x="77705" y="31107"/>
                  </a:lnTo>
                  <a:lnTo>
                    <a:pt x="82783" y="32630"/>
                  </a:lnTo>
                  <a:lnTo>
                    <a:pt x="86465" y="33773"/>
                  </a:lnTo>
                  <a:lnTo>
                    <a:pt x="88242" y="33773"/>
                  </a:lnTo>
                  <a:cubicBezTo>
                    <a:pt x="90477" y="33773"/>
                    <a:pt x="92484" y="32414"/>
                    <a:pt x="93321" y="30345"/>
                  </a:cubicBezTo>
                  <a:cubicBezTo>
                    <a:pt x="93448" y="29761"/>
                    <a:pt x="93448" y="29152"/>
                    <a:pt x="93321" y="28568"/>
                  </a:cubicBezTo>
                  <a:cubicBezTo>
                    <a:pt x="93321" y="28568"/>
                    <a:pt x="93321" y="28568"/>
                    <a:pt x="93321" y="27806"/>
                  </a:cubicBezTo>
                  <a:lnTo>
                    <a:pt x="93321" y="27806"/>
                  </a:lnTo>
                  <a:cubicBezTo>
                    <a:pt x="93397" y="27514"/>
                    <a:pt x="93397" y="27209"/>
                    <a:pt x="93321" y="26917"/>
                  </a:cubicBezTo>
                  <a:lnTo>
                    <a:pt x="93321" y="26155"/>
                  </a:lnTo>
                  <a:lnTo>
                    <a:pt x="93321" y="26155"/>
                  </a:lnTo>
                  <a:lnTo>
                    <a:pt x="93321" y="25393"/>
                  </a:lnTo>
                  <a:lnTo>
                    <a:pt x="92560" y="25393"/>
                  </a:lnTo>
                  <a:lnTo>
                    <a:pt x="92560" y="25393"/>
                  </a:lnTo>
                  <a:lnTo>
                    <a:pt x="91417" y="25393"/>
                  </a:lnTo>
                  <a:lnTo>
                    <a:pt x="91417" y="25393"/>
                  </a:lnTo>
                  <a:lnTo>
                    <a:pt x="8507" y="0"/>
                  </a:lnTo>
                  <a:lnTo>
                    <a:pt x="8507" y="3555"/>
                  </a:lnTo>
                  <a:cubicBezTo>
                    <a:pt x="8024" y="6323"/>
                    <a:pt x="5383" y="8164"/>
                    <a:pt x="2628" y="7669"/>
                  </a:cubicBezTo>
                  <a:cubicBezTo>
                    <a:pt x="2374" y="7630"/>
                    <a:pt x="2133" y="7567"/>
                    <a:pt x="1904" y="749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1160" rIns="90000" bIns="-111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3" name="Freeform: Shape 707"/>
            <p:cNvSpPr/>
            <p:nvPr/>
          </p:nvSpPr>
          <p:spPr bwMode="auto">
            <a:xfrm>
              <a:off x="4270680" y="33840"/>
              <a:ext cx="9720" cy="61344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613440"/>
                <a:gd name="textAreaBottom" fmla="*/ 613800 h 613440"/>
                <a:gd name="GluePoint1X" fmla="*/ 9951 w 9951"/>
                <a:gd name="GluePoint1Y" fmla="*/ 609823 h 613971"/>
                <a:gd name="GluePoint2X" fmla="*/ 9951 w 9951"/>
                <a:gd name="GluePoint2Y" fmla="*/ 3428 h 613971"/>
                <a:gd name="GluePoint3X" fmla="*/ 9951 w 9951"/>
                <a:gd name="GluePoint3Y" fmla="*/ 2666 h 613971"/>
                <a:gd name="GluePoint4X" fmla="*/ 9951 w 9951"/>
                <a:gd name="GluePoint4Y" fmla="*/ 1651 h 613971"/>
                <a:gd name="GluePoint5X" fmla="*/ 9316 w 9951"/>
                <a:gd name="GluePoint5Y" fmla="*/ 762 h 613971"/>
                <a:gd name="GluePoint6X" fmla="*/ 9316 w 9951"/>
                <a:gd name="GluePoint6Y" fmla="*/ 0 h 613971"/>
                <a:gd name="GluePoint7X" fmla="*/ 8427 w 9951"/>
                <a:gd name="GluePoint7Y" fmla="*/ 0 h 613971"/>
                <a:gd name="GluePoint8X" fmla="*/ 7539 w 9951"/>
                <a:gd name="GluePoint8Y" fmla="*/ 0 h 613971"/>
                <a:gd name="GluePoint9X" fmla="*/ 6904 w 9951"/>
                <a:gd name="GluePoint9Y" fmla="*/ 0 h 613971"/>
                <a:gd name="GluePoint10X" fmla="*/ 5507 w 9951"/>
                <a:gd name="GluePoint10Y" fmla="*/ 0 h 613971"/>
                <a:gd name="GluePoint11X" fmla="*/ 4745 w 9951"/>
                <a:gd name="GluePoint11Y" fmla="*/ 0 h 613971"/>
                <a:gd name="GluePoint12X" fmla="*/ 3476 w 9951"/>
                <a:gd name="GluePoint12Y" fmla="*/ 0 h 613971"/>
                <a:gd name="GluePoint13X" fmla="*/ 2587 w 9951"/>
                <a:gd name="GluePoint13Y" fmla="*/ 0 h 613971"/>
                <a:gd name="GluePoint14X" fmla="*/ 48 w 9951"/>
                <a:gd name="GluePoint14Y" fmla="*/ 4063 h 613971"/>
                <a:gd name="GluePoint15X" fmla="*/ 48 w 9951"/>
                <a:gd name="GluePoint15Y" fmla="*/ 610458 h 613971"/>
                <a:gd name="GluePoint16X" fmla="*/ 48 w 9951"/>
                <a:gd name="GluePoint16Y" fmla="*/ 610458 h 613971"/>
                <a:gd name="GluePoint17X" fmla="*/ 48 w 9951"/>
                <a:gd name="GluePoint17Y" fmla="*/ 611600 h 613971"/>
                <a:gd name="GluePoint18X" fmla="*/ 48 w 9951"/>
                <a:gd name="GluePoint18Y" fmla="*/ 612362 h 613971"/>
                <a:gd name="GluePoint19X" fmla="*/ 682 w 9951"/>
                <a:gd name="GluePoint19Y" fmla="*/ 613124 h 613971"/>
                <a:gd name="GluePoint20X" fmla="*/ 682 w 9951"/>
                <a:gd name="GluePoint20Y" fmla="*/ 613886 h 613971"/>
                <a:gd name="GluePoint21X" fmla="*/ 1571 w 9951"/>
                <a:gd name="GluePoint21Y" fmla="*/ 613886 h 613971"/>
                <a:gd name="GluePoint22X" fmla="*/ 2460 w 9951"/>
                <a:gd name="GluePoint22Y" fmla="*/ 613886 h 613971"/>
                <a:gd name="GluePoint23X" fmla="*/ 4365 w 9951"/>
                <a:gd name="GluePoint23Y" fmla="*/ 613886 h 613971"/>
                <a:gd name="GluePoint24X" fmla="*/ 9951 w 9951"/>
                <a:gd name="GluePoint24Y" fmla="*/ 609823 h 61397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</a:cxnLst>
              <a:rect l="textAreaLeft" t="textAreaTop" r="textAreaRight" b="textAreaBottom"/>
              <a:pathLst>
                <a:path w="9951" h="613971" extrusionOk="0">
                  <a:moveTo>
                    <a:pt x="9951" y="609823"/>
                  </a:moveTo>
                  <a:lnTo>
                    <a:pt x="9951" y="3428"/>
                  </a:lnTo>
                  <a:cubicBezTo>
                    <a:pt x="9951" y="3428"/>
                    <a:pt x="9951" y="3428"/>
                    <a:pt x="9951" y="2666"/>
                  </a:cubicBezTo>
                  <a:cubicBezTo>
                    <a:pt x="9951" y="1905"/>
                    <a:pt x="9951" y="2032"/>
                    <a:pt x="9951" y="1651"/>
                  </a:cubicBezTo>
                  <a:cubicBezTo>
                    <a:pt x="9811" y="1308"/>
                    <a:pt x="9595" y="1003"/>
                    <a:pt x="9316" y="762"/>
                  </a:cubicBezTo>
                  <a:cubicBezTo>
                    <a:pt x="9354" y="508"/>
                    <a:pt x="9354" y="254"/>
                    <a:pt x="9316" y="0"/>
                  </a:cubicBezTo>
                  <a:lnTo>
                    <a:pt x="8427" y="0"/>
                  </a:lnTo>
                  <a:lnTo>
                    <a:pt x="7539" y="0"/>
                  </a:lnTo>
                  <a:lnTo>
                    <a:pt x="6904" y="0"/>
                  </a:lnTo>
                  <a:lnTo>
                    <a:pt x="5507" y="0"/>
                  </a:lnTo>
                  <a:lnTo>
                    <a:pt x="4745" y="0"/>
                  </a:lnTo>
                  <a:lnTo>
                    <a:pt x="3476" y="0"/>
                  </a:lnTo>
                  <a:lnTo>
                    <a:pt x="2587" y="0"/>
                  </a:lnTo>
                  <a:cubicBezTo>
                    <a:pt x="1063" y="787"/>
                    <a:pt x="86" y="2349"/>
                    <a:pt x="48" y="4063"/>
                  </a:cubicBezTo>
                  <a:lnTo>
                    <a:pt x="48" y="610458"/>
                  </a:lnTo>
                  <a:lnTo>
                    <a:pt x="48" y="610458"/>
                  </a:lnTo>
                  <a:cubicBezTo>
                    <a:pt x="-16" y="610838"/>
                    <a:pt x="-16" y="611219"/>
                    <a:pt x="48" y="611600"/>
                  </a:cubicBezTo>
                  <a:cubicBezTo>
                    <a:pt x="-3" y="611854"/>
                    <a:pt x="-3" y="612108"/>
                    <a:pt x="48" y="612362"/>
                  </a:cubicBezTo>
                  <a:lnTo>
                    <a:pt x="682" y="613124"/>
                  </a:lnTo>
                  <a:cubicBezTo>
                    <a:pt x="644" y="613378"/>
                    <a:pt x="644" y="613632"/>
                    <a:pt x="682" y="613886"/>
                  </a:cubicBezTo>
                  <a:lnTo>
                    <a:pt x="1571" y="613886"/>
                  </a:lnTo>
                  <a:lnTo>
                    <a:pt x="2460" y="613886"/>
                  </a:lnTo>
                  <a:cubicBezTo>
                    <a:pt x="3095" y="614000"/>
                    <a:pt x="3729" y="614000"/>
                    <a:pt x="4365" y="613886"/>
                  </a:cubicBezTo>
                  <a:cubicBezTo>
                    <a:pt x="6980" y="614140"/>
                    <a:pt x="9380" y="612400"/>
                    <a:pt x="9951" y="609823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4" name="Freeform: Shape 713"/>
            <p:cNvSpPr/>
            <p:nvPr/>
          </p:nvSpPr>
          <p:spPr bwMode="auto">
            <a:xfrm>
              <a:off x="4127400" y="152640"/>
              <a:ext cx="10080" cy="1915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191520"/>
                <a:gd name="textAreaBottom" fmla="*/ 191880 h 191520"/>
                <a:gd name="GluePoint1X" fmla="*/ 5460 w 10459"/>
                <a:gd name="GluePoint1Y" fmla="*/ 4952 h 191726"/>
                <a:gd name="GluePoint2X" fmla="*/ 0 w 10459"/>
                <a:gd name="GluePoint2Y" fmla="*/ 13 h 191726"/>
                <a:gd name="GluePoint3X" fmla="*/ 0 w 10459"/>
                <a:gd name="GluePoint3Y" fmla="*/ 0 h 191726"/>
                <a:gd name="GluePoint4X" fmla="*/ 0 w 10459"/>
                <a:gd name="GluePoint4Y" fmla="*/ 186768 h 191726"/>
                <a:gd name="GluePoint5X" fmla="*/ 5447 w 10459"/>
                <a:gd name="GluePoint5Y" fmla="*/ 191720 h 191726"/>
                <a:gd name="GluePoint6X" fmla="*/ 5460 w 10459"/>
                <a:gd name="GluePoint6Y" fmla="*/ 191720 h 191726"/>
                <a:gd name="GluePoint7X" fmla="*/ 9142 w 10459"/>
                <a:gd name="GluePoint7Y" fmla="*/ 190323 h 191726"/>
                <a:gd name="GluePoint8X" fmla="*/ 9777 w 10459"/>
                <a:gd name="GluePoint8Y" fmla="*/ 189562 h 191726"/>
                <a:gd name="GluePoint9X" fmla="*/ 10411 w 10459"/>
                <a:gd name="GluePoint9Y" fmla="*/ 188800 h 191726"/>
                <a:gd name="GluePoint10X" fmla="*/ 10411 w 10459"/>
                <a:gd name="GluePoint10Y" fmla="*/ 188038 h 191726"/>
                <a:gd name="GluePoint11X" fmla="*/ 10411 w 10459"/>
                <a:gd name="GluePoint11Y" fmla="*/ 186895 h 191726"/>
                <a:gd name="GluePoint12X" fmla="*/ 10411 w 10459"/>
                <a:gd name="GluePoint12Y" fmla="*/ 186895 h 191726"/>
                <a:gd name="GluePoint13X" fmla="*/ 10411 w 10459"/>
                <a:gd name="GluePoint13Y" fmla="*/ 0 h 191726"/>
                <a:gd name="GluePoint14X" fmla="*/ 5460 w 10459"/>
                <a:gd name="GluePoint14Y" fmla="*/ 4952 h 1917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459" h="191726" extrusionOk="0">
                  <a:moveTo>
                    <a:pt x="5460" y="4952"/>
                  </a:moveTo>
                  <a:cubicBezTo>
                    <a:pt x="2590" y="5091"/>
                    <a:pt x="140" y="2882"/>
                    <a:pt x="0" y="13"/>
                  </a:cubicBezTo>
                  <a:cubicBezTo>
                    <a:pt x="0" y="13"/>
                    <a:pt x="0" y="0"/>
                    <a:pt x="0" y="0"/>
                  </a:cubicBezTo>
                  <a:lnTo>
                    <a:pt x="0" y="186768"/>
                  </a:lnTo>
                  <a:cubicBezTo>
                    <a:pt x="140" y="189638"/>
                    <a:pt x="2577" y="191860"/>
                    <a:pt x="5447" y="191720"/>
                  </a:cubicBezTo>
                  <a:cubicBezTo>
                    <a:pt x="5447" y="191720"/>
                    <a:pt x="5460" y="191720"/>
                    <a:pt x="5460" y="191720"/>
                  </a:cubicBezTo>
                  <a:cubicBezTo>
                    <a:pt x="6818" y="191720"/>
                    <a:pt x="8126" y="191225"/>
                    <a:pt x="9142" y="190323"/>
                  </a:cubicBezTo>
                  <a:lnTo>
                    <a:pt x="9777" y="189562"/>
                  </a:lnTo>
                  <a:lnTo>
                    <a:pt x="10411" y="188800"/>
                  </a:lnTo>
                  <a:cubicBezTo>
                    <a:pt x="10411" y="188800"/>
                    <a:pt x="10411" y="188800"/>
                    <a:pt x="10411" y="188038"/>
                  </a:cubicBezTo>
                  <a:cubicBezTo>
                    <a:pt x="10475" y="187657"/>
                    <a:pt x="10475" y="187276"/>
                    <a:pt x="10411" y="186895"/>
                  </a:cubicBezTo>
                  <a:lnTo>
                    <a:pt x="10411" y="186895"/>
                  </a:lnTo>
                  <a:lnTo>
                    <a:pt x="10411" y="0"/>
                  </a:lnTo>
                  <a:cubicBezTo>
                    <a:pt x="10348" y="2704"/>
                    <a:pt x="8164" y="4888"/>
                    <a:pt x="5460" y="495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5" name="Freeform: Shape 714"/>
            <p:cNvSpPr/>
            <p:nvPr/>
          </p:nvSpPr>
          <p:spPr bwMode="auto">
            <a:xfrm>
              <a:off x="8660520" y="1814400"/>
              <a:ext cx="8640" cy="9900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99000"/>
                <a:gd name="textAreaBottom" fmla="*/ 99360 h 99000"/>
                <a:gd name="GluePoint1X" fmla="*/ 4609 w 9081"/>
                <a:gd name="GluePoint1Y" fmla="*/ 1397 h 99266"/>
                <a:gd name="GluePoint2X" fmla="*/ 3466 w 9081"/>
                <a:gd name="GluePoint2Y" fmla="*/ 1397 h 99266"/>
                <a:gd name="GluePoint3X" fmla="*/ 2451 w 9081"/>
                <a:gd name="GluePoint3Y" fmla="*/ 1397 h 99266"/>
                <a:gd name="GluePoint4X" fmla="*/ 38 w 9081"/>
                <a:gd name="GluePoint4Y" fmla="*/ 5459 h 99266"/>
                <a:gd name="GluePoint5X" fmla="*/ 38 w 9081"/>
                <a:gd name="GluePoint5Y" fmla="*/ 95733 h 99266"/>
                <a:gd name="GluePoint6X" fmla="*/ 38 w 9081"/>
                <a:gd name="GluePoint6Y" fmla="*/ 95733 h 99266"/>
                <a:gd name="GluePoint7X" fmla="*/ 38 w 9081"/>
                <a:gd name="GluePoint7Y" fmla="*/ 96749 h 99266"/>
                <a:gd name="GluePoint8X" fmla="*/ 38 w 9081"/>
                <a:gd name="GluePoint8Y" fmla="*/ 97638 h 99266"/>
                <a:gd name="GluePoint9X" fmla="*/ 38 w 9081"/>
                <a:gd name="GluePoint9Y" fmla="*/ 98399 h 99266"/>
                <a:gd name="GluePoint10X" fmla="*/ 673 w 9081"/>
                <a:gd name="GluePoint10Y" fmla="*/ 99161 h 99266"/>
                <a:gd name="GluePoint11X" fmla="*/ 673 w 9081"/>
                <a:gd name="GluePoint11Y" fmla="*/ 99161 h 99266"/>
                <a:gd name="GluePoint12X" fmla="*/ 1816 w 9081"/>
                <a:gd name="GluePoint12Y" fmla="*/ 99161 h 99266"/>
                <a:gd name="GluePoint13X" fmla="*/ 3720 w 9081"/>
                <a:gd name="GluePoint13Y" fmla="*/ 99161 h 99266"/>
                <a:gd name="GluePoint14X" fmla="*/ 9053 w 9081"/>
                <a:gd name="GluePoint14Y" fmla="*/ 94349 h 99266"/>
                <a:gd name="GluePoint15X" fmla="*/ 9053 w 9081"/>
                <a:gd name="GluePoint15Y" fmla="*/ 94336 h 99266"/>
                <a:gd name="GluePoint16X" fmla="*/ 9053 w 9081"/>
                <a:gd name="GluePoint16Y" fmla="*/ 4063 h 99266"/>
                <a:gd name="GluePoint17X" fmla="*/ 9053 w 9081"/>
                <a:gd name="GluePoint17Y" fmla="*/ 3301 h 99266"/>
                <a:gd name="GluePoint18X" fmla="*/ 9053 w 9081"/>
                <a:gd name="GluePoint18Y" fmla="*/ 2285 h 99266"/>
                <a:gd name="GluePoint19X" fmla="*/ 9053 w 9081"/>
                <a:gd name="GluePoint19Y" fmla="*/ 1270 h 99266"/>
                <a:gd name="GluePoint20X" fmla="*/ 9053 w 9081"/>
                <a:gd name="GluePoint20Y" fmla="*/ 635 h 99266"/>
                <a:gd name="GluePoint21X" fmla="*/ 8037 w 9081"/>
                <a:gd name="GluePoint21Y" fmla="*/ 0 h 99266"/>
                <a:gd name="GluePoint22X" fmla="*/ 7402 w 9081"/>
                <a:gd name="GluePoint22Y" fmla="*/ 0 h 99266"/>
                <a:gd name="GluePoint23X" fmla="*/ 6514 w 9081"/>
                <a:gd name="GluePoint23Y" fmla="*/ 0 h 99266"/>
                <a:gd name="GluePoint24X" fmla="*/ 5371 w 9081"/>
                <a:gd name="GluePoint24Y" fmla="*/ 0 h 99266"/>
                <a:gd name="GluePoint25X" fmla="*/ 4609 w 9081"/>
                <a:gd name="GluePoint25Y" fmla="*/ 0 h 9926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9081" h="99266" extrusionOk="0">
                  <a:moveTo>
                    <a:pt x="4609" y="1397"/>
                  </a:moveTo>
                  <a:lnTo>
                    <a:pt x="3466" y="1397"/>
                  </a:lnTo>
                  <a:lnTo>
                    <a:pt x="2451" y="1397"/>
                  </a:lnTo>
                  <a:cubicBezTo>
                    <a:pt x="991" y="2235"/>
                    <a:pt x="76" y="3784"/>
                    <a:pt x="38" y="5459"/>
                  </a:cubicBezTo>
                  <a:lnTo>
                    <a:pt x="38" y="95733"/>
                  </a:lnTo>
                  <a:lnTo>
                    <a:pt x="38" y="95733"/>
                  </a:lnTo>
                  <a:cubicBezTo>
                    <a:pt x="-13" y="96063"/>
                    <a:pt x="-13" y="96419"/>
                    <a:pt x="38" y="96749"/>
                  </a:cubicBezTo>
                  <a:cubicBezTo>
                    <a:pt x="38" y="96749"/>
                    <a:pt x="38" y="97384"/>
                    <a:pt x="38" y="97638"/>
                  </a:cubicBezTo>
                  <a:lnTo>
                    <a:pt x="38" y="98399"/>
                  </a:lnTo>
                  <a:lnTo>
                    <a:pt x="673" y="99161"/>
                  </a:lnTo>
                  <a:lnTo>
                    <a:pt x="673" y="99161"/>
                  </a:lnTo>
                  <a:lnTo>
                    <a:pt x="1816" y="99161"/>
                  </a:lnTo>
                  <a:cubicBezTo>
                    <a:pt x="2438" y="99301"/>
                    <a:pt x="3098" y="99301"/>
                    <a:pt x="3720" y="99161"/>
                  </a:cubicBezTo>
                  <a:cubicBezTo>
                    <a:pt x="6526" y="99301"/>
                    <a:pt x="8913" y="97155"/>
                    <a:pt x="9053" y="94349"/>
                  </a:cubicBezTo>
                  <a:cubicBezTo>
                    <a:pt x="9053" y="94349"/>
                    <a:pt x="9053" y="94336"/>
                    <a:pt x="9053" y="94336"/>
                  </a:cubicBezTo>
                  <a:lnTo>
                    <a:pt x="9053" y="4063"/>
                  </a:lnTo>
                  <a:cubicBezTo>
                    <a:pt x="9053" y="4063"/>
                    <a:pt x="9053" y="4063"/>
                    <a:pt x="9053" y="3301"/>
                  </a:cubicBezTo>
                  <a:lnTo>
                    <a:pt x="9053" y="2285"/>
                  </a:lnTo>
                  <a:cubicBezTo>
                    <a:pt x="9091" y="1943"/>
                    <a:pt x="9091" y="1613"/>
                    <a:pt x="9053" y="1270"/>
                  </a:cubicBezTo>
                  <a:lnTo>
                    <a:pt x="9053" y="635"/>
                  </a:lnTo>
                  <a:lnTo>
                    <a:pt x="8037" y="0"/>
                  </a:lnTo>
                  <a:cubicBezTo>
                    <a:pt x="8037" y="0"/>
                    <a:pt x="8037" y="0"/>
                    <a:pt x="7402" y="0"/>
                  </a:cubicBezTo>
                  <a:lnTo>
                    <a:pt x="6514" y="0"/>
                  </a:lnTo>
                  <a:lnTo>
                    <a:pt x="5371" y="0"/>
                  </a:lnTo>
                  <a:lnTo>
                    <a:pt x="4609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6" name="Freeform: Shape 715"/>
            <p:cNvSpPr/>
            <p:nvPr/>
          </p:nvSpPr>
          <p:spPr bwMode="auto">
            <a:xfrm>
              <a:off x="9064800" y="1248840"/>
              <a:ext cx="88920" cy="3456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34560"/>
                <a:gd name="textAreaBottom" fmla="*/ 34920 h 34560"/>
                <a:gd name="GluePoint1X" fmla="*/ 83672 w 89130"/>
                <a:gd name="GluePoint1Y" fmla="*/ 34916 h 35043"/>
                <a:gd name="GluePoint2X" fmla="*/ 88878 w 89130"/>
                <a:gd name="GluePoint2Y" fmla="*/ 31488 h 35043"/>
                <a:gd name="GluePoint3X" fmla="*/ 85932 w 89130"/>
                <a:gd name="GluePoint3Y" fmla="*/ 25533 h 35043"/>
                <a:gd name="GluePoint4X" fmla="*/ 85450 w 89130"/>
                <a:gd name="GluePoint4Y" fmla="*/ 25393 h 35043"/>
                <a:gd name="GluePoint5X" fmla="*/ 85450 w 89130"/>
                <a:gd name="GluePoint5Y" fmla="*/ 25393 h 35043"/>
                <a:gd name="GluePoint6X" fmla="*/ 2412 w 89130"/>
                <a:gd name="GluePoint6Y" fmla="*/ 0 h 35043"/>
                <a:gd name="GluePoint7X" fmla="*/ 2412 w 89130"/>
                <a:gd name="GluePoint7Y" fmla="*/ 0 h 35043"/>
                <a:gd name="GluePoint8X" fmla="*/ 6603 w 89130"/>
                <a:gd name="GluePoint8Y" fmla="*/ 5333 h 35043"/>
                <a:gd name="GluePoint9X" fmla="*/ 1143 w 89130"/>
                <a:gd name="GluePoint9Y" fmla="*/ 9650 h 35043"/>
                <a:gd name="GluePoint10X" fmla="*/ 0 w 89130"/>
                <a:gd name="GluePoint10Y" fmla="*/ 9650 h 35043"/>
                <a:gd name="GluePoint11X" fmla="*/ 82911 w 89130"/>
                <a:gd name="GluePoint11Y" fmla="*/ 35043 h 35043"/>
                <a:gd name="GluePoint12X" fmla="*/ 82911 w 89130"/>
                <a:gd name="GluePoint12Y" fmla="*/ 35043 h 35043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89130" h="35043" extrusionOk="0">
                  <a:moveTo>
                    <a:pt x="83672" y="34916"/>
                  </a:moveTo>
                  <a:cubicBezTo>
                    <a:pt x="85958" y="34979"/>
                    <a:pt x="88028" y="33608"/>
                    <a:pt x="88878" y="31488"/>
                  </a:cubicBezTo>
                  <a:cubicBezTo>
                    <a:pt x="89716" y="29025"/>
                    <a:pt x="88396" y="26358"/>
                    <a:pt x="85932" y="25533"/>
                  </a:cubicBezTo>
                  <a:cubicBezTo>
                    <a:pt x="85780" y="25470"/>
                    <a:pt x="85615" y="25431"/>
                    <a:pt x="85450" y="25393"/>
                  </a:cubicBezTo>
                  <a:lnTo>
                    <a:pt x="85450" y="25393"/>
                  </a:lnTo>
                  <a:lnTo>
                    <a:pt x="2412" y="0"/>
                  </a:lnTo>
                  <a:lnTo>
                    <a:pt x="2412" y="0"/>
                  </a:lnTo>
                  <a:cubicBezTo>
                    <a:pt x="4964" y="444"/>
                    <a:pt x="6768" y="2743"/>
                    <a:pt x="6603" y="5333"/>
                  </a:cubicBezTo>
                  <a:cubicBezTo>
                    <a:pt x="6107" y="7923"/>
                    <a:pt x="3784" y="9764"/>
                    <a:pt x="1143" y="9650"/>
                  </a:cubicBezTo>
                  <a:lnTo>
                    <a:pt x="0" y="9650"/>
                  </a:lnTo>
                  <a:lnTo>
                    <a:pt x="82911" y="35043"/>
                  </a:lnTo>
                  <a:lnTo>
                    <a:pt x="82911" y="350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0080" rIns="90000" bIns="-100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7" name="Freeform: Shape 716"/>
            <p:cNvSpPr/>
            <p:nvPr/>
          </p:nvSpPr>
          <p:spPr bwMode="auto">
            <a:xfrm>
              <a:off x="7762680" y="1114920"/>
              <a:ext cx="1307520" cy="142920"/>
            </a:xfrm>
            <a:custGeom>
              <a:avLst/>
              <a:gdLst>
                <a:gd name="textAreaLeft" fmla="*/ 0 w 1307520"/>
                <a:gd name="textAreaRight" fmla="*/ 1307880 w 1307520"/>
                <a:gd name="textAreaTop" fmla="*/ 0 h 142920"/>
                <a:gd name="textAreaBottom" fmla="*/ 143280 h 142920"/>
                <a:gd name="GluePoint1X" fmla="*/ 1302313 w 1307783"/>
                <a:gd name="GluePoint1Y" fmla="*/ 143346 h 143350"/>
                <a:gd name="GluePoint2X" fmla="*/ 1307773 w 1307783"/>
                <a:gd name="GluePoint2Y" fmla="*/ 139029 h 143350"/>
                <a:gd name="GluePoint3X" fmla="*/ 1303583 w 1307783"/>
                <a:gd name="GluePoint3Y" fmla="*/ 133696 h 143350"/>
                <a:gd name="GluePoint4X" fmla="*/ 1302948 w 1307783"/>
                <a:gd name="GluePoint4Y" fmla="*/ 133696 h 143350"/>
                <a:gd name="GluePoint5X" fmla="*/ 12570 w 1307783"/>
                <a:gd name="GluePoint5Y" fmla="*/ 1270 h 143350"/>
                <a:gd name="GluePoint6X" fmla="*/ 635 w 1307783"/>
                <a:gd name="GluePoint6Y" fmla="*/ 0 h 143350"/>
                <a:gd name="GluePoint7X" fmla="*/ 5332 w 1307783"/>
                <a:gd name="GluePoint7Y" fmla="*/ 5434 h 143350"/>
                <a:gd name="GluePoint8X" fmla="*/ 5332 w 1307783"/>
                <a:gd name="GluePoint8Y" fmla="*/ 5459 h 143350"/>
                <a:gd name="GluePoint9X" fmla="*/ 0 w 1307783"/>
                <a:gd name="GluePoint9Y" fmla="*/ 9903 h 143350"/>
                <a:gd name="GluePoint10X" fmla="*/ 0 w 1307783"/>
                <a:gd name="GluePoint10Y" fmla="*/ 9903 h 143350"/>
                <a:gd name="GluePoint11X" fmla="*/ 1301806 w 1307783"/>
                <a:gd name="GluePoint11Y" fmla="*/ 143346 h 143350"/>
                <a:gd name="GluePoint12X" fmla="*/ 1302948 w 1307783"/>
                <a:gd name="GluePoint12Y" fmla="*/ 143346 h 14335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307783" h="143350" extrusionOk="0">
                  <a:moveTo>
                    <a:pt x="1302313" y="143346"/>
                  </a:moveTo>
                  <a:cubicBezTo>
                    <a:pt x="1304955" y="143460"/>
                    <a:pt x="1307278" y="141619"/>
                    <a:pt x="1307773" y="139029"/>
                  </a:cubicBezTo>
                  <a:cubicBezTo>
                    <a:pt x="1307938" y="136439"/>
                    <a:pt x="1306136" y="134141"/>
                    <a:pt x="1303583" y="133696"/>
                  </a:cubicBezTo>
                  <a:lnTo>
                    <a:pt x="1302948" y="133696"/>
                  </a:lnTo>
                  <a:lnTo>
                    <a:pt x="12570" y="1270"/>
                  </a:lnTo>
                  <a:lnTo>
                    <a:pt x="635" y="0"/>
                  </a:lnTo>
                  <a:cubicBezTo>
                    <a:pt x="3428" y="203"/>
                    <a:pt x="5536" y="2628"/>
                    <a:pt x="5332" y="5434"/>
                  </a:cubicBezTo>
                  <a:cubicBezTo>
                    <a:pt x="5332" y="5447"/>
                    <a:pt x="5332" y="5447"/>
                    <a:pt x="5332" y="5459"/>
                  </a:cubicBezTo>
                  <a:cubicBezTo>
                    <a:pt x="4952" y="8088"/>
                    <a:pt x="2653" y="9992"/>
                    <a:pt x="0" y="9903"/>
                  </a:cubicBezTo>
                  <a:lnTo>
                    <a:pt x="0" y="9903"/>
                  </a:lnTo>
                  <a:lnTo>
                    <a:pt x="1301806" y="143346"/>
                  </a:lnTo>
                  <a:lnTo>
                    <a:pt x="1302948" y="14334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8" name="Freeform: Shape 717"/>
            <p:cNvSpPr/>
            <p:nvPr/>
          </p:nvSpPr>
          <p:spPr bwMode="auto">
            <a:xfrm>
              <a:off x="5828400" y="1114920"/>
              <a:ext cx="10440" cy="17820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78200"/>
                <a:gd name="textAreaBottom" fmla="*/ 178560 h 178200"/>
                <a:gd name="GluePoint1X" fmla="*/ 10840 w 10840"/>
                <a:gd name="GluePoint1Y" fmla="*/ 174707 h 178622"/>
                <a:gd name="GluePoint2X" fmla="*/ 10840 w 10840"/>
                <a:gd name="GluePoint2Y" fmla="*/ 0 h 178622"/>
                <a:gd name="GluePoint3X" fmla="*/ 4618 w 10840"/>
                <a:gd name="GluePoint3Y" fmla="*/ 4571 h 178622"/>
                <a:gd name="GluePoint4X" fmla="*/ 48 w 10840"/>
                <a:gd name="GluePoint4Y" fmla="*/ 0 h 178622"/>
                <a:gd name="GluePoint5X" fmla="*/ 48 w 10840"/>
                <a:gd name="GluePoint5Y" fmla="*/ 174707 h 178622"/>
                <a:gd name="GluePoint6X" fmla="*/ 48 w 10840"/>
                <a:gd name="GluePoint6Y" fmla="*/ 175341 h 178622"/>
                <a:gd name="GluePoint7X" fmla="*/ 48 w 10840"/>
                <a:gd name="GluePoint7Y" fmla="*/ 176230 h 178622"/>
                <a:gd name="GluePoint8X" fmla="*/ 48 w 10840"/>
                <a:gd name="GluePoint8Y" fmla="*/ 177119 h 178622"/>
                <a:gd name="GluePoint9X" fmla="*/ 682 w 10840"/>
                <a:gd name="GluePoint9Y" fmla="*/ 177881 h 178622"/>
                <a:gd name="GluePoint10X" fmla="*/ 1444 w 10840"/>
                <a:gd name="GluePoint10Y" fmla="*/ 178515 h 178622"/>
                <a:gd name="GluePoint11X" fmla="*/ 2333 w 10840"/>
                <a:gd name="GluePoint11Y" fmla="*/ 178515 h 178622"/>
                <a:gd name="GluePoint12X" fmla="*/ 3222 w 10840"/>
                <a:gd name="GluePoint12Y" fmla="*/ 178515 h 178622"/>
                <a:gd name="GluePoint13X" fmla="*/ 4745 w 10840"/>
                <a:gd name="GluePoint13Y" fmla="*/ 178515 h 178622"/>
                <a:gd name="GluePoint14X" fmla="*/ 10840 w 10840"/>
                <a:gd name="GluePoint14Y" fmla="*/ 174707 h 1786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0840" h="178622" extrusionOk="0">
                  <a:moveTo>
                    <a:pt x="10840" y="174707"/>
                  </a:moveTo>
                  <a:lnTo>
                    <a:pt x="10840" y="0"/>
                  </a:lnTo>
                  <a:cubicBezTo>
                    <a:pt x="10383" y="2984"/>
                    <a:pt x="7589" y="5028"/>
                    <a:pt x="4618" y="4571"/>
                  </a:cubicBezTo>
                  <a:cubicBezTo>
                    <a:pt x="2257" y="4203"/>
                    <a:pt x="416" y="2361"/>
                    <a:pt x="48" y="0"/>
                  </a:cubicBezTo>
                  <a:lnTo>
                    <a:pt x="48" y="174707"/>
                  </a:lnTo>
                  <a:cubicBezTo>
                    <a:pt x="-16" y="174910"/>
                    <a:pt x="-16" y="175138"/>
                    <a:pt x="48" y="175341"/>
                  </a:cubicBezTo>
                  <a:cubicBezTo>
                    <a:pt x="-16" y="175633"/>
                    <a:pt x="-16" y="175938"/>
                    <a:pt x="48" y="176230"/>
                  </a:cubicBezTo>
                  <a:lnTo>
                    <a:pt x="48" y="177119"/>
                  </a:lnTo>
                  <a:lnTo>
                    <a:pt x="682" y="177881"/>
                  </a:lnTo>
                  <a:lnTo>
                    <a:pt x="1444" y="178515"/>
                  </a:lnTo>
                  <a:lnTo>
                    <a:pt x="2333" y="178515"/>
                  </a:lnTo>
                  <a:lnTo>
                    <a:pt x="3222" y="178515"/>
                  </a:lnTo>
                  <a:lnTo>
                    <a:pt x="4745" y="178515"/>
                  </a:lnTo>
                  <a:cubicBezTo>
                    <a:pt x="7462" y="179074"/>
                    <a:pt x="10154" y="177398"/>
                    <a:pt x="10840" y="17470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49" name="Freeform: Shape 718"/>
            <p:cNvSpPr/>
            <p:nvPr/>
          </p:nvSpPr>
          <p:spPr bwMode="auto">
            <a:xfrm>
              <a:off x="5828760" y="108000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  <a:gd name="GluePoint1X" fmla="*/ 56 w 56"/>
                <a:gd name="GluePoint1Y" fmla="*/ 0 h 112"/>
                <a:gd name="GluePoint2X" fmla="*/ 56 w 56"/>
                <a:gd name="GluePoint2Y" fmla="*/ 0 h 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</a:cxnLst>
              <a:rect l="textAreaLeft" t="textAreaTop" r="textAreaRight" b="textAreaBottom"/>
              <a:pathLst>
                <a:path w="56" h="112" extrusionOk="0">
                  <a:moveTo>
                    <a:pt x="56" y="0"/>
                  </a:moveTo>
                  <a:cubicBezTo>
                    <a:pt x="56" y="0"/>
                    <a:pt x="-71" y="254"/>
                    <a:pt x="56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4280" rIns="90000" bIns="-442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0" name="Freeform: Shape 719"/>
            <p:cNvSpPr/>
            <p:nvPr/>
          </p:nvSpPr>
          <p:spPr bwMode="auto">
            <a:xfrm>
              <a:off x="5829120" y="1082520"/>
              <a:ext cx="10440" cy="370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37080"/>
                <a:gd name="textAreaBottom" fmla="*/ 37440 h 37080"/>
                <a:gd name="GluePoint1X" fmla="*/ 10284 w 10791"/>
                <a:gd name="GluePoint1Y" fmla="*/ 635 h 37519"/>
                <a:gd name="GluePoint2X" fmla="*/ 10284 w 10791"/>
                <a:gd name="GluePoint2Y" fmla="*/ 1524 h 37519"/>
                <a:gd name="GluePoint3X" fmla="*/ 5332 w 10791"/>
                <a:gd name="GluePoint3Y" fmla="*/ 4444 h 37519"/>
                <a:gd name="GluePoint4X" fmla="*/ 3174 w 10791"/>
                <a:gd name="GluePoint4Y" fmla="*/ 4444 h 37519"/>
                <a:gd name="GluePoint5X" fmla="*/ 0 w 10791"/>
                <a:gd name="GluePoint5Y" fmla="*/ 0 h 37519"/>
                <a:gd name="GluePoint6X" fmla="*/ 0 w 10791"/>
                <a:gd name="GluePoint6Y" fmla="*/ 0 h 37519"/>
                <a:gd name="GluePoint7X" fmla="*/ 0 w 10791"/>
                <a:gd name="GluePoint7Y" fmla="*/ 32885 h 37519"/>
                <a:gd name="GluePoint8X" fmla="*/ 6221 w 10791"/>
                <a:gd name="GluePoint8Y" fmla="*/ 37455 h 37519"/>
                <a:gd name="GluePoint9X" fmla="*/ 10792 w 10791"/>
                <a:gd name="GluePoint9Y" fmla="*/ 32885 h 37519"/>
                <a:gd name="GluePoint10X" fmla="*/ 10792 w 10791"/>
                <a:gd name="GluePoint10Y" fmla="*/ 1016 h 3751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</a:cxnLst>
              <a:rect l="textAreaLeft" t="textAreaTop" r="textAreaRight" b="textAreaBottom"/>
              <a:pathLst>
                <a:path w="10791" h="37519" extrusionOk="0">
                  <a:moveTo>
                    <a:pt x="10284" y="635"/>
                  </a:moveTo>
                  <a:lnTo>
                    <a:pt x="10284" y="1524"/>
                  </a:lnTo>
                  <a:cubicBezTo>
                    <a:pt x="9370" y="3403"/>
                    <a:pt x="7415" y="4558"/>
                    <a:pt x="5332" y="4444"/>
                  </a:cubicBezTo>
                  <a:cubicBezTo>
                    <a:pt x="4621" y="4571"/>
                    <a:pt x="3885" y="4571"/>
                    <a:pt x="3174" y="4444"/>
                  </a:cubicBezTo>
                  <a:cubicBezTo>
                    <a:pt x="1269" y="3796"/>
                    <a:pt x="0" y="2006"/>
                    <a:pt x="0" y="0"/>
                  </a:cubicBezTo>
                  <a:lnTo>
                    <a:pt x="0" y="0"/>
                  </a:lnTo>
                  <a:lnTo>
                    <a:pt x="0" y="32885"/>
                  </a:lnTo>
                  <a:cubicBezTo>
                    <a:pt x="457" y="35868"/>
                    <a:pt x="3250" y="37912"/>
                    <a:pt x="6221" y="37455"/>
                  </a:cubicBezTo>
                  <a:cubicBezTo>
                    <a:pt x="8583" y="37087"/>
                    <a:pt x="10424" y="35246"/>
                    <a:pt x="10792" y="32885"/>
                  </a:cubicBezTo>
                  <a:lnTo>
                    <a:pt x="10792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7560" rIns="90000" bIns="-75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1" name="Freeform: Shape 720"/>
            <p:cNvSpPr/>
            <p:nvPr/>
          </p:nvSpPr>
          <p:spPr bwMode="auto">
            <a:xfrm>
              <a:off x="5829480" y="1016640"/>
              <a:ext cx="40320" cy="69480"/>
            </a:xfrm>
            <a:custGeom>
              <a:avLst/>
              <a:gdLst>
                <a:gd name="textAreaLeft" fmla="*/ 0 w 40320"/>
                <a:gd name="textAreaRight" fmla="*/ 40680 w 40320"/>
                <a:gd name="textAreaTop" fmla="*/ 0 h 69480"/>
                <a:gd name="textAreaBottom" fmla="*/ 69840 h 69480"/>
                <a:gd name="GluePoint1X" fmla="*/ 35170 w 40502"/>
                <a:gd name="GluePoint1Y" fmla="*/ 6348 h 69927"/>
                <a:gd name="GluePoint2X" fmla="*/ 33011 w 40502"/>
                <a:gd name="GluePoint2Y" fmla="*/ 6348 h 69927"/>
                <a:gd name="GluePoint3X" fmla="*/ 29964 w 40502"/>
                <a:gd name="GluePoint3Y" fmla="*/ 647 h 69927"/>
                <a:gd name="GluePoint4X" fmla="*/ 30218 w 40502"/>
                <a:gd name="GluePoint4Y" fmla="*/ 0 h 69927"/>
                <a:gd name="GluePoint5X" fmla="*/ 30218 w 40502"/>
                <a:gd name="GluePoint5Y" fmla="*/ 889 h 69927"/>
                <a:gd name="GluePoint6X" fmla="*/ 0 w 40502"/>
                <a:gd name="GluePoint6Y" fmla="*/ 64372 h 69927"/>
                <a:gd name="GluePoint7X" fmla="*/ 0 w 40502"/>
                <a:gd name="GluePoint7Y" fmla="*/ 64372 h 69927"/>
                <a:gd name="GluePoint8X" fmla="*/ 0 w 40502"/>
                <a:gd name="GluePoint8Y" fmla="*/ 65388 h 69927"/>
                <a:gd name="GluePoint9X" fmla="*/ 0 w 40502"/>
                <a:gd name="GluePoint9Y" fmla="*/ 65388 h 69927"/>
                <a:gd name="GluePoint10X" fmla="*/ 0 w 40502"/>
                <a:gd name="GluePoint10Y" fmla="*/ 65388 h 69927"/>
                <a:gd name="GluePoint11X" fmla="*/ 3174 w 40502"/>
                <a:gd name="GluePoint11Y" fmla="*/ 69832 h 69927"/>
                <a:gd name="GluePoint12X" fmla="*/ 5332 w 40502"/>
                <a:gd name="GluePoint12Y" fmla="*/ 69832 h 69927"/>
                <a:gd name="GluePoint13X" fmla="*/ 10284 w 40502"/>
                <a:gd name="GluePoint13Y" fmla="*/ 66912 h 69927"/>
                <a:gd name="GluePoint14X" fmla="*/ 10284 w 40502"/>
                <a:gd name="GluePoint14Y" fmla="*/ 66023 h 69927"/>
                <a:gd name="GluePoint15X" fmla="*/ 12570 w 40502"/>
                <a:gd name="GluePoint15Y" fmla="*/ 61198 h 69927"/>
                <a:gd name="GluePoint16X" fmla="*/ 40503 w 40502"/>
                <a:gd name="GluePoint16Y" fmla="*/ 2412 h 69927"/>
                <a:gd name="GluePoint17X" fmla="*/ 35170 w 40502"/>
                <a:gd name="GluePoint17Y" fmla="*/ 6348 h 699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</a:cxnLst>
              <a:rect l="textAreaLeft" t="textAreaTop" r="textAreaRight" b="textAreaBottom"/>
              <a:pathLst>
                <a:path w="40502" h="69927" extrusionOk="0">
                  <a:moveTo>
                    <a:pt x="35170" y="6348"/>
                  </a:moveTo>
                  <a:cubicBezTo>
                    <a:pt x="34459" y="6526"/>
                    <a:pt x="33722" y="6526"/>
                    <a:pt x="33011" y="6348"/>
                  </a:cubicBezTo>
                  <a:cubicBezTo>
                    <a:pt x="30599" y="5612"/>
                    <a:pt x="29228" y="3060"/>
                    <a:pt x="29964" y="647"/>
                  </a:cubicBezTo>
                  <a:cubicBezTo>
                    <a:pt x="30041" y="419"/>
                    <a:pt x="30117" y="203"/>
                    <a:pt x="30218" y="0"/>
                  </a:cubicBezTo>
                  <a:lnTo>
                    <a:pt x="30218" y="889"/>
                  </a:lnTo>
                  <a:lnTo>
                    <a:pt x="0" y="64372"/>
                  </a:lnTo>
                  <a:lnTo>
                    <a:pt x="0" y="64372"/>
                  </a:lnTo>
                  <a:cubicBezTo>
                    <a:pt x="0" y="64372"/>
                    <a:pt x="0" y="65007"/>
                    <a:pt x="0" y="65388"/>
                  </a:cubicBezTo>
                  <a:cubicBezTo>
                    <a:pt x="0" y="65769"/>
                    <a:pt x="0" y="65388"/>
                    <a:pt x="0" y="65388"/>
                  </a:cubicBezTo>
                  <a:lnTo>
                    <a:pt x="0" y="65388"/>
                  </a:lnTo>
                  <a:cubicBezTo>
                    <a:pt x="0" y="67394"/>
                    <a:pt x="1269" y="69184"/>
                    <a:pt x="3174" y="69832"/>
                  </a:cubicBezTo>
                  <a:cubicBezTo>
                    <a:pt x="3885" y="69959"/>
                    <a:pt x="4621" y="69959"/>
                    <a:pt x="5332" y="69832"/>
                  </a:cubicBezTo>
                  <a:cubicBezTo>
                    <a:pt x="7415" y="69946"/>
                    <a:pt x="9370" y="68791"/>
                    <a:pt x="10284" y="66912"/>
                  </a:cubicBezTo>
                  <a:lnTo>
                    <a:pt x="10284" y="66023"/>
                  </a:lnTo>
                  <a:lnTo>
                    <a:pt x="12570" y="61198"/>
                  </a:lnTo>
                  <a:lnTo>
                    <a:pt x="40503" y="2412"/>
                  </a:lnTo>
                  <a:cubicBezTo>
                    <a:pt x="39817" y="4774"/>
                    <a:pt x="37633" y="6387"/>
                    <a:pt x="35170" y="63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4839" rIns="90000" bIns="24839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2" name="Freeform: Shape 721"/>
            <p:cNvSpPr/>
            <p:nvPr/>
          </p:nvSpPr>
          <p:spPr bwMode="auto">
            <a:xfrm>
              <a:off x="5859360" y="927720"/>
              <a:ext cx="50040" cy="93960"/>
            </a:xfrm>
            <a:custGeom>
              <a:avLst/>
              <a:gdLst>
                <a:gd name="textAreaLeft" fmla="*/ 0 w 50040"/>
                <a:gd name="textAreaRight" fmla="*/ 50400 w 50040"/>
                <a:gd name="textAreaTop" fmla="*/ 0 h 93960"/>
                <a:gd name="textAreaBottom" fmla="*/ 94320 h 93960"/>
                <a:gd name="GluePoint1X" fmla="*/ 41460 w 50475"/>
                <a:gd name="GluePoint1Y" fmla="*/ 1524 h 94342"/>
                <a:gd name="GluePoint2X" fmla="*/ 42095 w 50475"/>
                <a:gd name="GluePoint2Y" fmla="*/ 0 h 94342"/>
                <a:gd name="GluePoint3X" fmla="*/ 42095 w 50475"/>
                <a:gd name="GluePoint3Y" fmla="*/ 0 h 94342"/>
                <a:gd name="GluePoint4X" fmla="*/ 10734 w 50475"/>
                <a:gd name="GluePoint4Y" fmla="*/ 66023 h 94342"/>
                <a:gd name="GluePoint5X" fmla="*/ 450 w 50475"/>
                <a:gd name="GluePoint5Y" fmla="*/ 87861 h 94342"/>
                <a:gd name="GluePoint6X" fmla="*/ 2596 w 50475"/>
                <a:gd name="GluePoint6Y" fmla="*/ 93956 h 94342"/>
                <a:gd name="GluePoint7X" fmla="*/ 3243 w 50475"/>
                <a:gd name="GluePoint7Y" fmla="*/ 94210 h 94342"/>
                <a:gd name="GluePoint8X" fmla="*/ 5401 w 50475"/>
                <a:gd name="GluePoint8Y" fmla="*/ 94210 h 94342"/>
                <a:gd name="GluePoint9X" fmla="*/ 10353 w 50475"/>
                <a:gd name="GluePoint9Y" fmla="*/ 91162 h 94342"/>
                <a:gd name="GluePoint10X" fmla="*/ 10353 w 50475"/>
                <a:gd name="GluePoint10Y" fmla="*/ 91162 h 94342"/>
                <a:gd name="GluePoint11X" fmla="*/ 50475 w 50475"/>
                <a:gd name="GluePoint11Y" fmla="*/ 6729 h 94342"/>
                <a:gd name="GluePoint12X" fmla="*/ 46539 w 50475"/>
                <a:gd name="GluePoint12Y" fmla="*/ 6729 h 94342"/>
                <a:gd name="GluePoint13X" fmla="*/ 41460 w 50475"/>
                <a:gd name="GluePoint13Y" fmla="*/ 1917 h 94342"/>
                <a:gd name="GluePoint14X" fmla="*/ 41460 w 50475"/>
                <a:gd name="GluePoint14Y" fmla="*/ 1524 h 9434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50475" h="94342" extrusionOk="0">
                  <a:moveTo>
                    <a:pt x="41460" y="1524"/>
                  </a:moveTo>
                  <a:cubicBezTo>
                    <a:pt x="41562" y="978"/>
                    <a:pt x="41778" y="457"/>
                    <a:pt x="42095" y="0"/>
                  </a:cubicBezTo>
                  <a:lnTo>
                    <a:pt x="42095" y="0"/>
                  </a:lnTo>
                  <a:lnTo>
                    <a:pt x="10734" y="66023"/>
                  </a:lnTo>
                  <a:lnTo>
                    <a:pt x="450" y="87861"/>
                  </a:lnTo>
                  <a:cubicBezTo>
                    <a:pt x="-642" y="90134"/>
                    <a:pt x="323" y="92864"/>
                    <a:pt x="2596" y="93956"/>
                  </a:cubicBezTo>
                  <a:cubicBezTo>
                    <a:pt x="2812" y="94057"/>
                    <a:pt x="3027" y="94146"/>
                    <a:pt x="3243" y="94210"/>
                  </a:cubicBezTo>
                  <a:cubicBezTo>
                    <a:pt x="3954" y="94387"/>
                    <a:pt x="4690" y="94387"/>
                    <a:pt x="5401" y="94210"/>
                  </a:cubicBezTo>
                  <a:cubicBezTo>
                    <a:pt x="7497" y="94235"/>
                    <a:pt x="9427" y="93041"/>
                    <a:pt x="10353" y="91162"/>
                  </a:cubicBezTo>
                  <a:lnTo>
                    <a:pt x="10353" y="91162"/>
                  </a:lnTo>
                  <a:lnTo>
                    <a:pt x="50475" y="6729"/>
                  </a:lnTo>
                  <a:lnTo>
                    <a:pt x="46539" y="6729"/>
                  </a:lnTo>
                  <a:cubicBezTo>
                    <a:pt x="43809" y="6805"/>
                    <a:pt x="41524" y="4647"/>
                    <a:pt x="41460" y="1917"/>
                  </a:cubicBezTo>
                  <a:cubicBezTo>
                    <a:pt x="41448" y="1778"/>
                    <a:pt x="41448" y="1650"/>
                    <a:pt x="41460" y="152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3" name="Freeform: Shape 722"/>
            <p:cNvSpPr/>
            <p:nvPr/>
          </p:nvSpPr>
          <p:spPr bwMode="auto">
            <a:xfrm>
              <a:off x="8660880" y="1762920"/>
              <a:ext cx="360" cy="72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720"/>
                <a:gd name="textAreaBottom" fmla="*/ 1080 h 720"/>
                <a:gd name="GluePoint1X" fmla="*/ 38 w 38"/>
                <a:gd name="GluePoint1Y" fmla="*/ 254 h 1015"/>
                <a:gd name="GluePoint2X" fmla="*/ 38 w 38"/>
                <a:gd name="GluePoint2Y" fmla="*/ 1016 h 1015"/>
                <a:gd name="GluePoint3X" fmla="*/ 38 w 38"/>
                <a:gd name="GluePoint3Y" fmla="*/ 0 h 1015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</a:cxnLst>
              <a:rect l="textAreaLeft" t="textAreaTop" r="textAreaRight" b="textAreaBottom"/>
              <a:pathLst>
                <a:path w="38" h="1015" extrusionOk="0">
                  <a:moveTo>
                    <a:pt x="38" y="254"/>
                  </a:moveTo>
                  <a:cubicBezTo>
                    <a:pt x="38" y="254"/>
                    <a:pt x="38" y="254"/>
                    <a:pt x="38" y="1016"/>
                  </a:cubicBezTo>
                  <a:cubicBezTo>
                    <a:pt x="-13" y="673"/>
                    <a:pt x="-13" y="330"/>
                    <a:pt x="38" y="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43920" rIns="90000" bIns="-439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4" name="Freeform: Shape 723"/>
            <p:cNvSpPr/>
            <p:nvPr/>
          </p:nvSpPr>
          <p:spPr bwMode="auto">
            <a:xfrm>
              <a:off x="8662320" y="1728360"/>
              <a:ext cx="47160" cy="37440"/>
            </a:xfrm>
            <a:custGeom>
              <a:avLst/>
              <a:gdLst>
                <a:gd name="textAreaLeft" fmla="*/ 0 w 47160"/>
                <a:gd name="textAreaRight" fmla="*/ 47520 w 47160"/>
                <a:gd name="textAreaTop" fmla="*/ 0 h 37440"/>
                <a:gd name="textAreaBottom" fmla="*/ 37800 h 37440"/>
                <a:gd name="GluePoint1X" fmla="*/ 9396 w 47486"/>
                <a:gd name="GluePoint1Y" fmla="*/ 35678 h 37836"/>
                <a:gd name="GluePoint2X" fmla="*/ 9396 w 47486"/>
                <a:gd name="GluePoint2Y" fmla="*/ 37836 h 37836"/>
                <a:gd name="GluePoint3X" fmla="*/ 14475 w 47486"/>
                <a:gd name="GluePoint3Y" fmla="*/ 33773 h 37836"/>
                <a:gd name="GluePoint4X" fmla="*/ 47487 w 47486"/>
                <a:gd name="GluePoint4Y" fmla="*/ 6856 h 37836"/>
                <a:gd name="GluePoint5X" fmla="*/ 39868 w 47486"/>
                <a:gd name="GluePoint5Y" fmla="*/ 6856 h 37836"/>
                <a:gd name="GluePoint6X" fmla="*/ 39462 w 47486"/>
                <a:gd name="GluePoint6Y" fmla="*/ 406 h 37836"/>
                <a:gd name="GluePoint7X" fmla="*/ 39868 w 47486"/>
                <a:gd name="GluePoint7Y" fmla="*/ 0 h 37836"/>
                <a:gd name="GluePoint8X" fmla="*/ 31489 w 47486"/>
                <a:gd name="GluePoint8Y" fmla="*/ 6729 h 37836"/>
                <a:gd name="GluePoint9X" fmla="*/ 0 w 47486"/>
                <a:gd name="GluePoint9Y" fmla="*/ 32123 h 37836"/>
                <a:gd name="GluePoint10X" fmla="*/ 0 w 47486"/>
                <a:gd name="GluePoint10Y" fmla="*/ 32123 h 37836"/>
                <a:gd name="GluePoint11X" fmla="*/ 3810 w 47486"/>
                <a:gd name="GluePoint11Y" fmla="*/ 30853 h 37836"/>
                <a:gd name="GluePoint12X" fmla="*/ 9371 w 47486"/>
                <a:gd name="GluePoint12Y" fmla="*/ 35398 h 37836"/>
                <a:gd name="GluePoint13X" fmla="*/ 9396 w 47486"/>
                <a:gd name="GluePoint13Y" fmla="*/ 35678 h 3783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47486" h="37836" extrusionOk="0">
                  <a:moveTo>
                    <a:pt x="9396" y="35678"/>
                  </a:moveTo>
                  <a:lnTo>
                    <a:pt x="9396" y="37836"/>
                  </a:lnTo>
                  <a:lnTo>
                    <a:pt x="14475" y="33773"/>
                  </a:lnTo>
                  <a:lnTo>
                    <a:pt x="47487" y="6856"/>
                  </a:lnTo>
                  <a:cubicBezTo>
                    <a:pt x="45315" y="8799"/>
                    <a:pt x="42040" y="8799"/>
                    <a:pt x="39868" y="6856"/>
                  </a:cubicBezTo>
                  <a:cubicBezTo>
                    <a:pt x="37977" y="5193"/>
                    <a:pt x="37799" y="2298"/>
                    <a:pt x="39462" y="406"/>
                  </a:cubicBezTo>
                  <a:cubicBezTo>
                    <a:pt x="39589" y="267"/>
                    <a:pt x="39729" y="127"/>
                    <a:pt x="39868" y="0"/>
                  </a:cubicBezTo>
                  <a:lnTo>
                    <a:pt x="31489" y="6729"/>
                  </a:lnTo>
                  <a:lnTo>
                    <a:pt x="0" y="32123"/>
                  </a:lnTo>
                  <a:lnTo>
                    <a:pt x="0" y="32123"/>
                  </a:lnTo>
                  <a:cubicBezTo>
                    <a:pt x="1092" y="31285"/>
                    <a:pt x="2438" y="30841"/>
                    <a:pt x="3810" y="30853"/>
                  </a:cubicBezTo>
                  <a:cubicBezTo>
                    <a:pt x="6603" y="30574"/>
                    <a:pt x="9091" y="32605"/>
                    <a:pt x="9371" y="35398"/>
                  </a:cubicBezTo>
                  <a:cubicBezTo>
                    <a:pt x="9383" y="35487"/>
                    <a:pt x="9396" y="35576"/>
                    <a:pt x="9396" y="3567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7200" rIns="90000" bIns="-72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5" name="Freeform: Shape 724"/>
            <p:cNvSpPr/>
            <p:nvPr/>
          </p:nvSpPr>
          <p:spPr bwMode="auto">
            <a:xfrm>
              <a:off x="8703360" y="1554840"/>
              <a:ext cx="222480" cy="182520"/>
            </a:xfrm>
            <a:custGeom>
              <a:avLst/>
              <a:gdLst>
                <a:gd name="textAreaLeft" fmla="*/ 0 w 222480"/>
                <a:gd name="textAreaRight" fmla="*/ 222840 w 222480"/>
                <a:gd name="textAreaTop" fmla="*/ 0 h 182520"/>
                <a:gd name="textAreaBottom" fmla="*/ 182880 h 182520"/>
                <a:gd name="GluePoint1X" fmla="*/ 220312 w 222978"/>
                <a:gd name="GluePoint1Y" fmla="*/ 6474 h 183018"/>
                <a:gd name="GluePoint2X" fmla="*/ 221962 w 222978"/>
                <a:gd name="GluePoint2Y" fmla="*/ 3934 h 183018"/>
                <a:gd name="GluePoint3X" fmla="*/ 221962 w 222978"/>
                <a:gd name="GluePoint3Y" fmla="*/ 3934 h 183018"/>
                <a:gd name="GluePoint4X" fmla="*/ 221962 w 222978"/>
                <a:gd name="GluePoint4Y" fmla="*/ 2919 h 183018"/>
                <a:gd name="GluePoint5X" fmla="*/ 221962 w 222978"/>
                <a:gd name="GluePoint5Y" fmla="*/ 2030 h 183018"/>
                <a:gd name="GluePoint6X" fmla="*/ 221962 w 222978"/>
                <a:gd name="GluePoint6Y" fmla="*/ 1141 h 183018"/>
                <a:gd name="GluePoint7X" fmla="*/ 221962 w 222978"/>
                <a:gd name="GluePoint7Y" fmla="*/ 253 h 183018"/>
                <a:gd name="GluePoint8X" fmla="*/ 221962 w 222978"/>
                <a:gd name="GluePoint8Y" fmla="*/ 253 h 183018"/>
                <a:gd name="GluePoint9X" fmla="*/ 221962 w 222978"/>
                <a:gd name="GluePoint9Y" fmla="*/ 253 h 183018"/>
                <a:gd name="GluePoint10X" fmla="*/ 221074 w 222978"/>
                <a:gd name="GluePoint10Y" fmla="*/ 253 h 183018"/>
                <a:gd name="GluePoint11X" fmla="*/ 220058 w 222978"/>
                <a:gd name="GluePoint11Y" fmla="*/ 253 h 183018"/>
                <a:gd name="GluePoint12X" fmla="*/ 214979 w 222978"/>
                <a:gd name="GluePoint12Y" fmla="*/ 1268 h 183018"/>
                <a:gd name="GluePoint13X" fmla="*/ 206599 w 222978"/>
                <a:gd name="GluePoint13Y" fmla="*/ 7997 h 183018"/>
                <a:gd name="GluePoint14X" fmla="*/ 3450 w 222978"/>
                <a:gd name="GluePoint14Y" fmla="*/ 173055 h 183018"/>
                <a:gd name="GluePoint15X" fmla="*/ 1546 w 222978"/>
                <a:gd name="GluePoint15Y" fmla="*/ 174705 h 183018"/>
                <a:gd name="GluePoint16X" fmla="*/ 1139 w 222978"/>
                <a:gd name="GluePoint16Y" fmla="*/ 181155 h 183018"/>
                <a:gd name="GluePoint17X" fmla="*/ 1546 w 222978"/>
                <a:gd name="GluePoint17Y" fmla="*/ 181562 h 183018"/>
                <a:gd name="GluePoint18X" fmla="*/ 9164 w 222978"/>
                <a:gd name="GluePoint18Y" fmla="*/ 181562 h 183018"/>
                <a:gd name="GluePoint19X" fmla="*/ 222978 w 222978"/>
                <a:gd name="GluePoint19Y" fmla="*/ 7870 h 183018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</a:cxnLst>
              <a:rect l="textAreaLeft" t="textAreaTop" r="textAreaRight" b="textAreaBottom"/>
              <a:pathLst>
                <a:path w="222978" h="183018" extrusionOk="0">
                  <a:moveTo>
                    <a:pt x="220312" y="6474"/>
                  </a:moveTo>
                  <a:cubicBezTo>
                    <a:pt x="221124" y="5839"/>
                    <a:pt x="221708" y="4938"/>
                    <a:pt x="221962" y="3934"/>
                  </a:cubicBezTo>
                  <a:cubicBezTo>
                    <a:pt x="221962" y="3934"/>
                    <a:pt x="221962" y="3934"/>
                    <a:pt x="221962" y="3934"/>
                  </a:cubicBezTo>
                  <a:lnTo>
                    <a:pt x="221962" y="2919"/>
                  </a:lnTo>
                  <a:cubicBezTo>
                    <a:pt x="221911" y="2627"/>
                    <a:pt x="221911" y="2322"/>
                    <a:pt x="221962" y="2030"/>
                  </a:cubicBezTo>
                  <a:cubicBezTo>
                    <a:pt x="222026" y="1738"/>
                    <a:pt x="222026" y="1433"/>
                    <a:pt x="221962" y="1141"/>
                  </a:cubicBezTo>
                  <a:cubicBezTo>
                    <a:pt x="222000" y="849"/>
                    <a:pt x="222000" y="544"/>
                    <a:pt x="221962" y="253"/>
                  </a:cubicBezTo>
                  <a:lnTo>
                    <a:pt x="221962" y="253"/>
                  </a:lnTo>
                  <a:lnTo>
                    <a:pt x="221962" y="253"/>
                  </a:lnTo>
                  <a:cubicBezTo>
                    <a:pt x="221670" y="189"/>
                    <a:pt x="221366" y="189"/>
                    <a:pt x="221074" y="253"/>
                  </a:cubicBezTo>
                  <a:lnTo>
                    <a:pt x="220058" y="253"/>
                  </a:lnTo>
                  <a:cubicBezTo>
                    <a:pt x="218305" y="-306"/>
                    <a:pt x="216388" y="75"/>
                    <a:pt x="214979" y="1268"/>
                  </a:cubicBezTo>
                  <a:lnTo>
                    <a:pt x="206599" y="7997"/>
                  </a:lnTo>
                  <a:lnTo>
                    <a:pt x="3450" y="173055"/>
                  </a:lnTo>
                  <a:lnTo>
                    <a:pt x="1546" y="174705"/>
                  </a:lnTo>
                  <a:cubicBezTo>
                    <a:pt x="-347" y="176381"/>
                    <a:pt x="-524" y="179263"/>
                    <a:pt x="1139" y="181155"/>
                  </a:cubicBezTo>
                  <a:cubicBezTo>
                    <a:pt x="1266" y="181295"/>
                    <a:pt x="1405" y="181434"/>
                    <a:pt x="1546" y="181562"/>
                  </a:cubicBezTo>
                  <a:cubicBezTo>
                    <a:pt x="3716" y="183504"/>
                    <a:pt x="6992" y="183504"/>
                    <a:pt x="9164" y="181562"/>
                  </a:cubicBezTo>
                  <a:lnTo>
                    <a:pt x="222978" y="787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6" name="Freeform: Shape 725"/>
            <p:cNvSpPr/>
            <p:nvPr/>
          </p:nvSpPr>
          <p:spPr bwMode="auto">
            <a:xfrm>
              <a:off x="11305079" y="971280"/>
              <a:ext cx="9000" cy="543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54360"/>
                <a:gd name="textAreaBottom" fmla="*/ 54720 h 54360"/>
                <a:gd name="GluePoint1X" fmla="*/ 4042 w 9432"/>
                <a:gd name="GluePoint1Y" fmla="*/ 48248 h 54849"/>
                <a:gd name="GluePoint2X" fmla="*/ 9375 w 9432"/>
                <a:gd name="GluePoint2Y" fmla="*/ 53060 h 54849"/>
                <a:gd name="GluePoint3X" fmla="*/ 9375 w 9432"/>
                <a:gd name="GluePoint3Y" fmla="*/ 53199 h 54849"/>
                <a:gd name="GluePoint4X" fmla="*/ 9375 w 9432"/>
                <a:gd name="GluePoint4Y" fmla="*/ 2412 h 54849"/>
                <a:gd name="GluePoint5X" fmla="*/ 9375 w 9432"/>
                <a:gd name="GluePoint5Y" fmla="*/ 2412 h 54849"/>
                <a:gd name="GluePoint6X" fmla="*/ 9375 w 9432"/>
                <a:gd name="GluePoint6Y" fmla="*/ 1397 h 54849"/>
                <a:gd name="GluePoint7X" fmla="*/ 9375 w 9432"/>
                <a:gd name="GluePoint7Y" fmla="*/ 1397 h 54849"/>
                <a:gd name="GluePoint8X" fmla="*/ 9375 w 9432"/>
                <a:gd name="GluePoint8Y" fmla="*/ 762 h 54849"/>
                <a:gd name="GluePoint9X" fmla="*/ 9375 w 9432"/>
                <a:gd name="GluePoint9Y" fmla="*/ 0 h 54849"/>
                <a:gd name="GluePoint10X" fmla="*/ 9375 w 9432"/>
                <a:gd name="GluePoint10Y" fmla="*/ 0 h 54849"/>
                <a:gd name="GluePoint11X" fmla="*/ 8613 w 9432"/>
                <a:gd name="GluePoint11Y" fmla="*/ 0 h 54849"/>
                <a:gd name="GluePoint12X" fmla="*/ 7851 w 9432"/>
                <a:gd name="GluePoint12Y" fmla="*/ 0 h 54849"/>
                <a:gd name="GluePoint13X" fmla="*/ 6962 w 9432"/>
                <a:gd name="GluePoint13Y" fmla="*/ 0 h 54849"/>
                <a:gd name="GluePoint14X" fmla="*/ 5820 w 9432"/>
                <a:gd name="GluePoint14Y" fmla="*/ 0 h 54849"/>
                <a:gd name="GluePoint15X" fmla="*/ 4804 w 9432"/>
                <a:gd name="GluePoint15Y" fmla="*/ 0 h 54849"/>
                <a:gd name="GluePoint16X" fmla="*/ 3788 w 9432"/>
                <a:gd name="GluePoint16Y" fmla="*/ 0 h 54849"/>
                <a:gd name="GluePoint17X" fmla="*/ 2646 w 9432"/>
                <a:gd name="GluePoint17Y" fmla="*/ 0 h 54849"/>
                <a:gd name="GluePoint18X" fmla="*/ 233 w 9432"/>
                <a:gd name="GluePoint18Y" fmla="*/ 4063 h 54849"/>
                <a:gd name="GluePoint19X" fmla="*/ 233 w 9432"/>
                <a:gd name="GluePoint19Y" fmla="*/ 54850 h 54849"/>
                <a:gd name="GluePoint20X" fmla="*/ 3674 w 9432"/>
                <a:gd name="GluePoint20Y" fmla="*/ 48349 h 54849"/>
                <a:gd name="GluePoint21X" fmla="*/ 4042 w 9432"/>
                <a:gd name="GluePoint21Y" fmla="*/ 48248 h 5484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432" h="54849" extrusionOk="0">
                  <a:moveTo>
                    <a:pt x="4042" y="48248"/>
                  </a:moveTo>
                  <a:cubicBezTo>
                    <a:pt x="6848" y="48108"/>
                    <a:pt x="9235" y="50266"/>
                    <a:pt x="9375" y="53060"/>
                  </a:cubicBezTo>
                  <a:cubicBezTo>
                    <a:pt x="9375" y="53110"/>
                    <a:pt x="9375" y="53148"/>
                    <a:pt x="9375" y="53199"/>
                  </a:cubicBezTo>
                  <a:lnTo>
                    <a:pt x="9375" y="2412"/>
                  </a:lnTo>
                  <a:cubicBezTo>
                    <a:pt x="9375" y="2412"/>
                    <a:pt x="9375" y="2412"/>
                    <a:pt x="9375" y="2412"/>
                  </a:cubicBezTo>
                  <a:cubicBezTo>
                    <a:pt x="9452" y="2082"/>
                    <a:pt x="9452" y="1727"/>
                    <a:pt x="9375" y="1397"/>
                  </a:cubicBezTo>
                  <a:lnTo>
                    <a:pt x="9375" y="1397"/>
                  </a:lnTo>
                  <a:lnTo>
                    <a:pt x="9375" y="762"/>
                  </a:lnTo>
                  <a:lnTo>
                    <a:pt x="9375" y="0"/>
                  </a:lnTo>
                  <a:lnTo>
                    <a:pt x="9375" y="0"/>
                  </a:lnTo>
                  <a:lnTo>
                    <a:pt x="8613" y="0"/>
                  </a:lnTo>
                  <a:lnTo>
                    <a:pt x="7851" y="0"/>
                  </a:lnTo>
                  <a:lnTo>
                    <a:pt x="6962" y="0"/>
                  </a:lnTo>
                  <a:lnTo>
                    <a:pt x="5820" y="0"/>
                  </a:lnTo>
                  <a:lnTo>
                    <a:pt x="4804" y="0"/>
                  </a:lnTo>
                  <a:lnTo>
                    <a:pt x="3788" y="0"/>
                  </a:lnTo>
                  <a:lnTo>
                    <a:pt x="2646" y="0"/>
                  </a:lnTo>
                  <a:cubicBezTo>
                    <a:pt x="1186" y="838"/>
                    <a:pt x="271" y="2387"/>
                    <a:pt x="233" y="4063"/>
                  </a:cubicBezTo>
                  <a:lnTo>
                    <a:pt x="233" y="54850"/>
                  </a:lnTo>
                  <a:cubicBezTo>
                    <a:pt x="-617" y="52107"/>
                    <a:pt x="932" y="49187"/>
                    <a:pt x="3674" y="48349"/>
                  </a:cubicBezTo>
                  <a:cubicBezTo>
                    <a:pt x="3801" y="48311"/>
                    <a:pt x="3915" y="48273"/>
                    <a:pt x="4042" y="48248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9720" rIns="9000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7" name="Freeform: Shape 726"/>
            <p:cNvSpPr/>
            <p:nvPr/>
          </p:nvSpPr>
          <p:spPr bwMode="auto">
            <a:xfrm>
              <a:off x="11515320" y="1184400"/>
              <a:ext cx="8640" cy="19368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93680"/>
                <a:gd name="textAreaBottom" fmla="*/ 194040 h 193680"/>
                <a:gd name="GluePoint1X" fmla="*/ 3467 w 9179"/>
                <a:gd name="GluePoint1Y" fmla="*/ 0 h 194180"/>
                <a:gd name="GluePoint2X" fmla="*/ 2451 w 9179"/>
                <a:gd name="GluePoint2Y" fmla="*/ 0 h 194180"/>
                <a:gd name="GluePoint3X" fmla="*/ 38 w 9179"/>
                <a:gd name="GluePoint3Y" fmla="*/ 4063 h 194180"/>
                <a:gd name="GluePoint4X" fmla="*/ 38 w 9179"/>
                <a:gd name="GluePoint4Y" fmla="*/ 190831 h 194180"/>
                <a:gd name="GluePoint5X" fmla="*/ 38 w 9179"/>
                <a:gd name="GluePoint5Y" fmla="*/ 190831 h 194180"/>
                <a:gd name="GluePoint6X" fmla="*/ 38 w 9179"/>
                <a:gd name="GluePoint6Y" fmla="*/ 191847 h 194180"/>
                <a:gd name="GluePoint7X" fmla="*/ 38 w 9179"/>
                <a:gd name="GluePoint7Y" fmla="*/ 192609 h 194180"/>
                <a:gd name="GluePoint8X" fmla="*/ 38 w 9179"/>
                <a:gd name="GluePoint8Y" fmla="*/ 193371 h 194180"/>
                <a:gd name="GluePoint9X" fmla="*/ 38 w 9179"/>
                <a:gd name="GluePoint9Y" fmla="*/ 194133 h 194180"/>
                <a:gd name="GluePoint10X" fmla="*/ 800 w 9179"/>
                <a:gd name="GluePoint10Y" fmla="*/ 194133 h 194180"/>
                <a:gd name="GluePoint11X" fmla="*/ 1816 w 9179"/>
                <a:gd name="GluePoint11Y" fmla="*/ 194133 h 194180"/>
                <a:gd name="GluePoint12X" fmla="*/ 3720 w 9179"/>
                <a:gd name="GluePoint12Y" fmla="*/ 194133 h 194180"/>
                <a:gd name="GluePoint13X" fmla="*/ 9180 w 9179"/>
                <a:gd name="GluePoint13Y" fmla="*/ 189308 h 194180"/>
                <a:gd name="GluePoint14X" fmla="*/ 9180 w 9179"/>
                <a:gd name="GluePoint14Y" fmla="*/ 4571 h 194180"/>
                <a:gd name="GluePoint15X" fmla="*/ 9180 w 9179"/>
                <a:gd name="GluePoint15Y" fmla="*/ 3809 h 194180"/>
                <a:gd name="GluePoint16X" fmla="*/ 9180 w 9179"/>
                <a:gd name="GluePoint16Y" fmla="*/ 2793 h 194180"/>
                <a:gd name="GluePoint17X" fmla="*/ 8545 w 9179"/>
                <a:gd name="GluePoint17Y" fmla="*/ 1778 h 194180"/>
                <a:gd name="GluePoint18X" fmla="*/ 8545 w 9179"/>
                <a:gd name="GluePoint18Y" fmla="*/ 1778 h 194180"/>
                <a:gd name="GluePoint19X" fmla="*/ 7403 w 9179"/>
                <a:gd name="GluePoint19Y" fmla="*/ 1016 h 194180"/>
                <a:gd name="GluePoint20X" fmla="*/ 7403 w 9179"/>
                <a:gd name="GluePoint20Y" fmla="*/ 1016 h 194180"/>
                <a:gd name="GluePoint21X" fmla="*/ 6260 w 9179"/>
                <a:gd name="GluePoint21Y" fmla="*/ 1016 h 194180"/>
                <a:gd name="GluePoint22X" fmla="*/ 5371 w 9179"/>
                <a:gd name="GluePoint22Y" fmla="*/ 1016 h 194180"/>
                <a:gd name="GluePoint23X" fmla="*/ 4229 w 9179"/>
                <a:gd name="GluePoint23Y" fmla="*/ 1016 h 19418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</a:cxnLst>
              <a:rect l="textAreaLeft" t="textAreaTop" r="textAreaRight" b="textAreaBottom"/>
              <a:pathLst>
                <a:path w="9179" h="194180" extrusionOk="0">
                  <a:moveTo>
                    <a:pt x="3467" y="0"/>
                  </a:moveTo>
                  <a:lnTo>
                    <a:pt x="2451" y="0"/>
                  </a:lnTo>
                  <a:cubicBezTo>
                    <a:pt x="991" y="838"/>
                    <a:pt x="76" y="2387"/>
                    <a:pt x="38" y="4063"/>
                  </a:cubicBezTo>
                  <a:lnTo>
                    <a:pt x="38" y="190831"/>
                  </a:lnTo>
                  <a:lnTo>
                    <a:pt x="38" y="190831"/>
                  </a:lnTo>
                  <a:cubicBezTo>
                    <a:pt x="-13" y="191161"/>
                    <a:pt x="-13" y="191517"/>
                    <a:pt x="38" y="191847"/>
                  </a:cubicBezTo>
                  <a:cubicBezTo>
                    <a:pt x="-13" y="192101"/>
                    <a:pt x="-13" y="192355"/>
                    <a:pt x="38" y="192609"/>
                  </a:cubicBezTo>
                  <a:cubicBezTo>
                    <a:pt x="38" y="192609"/>
                    <a:pt x="38" y="192609"/>
                    <a:pt x="38" y="193371"/>
                  </a:cubicBezTo>
                  <a:cubicBezTo>
                    <a:pt x="38" y="194133"/>
                    <a:pt x="38" y="194005"/>
                    <a:pt x="38" y="194133"/>
                  </a:cubicBezTo>
                  <a:lnTo>
                    <a:pt x="800" y="194133"/>
                  </a:lnTo>
                  <a:cubicBezTo>
                    <a:pt x="1130" y="194196"/>
                    <a:pt x="1486" y="194196"/>
                    <a:pt x="1816" y="194133"/>
                  </a:cubicBezTo>
                  <a:lnTo>
                    <a:pt x="3720" y="194133"/>
                  </a:lnTo>
                  <a:cubicBezTo>
                    <a:pt x="6552" y="194272"/>
                    <a:pt x="8977" y="192139"/>
                    <a:pt x="9180" y="189308"/>
                  </a:cubicBezTo>
                  <a:lnTo>
                    <a:pt x="9180" y="4571"/>
                  </a:lnTo>
                  <a:cubicBezTo>
                    <a:pt x="9180" y="4571"/>
                    <a:pt x="9180" y="4571"/>
                    <a:pt x="9180" y="3809"/>
                  </a:cubicBezTo>
                  <a:lnTo>
                    <a:pt x="9180" y="2793"/>
                  </a:lnTo>
                  <a:cubicBezTo>
                    <a:pt x="9015" y="2425"/>
                    <a:pt x="8799" y="2082"/>
                    <a:pt x="8545" y="1778"/>
                  </a:cubicBezTo>
                  <a:lnTo>
                    <a:pt x="8545" y="1778"/>
                  </a:lnTo>
                  <a:lnTo>
                    <a:pt x="7403" y="1016"/>
                  </a:lnTo>
                  <a:lnTo>
                    <a:pt x="7403" y="1016"/>
                  </a:lnTo>
                  <a:cubicBezTo>
                    <a:pt x="7035" y="901"/>
                    <a:pt x="6628" y="901"/>
                    <a:pt x="6260" y="1016"/>
                  </a:cubicBezTo>
                  <a:lnTo>
                    <a:pt x="5371" y="1016"/>
                  </a:lnTo>
                  <a:lnTo>
                    <a:pt x="4229" y="1016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8" name="Freeform: Shape 727"/>
            <p:cNvSpPr/>
            <p:nvPr/>
          </p:nvSpPr>
          <p:spPr bwMode="auto">
            <a:xfrm>
              <a:off x="11516760" y="896400"/>
              <a:ext cx="308880" cy="274680"/>
            </a:xfrm>
            <a:custGeom>
              <a:avLst/>
              <a:gdLst>
                <a:gd name="textAreaLeft" fmla="*/ 0 w 308880"/>
                <a:gd name="textAreaRight" fmla="*/ 309240 w 308880"/>
                <a:gd name="textAreaTop" fmla="*/ 0 h 274680"/>
                <a:gd name="textAreaBottom" fmla="*/ 275040 h 274680"/>
                <a:gd name="GluePoint1X" fmla="*/ 301090 w 309342"/>
                <a:gd name="GluePoint1Y" fmla="*/ 6856 h 275010"/>
                <a:gd name="GluePoint2X" fmla="*/ 300683 w 309342"/>
                <a:gd name="GluePoint2Y" fmla="*/ 406 h 275010"/>
                <a:gd name="GluePoint3X" fmla="*/ 301090 w 309342"/>
                <a:gd name="GluePoint3Y" fmla="*/ 0 h 275010"/>
                <a:gd name="GluePoint4X" fmla="*/ 299566 w 309342"/>
                <a:gd name="GluePoint4Y" fmla="*/ 1397 h 275010"/>
                <a:gd name="GluePoint5X" fmla="*/ 48 w 309342"/>
                <a:gd name="GluePoint5Y" fmla="*/ 268662 h 275010"/>
                <a:gd name="GluePoint6X" fmla="*/ 48 w 309342"/>
                <a:gd name="GluePoint6Y" fmla="*/ 268662 h 275010"/>
                <a:gd name="GluePoint7X" fmla="*/ 48 w 309342"/>
                <a:gd name="GluePoint7Y" fmla="*/ 269551 h 275010"/>
                <a:gd name="GluePoint8X" fmla="*/ 48 w 309342"/>
                <a:gd name="GluePoint8Y" fmla="*/ 270313 h 275010"/>
                <a:gd name="GluePoint9X" fmla="*/ 48 w 309342"/>
                <a:gd name="GluePoint9Y" fmla="*/ 271202 h 275010"/>
                <a:gd name="GluePoint10X" fmla="*/ 48 w 309342"/>
                <a:gd name="GluePoint10Y" fmla="*/ 272217 h 275010"/>
                <a:gd name="GluePoint11X" fmla="*/ 48 w 309342"/>
                <a:gd name="GluePoint11Y" fmla="*/ 273233 h 275010"/>
                <a:gd name="GluePoint12X" fmla="*/ 48 w 309342"/>
                <a:gd name="GluePoint12Y" fmla="*/ 273995 h 275010"/>
                <a:gd name="GluePoint13X" fmla="*/ 809 w 309342"/>
                <a:gd name="GluePoint13Y" fmla="*/ 275011 h 275010"/>
                <a:gd name="GluePoint14X" fmla="*/ 809 w 309342"/>
                <a:gd name="GluePoint14Y" fmla="*/ 275011 h 275010"/>
                <a:gd name="GluePoint15X" fmla="*/ 809 w 309342"/>
                <a:gd name="GluePoint15Y" fmla="*/ 275011 h 275010"/>
                <a:gd name="GluePoint16X" fmla="*/ 1698 w 309342"/>
                <a:gd name="GluePoint16Y" fmla="*/ 275011 h 275010"/>
                <a:gd name="GluePoint17X" fmla="*/ 2587 w 309342"/>
                <a:gd name="GluePoint17Y" fmla="*/ 275011 h 275010"/>
                <a:gd name="GluePoint18X" fmla="*/ 4491 w 309342"/>
                <a:gd name="GluePoint18Y" fmla="*/ 275011 h 275010"/>
                <a:gd name="GluePoint19X" fmla="*/ 8301 w 309342"/>
                <a:gd name="GluePoint19Y" fmla="*/ 273614 h 275010"/>
                <a:gd name="GluePoint20X" fmla="*/ 14522 w 309342"/>
                <a:gd name="GluePoint20Y" fmla="*/ 268027 h 275010"/>
                <a:gd name="GluePoint21X" fmla="*/ 309342 w 309342"/>
                <a:gd name="GluePoint21Y" fmla="*/ 4825 h 275010"/>
                <a:gd name="GluePoint22X" fmla="*/ 301724 w 309342"/>
                <a:gd name="GluePoint22Y" fmla="*/ 4825 h 27501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</a:cxnLst>
              <a:rect l="textAreaLeft" t="textAreaTop" r="textAreaRight" b="textAreaBottom"/>
              <a:pathLst>
                <a:path w="309342" h="275010" extrusionOk="0">
                  <a:moveTo>
                    <a:pt x="301090" y="6856"/>
                  </a:moveTo>
                  <a:cubicBezTo>
                    <a:pt x="299198" y="5180"/>
                    <a:pt x="299020" y="2298"/>
                    <a:pt x="300683" y="406"/>
                  </a:cubicBezTo>
                  <a:cubicBezTo>
                    <a:pt x="300810" y="267"/>
                    <a:pt x="300949" y="127"/>
                    <a:pt x="301090" y="0"/>
                  </a:cubicBezTo>
                  <a:lnTo>
                    <a:pt x="299566" y="1397"/>
                  </a:lnTo>
                  <a:lnTo>
                    <a:pt x="48" y="268662"/>
                  </a:lnTo>
                  <a:lnTo>
                    <a:pt x="48" y="268662"/>
                  </a:lnTo>
                  <a:lnTo>
                    <a:pt x="48" y="269551"/>
                  </a:lnTo>
                  <a:lnTo>
                    <a:pt x="48" y="270313"/>
                  </a:lnTo>
                  <a:cubicBezTo>
                    <a:pt x="60" y="270605"/>
                    <a:pt x="60" y="270910"/>
                    <a:pt x="48" y="271202"/>
                  </a:cubicBezTo>
                  <a:cubicBezTo>
                    <a:pt x="48" y="271202"/>
                    <a:pt x="48" y="271837"/>
                    <a:pt x="48" y="272217"/>
                  </a:cubicBezTo>
                  <a:cubicBezTo>
                    <a:pt x="-3" y="272548"/>
                    <a:pt x="-3" y="272903"/>
                    <a:pt x="48" y="273233"/>
                  </a:cubicBezTo>
                  <a:cubicBezTo>
                    <a:pt x="-16" y="273487"/>
                    <a:pt x="-16" y="273741"/>
                    <a:pt x="48" y="273995"/>
                  </a:cubicBezTo>
                  <a:lnTo>
                    <a:pt x="809" y="275011"/>
                  </a:lnTo>
                  <a:cubicBezTo>
                    <a:pt x="809" y="275011"/>
                    <a:pt x="809" y="275011"/>
                    <a:pt x="809" y="275011"/>
                  </a:cubicBezTo>
                  <a:lnTo>
                    <a:pt x="809" y="275011"/>
                  </a:lnTo>
                  <a:lnTo>
                    <a:pt x="1698" y="275011"/>
                  </a:lnTo>
                  <a:lnTo>
                    <a:pt x="2587" y="275011"/>
                  </a:lnTo>
                  <a:lnTo>
                    <a:pt x="4491" y="275011"/>
                  </a:lnTo>
                  <a:cubicBezTo>
                    <a:pt x="5888" y="275011"/>
                    <a:pt x="7234" y="274515"/>
                    <a:pt x="8301" y="273614"/>
                  </a:cubicBezTo>
                  <a:lnTo>
                    <a:pt x="14522" y="268027"/>
                  </a:lnTo>
                  <a:lnTo>
                    <a:pt x="309342" y="4825"/>
                  </a:lnTo>
                  <a:cubicBezTo>
                    <a:pt x="307196" y="6831"/>
                    <a:pt x="303870" y="6831"/>
                    <a:pt x="301724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59" name="Freeform: Shape 728"/>
            <p:cNvSpPr/>
            <p:nvPr/>
          </p:nvSpPr>
          <p:spPr bwMode="auto">
            <a:xfrm>
              <a:off x="11816280" y="642960"/>
              <a:ext cx="291960" cy="261000"/>
            </a:xfrm>
            <a:custGeom>
              <a:avLst/>
              <a:gdLst>
                <a:gd name="textAreaLeft" fmla="*/ 0 w 291960"/>
                <a:gd name="textAreaRight" fmla="*/ 292320 w 291960"/>
                <a:gd name="textAreaTop" fmla="*/ 0 h 261000"/>
                <a:gd name="textAreaBottom" fmla="*/ 261360 h 261000"/>
                <a:gd name="GluePoint1X" fmla="*/ 1545 w 292332"/>
                <a:gd name="GluePoint1Y" fmla="*/ 252918 h 261326"/>
                <a:gd name="GluePoint2X" fmla="*/ 1139 w 292332"/>
                <a:gd name="GluePoint2Y" fmla="*/ 259368 h 261326"/>
                <a:gd name="GluePoint3X" fmla="*/ 1545 w 292332"/>
                <a:gd name="GluePoint3Y" fmla="*/ 259774 h 261326"/>
                <a:gd name="GluePoint4X" fmla="*/ 9163 w 292332"/>
                <a:gd name="GluePoint4Y" fmla="*/ 259774 h 261326"/>
                <a:gd name="GluePoint5X" fmla="*/ 9163 w 292332"/>
                <a:gd name="GluePoint5Y" fmla="*/ 259774 h 261326"/>
                <a:gd name="GluePoint6X" fmla="*/ 288493 w 292332"/>
                <a:gd name="GluePoint6Y" fmla="*/ 10284 h 261326"/>
                <a:gd name="GluePoint7X" fmla="*/ 290779 w 292332"/>
                <a:gd name="GluePoint7Y" fmla="*/ 8253 h 261326"/>
                <a:gd name="GluePoint8X" fmla="*/ 291122 w 292332"/>
                <a:gd name="GluePoint8Y" fmla="*/ 1612 h 261326"/>
                <a:gd name="GluePoint9X" fmla="*/ 290779 w 292332"/>
                <a:gd name="GluePoint9Y" fmla="*/ 1270 h 261326"/>
                <a:gd name="GluePoint10X" fmla="*/ 287859 w 292332"/>
                <a:gd name="GluePoint10Y" fmla="*/ 0 h 261326"/>
                <a:gd name="GluePoint11X" fmla="*/ 285827 w 292332"/>
                <a:gd name="GluePoint11Y" fmla="*/ 0 h 261326"/>
                <a:gd name="GluePoint12X" fmla="*/ 284685 w 292332"/>
                <a:gd name="GluePoint12Y" fmla="*/ 0 h 261326"/>
                <a:gd name="GluePoint13X" fmla="*/ 283796 w 292332"/>
                <a:gd name="GluePoint13Y" fmla="*/ 0 h 261326"/>
                <a:gd name="GluePoint14X" fmla="*/ 11576 w 292332"/>
                <a:gd name="GluePoint14Y" fmla="*/ 243396 h 261326"/>
                <a:gd name="GluePoint15X" fmla="*/ 2307 w 292332"/>
                <a:gd name="GluePoint15Y" fmla="*/ 251522 h 26132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</a:cxnLst>
              <a:rect l="textAreaLeft" t="textAreaTop" r="textAreaRight" b="textAreaBottom"/>
              <a:pathLst>
                <a:path w="292332" h="261326" extrusionOk="0">
                  <a:moveTo>
                    <a:pt x="1545" y="252918"/>
                  </a:moveTo>
                  <a:cubicBezTo>
                    <a:pt x="-346" y="254594"/>
                    <a:pt x="-524" y="257476"/>
                    <a:pt x="1139" y="259368"/>
                  </a:cubicBezTo>
                  <a:cubicBezTo>
                    <a:pt x="1266" y="259508"/>
                    <a:pt x="1405" y="259648"/>
                    <a:pt x="1545" y="259774"/>
                  </a:cubicBezTo>
                  <a:cubicBezTo>
                    <a:pt x="3666" y="261844"/>
                    <a:pt x="7043" y="261844"/>
                    <a:pt x="9163" y="259774"/>
                  </a:cubicBezTo>
                  <a:lnTo>
                    <a:pt x="9163" y="259774"/>
                  </a:lnTo>
                  <a:lnTo>
                    <a:pt x="288493" y="10284"/>
                  </a:lnTo>
                  <a:lnTo>
                    <a:pt x="290779" y="8253"/>
                  </a:lnTo>
                  <a:cubicBezTo>
                    <a:pt x="292709" y="6513"/>
                    <a:pt x="292861" y="3542"/>
                    <a:pt x="291122" y="1612"/>
                  </a:cubicBezTo>
                  <a:cubicBezTo>
                    <a:pt x="291021" y="1498"/>
                    <a:pt x="290906" y="1384"/>
                    <a:pt x="290779" y="1270"/>
                  </a:cubicBezTo>
                  <a:cubicBezTo>
                    <a:pt x="289953" y="571"/>
                    <a:pt x="288938" y="127"/>
                    <a:pt x="287859" y="0"/>
                  </a:cubicBezTo>
                  <a:lnTo>
                    <a:pt x="285827" y="0"/>
                  </a:lnTo>
                  <a:lnTo>
                    <a:pt x="284685" y="0"/>
                  </a:lnTo>
                  <a:lnTo>
                    <a:pt x="283796" y="0"/>
                  </a:lnTo>
                  <a:lnTo>
                    <a:pt x="11576" y="243396"/>
                  </a:lnTo>
                  <a:lnTo>
                    <a:pt x="2307" y="25152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0" name="Freeform: Shape 729"/>
            <p:cNvSpPr/>
            <p:nvPr/>
          </p:nvSpPr>
          <p:spPr bwMode="auto">
            <a:xfrm>
              <a:off x="10534320" y="1541520"/>
              <a:ext cx="103680" cy="29160"/>
            </a:xfrm>
            <a:custGeom>
              <a:avLst/>
              <a:gdLst>
                <a:gd name="textAreaLeft" fmla="*/ 0 w 103680"/>
                <a:gd name="textAreaRight" fmla="*/ 104040 w 103680"/>
                <a:gd name="textAreaTop" fmla="*/ 0 h 29160"/>
                <a:gd name="textAreaBottom" fmla="*/ 29520 h 29160"/>
                <a:gd name="GluePoint1X" fmla="*/ 97733 w 104208"/>
                <a:gd name="GluePoint1Y" fmla="*/ 24272 h 29604"/>
                <a:gd name="GluePoint2X" fmla="*/ 104094 w 104208"/>
                <a:gd name="GluePoint2Y" fmla="*/ 20552 h 29604"/>
                <a:gd name="GluePoint3X" fmla="*/ 104208 w 104208"/>
                <a:gd name="GluePoint3Y" fmla="*/ 20590 h 29604"/>
                <a:gd name="GluePoint4X" fmla="*/ 97605 w 104208"/>
                <a:gd name="GluePoint4Y" fmla="*/ 19193 h 29604"/>
                <a:gd name="GluePoint5X" fmla="*/ 6569 w 104208"/>
                <a:gd name="GluePoint5Y" fmla="*/ 148 h 29604"/>
                <a:gd name="GluePoint6X" fmla="*/ 6569 w 104208"/>
                <a:gd name="GluePoint6Y" fmla="*/ 148 h 29604"/>
                <a:gd name="GluePoint7X" fmla="*/ 94 w 104208"/>
                <a:gd name="GluePoint7Y" fmla="*/ 3830 h 29604"/>
                <a:gd name="GluePoint8X" fmla="*/ 4107 w 104208"/>
                <a:gd name="GluePoint8Y" fmla="*/ 9785 h 29604"/>
                <a:gd name="GluePoint9X" fmla="*/ 4157 w 104208"/>
                <a:gd name="GluePoint9Y" fmla="*/ 9798 h 29604"/>
                <a:gd name="GluePoint10X" fmla="*/ 4157 w 104208"/>
                <a:gd name="GluePoint10Y" fmla="*/ 9798 h 29604"/>
                <a:gd name="GluePoint11X" fmla="*/ 6697 w 104208"/>
                <a:gd name="GluePoint11Y" fmla="*/ 9798 h 29604"/>
                <a:gd name="GluePoint12X" fmla="*/ 101541 w 104208"/>
                <a:gd name="GluePoint12Y" fmla="*/ 29605 h 29604"/>
                <a:gd name="GluePoint13X" fmla="*/ 97733 w 104208"/>
                <a:gd name="GluePoint13Y" fmla="*/ 24272 h 2960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104208" h="29604" extrusionOk="0">
                  <a:moveTo>
                    <a:pt x="97733" y="24272"/>
                  </a:moveTo>
                  <a:cubicBezTo>
                    <a:pt x="98456" y="21491"/>
                    <a:pt x="101314" y="19828"/>
                    <a:pt x="104094" y="20552"/>
                  </a:cubicBezTo>
                  <a:cubicBezTo>
                    <a:pt x="104132" y="20565"/>
                    <a:pt x="104170" y="20577"/>
                    <a:pt x="104208" y="20590"/>
                  </a:cubicBezTo>
                  <a:lnTo>
                    <a:pt x="97605" y="19193"/>
                  </a:lnTo>
                  <a:lnTo>
                    <a:pt x="6569" y="148"/>
                  </a:lnTo>
                  <a:lnTo>
                    <a:pt x="6569" y="148"/>
                  </a:lnTo>
                  <a:cubicBezTo>
                    <a:pt x="3777" y="-512"/>
                    <a:pt x="945" y="1088"/>
                    <a:pt x="94" y="3830"/>
                  </a:cubicBezTo>
                  <a:cubicBezTo>
                    <a:pt x="-439" y="6586"/>
                    <a:pt x="1351" y="9252"/>
                    <a:pt x="4107" y="9785"/>
                  </a:cubicBezTo>
                  <a:cubicBezTo>
                    <a:pt x="4119" y="9798"/>
                    <a:pt x="4145" y="9798"/>
                    <a:pt x="4157" y="9798"/>
                  </a:cubicBezTo>
                  <a:lnTo>
                    <a:pt x="4157" y="9798"/>
                  </a:lnTo>
                  <a:lnTo>
                    <a:pt x="6697" y="9798"/>
                  </a:lnTo>
                  <a:lnTo>
                    <a:pt x="101541" y="29605"/>
                  </a:lnTo>
                  <a:cubicBezTo>
                    <a:pt x="99104" y="29046"/>
                    <a:pt x="97479" y="26761"/>
                    <a:pt x="97733" y="2427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5480" rIns="90000" bIns="-1548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1" name="Freeform: Shape 730"/>
            <p:cNvSpPr/>
            <p:nvPr/>
          </p:nvSpPr>
          <p:spPr bwMode="auto">
            <a:xfrm>
              <a:off x="9829079" y="2365560"/>
              <a:ext cx="171719" cy="141120"/>
            </a:xfrm>
            <a:custGeom>
              <a:avLst/>
              <a:gdLst>
                <a:gd name="textAreaLeft" fmla="*/ 0 w 171720"/>
                <a:gd name="textAreaRight" fmla="*/ 172080 w 171720"/>
                <a:gd name="textAreaTop" fmla="*/ 0 h 141120"/>
                <a:gd name="textAreaBottom" fmla="*/ 141480 h 141120"/>
                <a:gd name="GluePoint1X" fmla="*/ 385 w 171966"/>
                <a:gd name="GluePoint1Y" fmla="*/ 138999 h 141412"/>
                <a:gd name="GluePoint2X" fmla="*/ 385 w 171966"/>
                <a:gd name="GluePoint2Y" fmla="*/ 140015 h 141412"/>
                <a:gd name="GluePoint3X" fmla="*/ 385 w 171966"/>
                <a:gd name="GluePoint3Y" fmla="*/ 140777 h 141412"/>
                <a:gd name="GluePoint4X" fmla="*/ 385 w 171966"/>
                <a:gd name="GluePoint4Y" fmla="*/ 140777 h 141412"/>
                <a:gd name="GluePoint5X" fmla="*/ 385 w 171966"/>
                <a:gd name="GluePoint5Y" fmla="*/ 140777 h 141412"/>
                <a:gd name="GluePoint6X" fmla="*/ 1401 w 171966"/>
                <a:gd name="GluePoint6Y" fmla="*/ 141412 h 141412"/>
                <a:gd name="GluePoint7X" fmla="*/ 2290 w 171966"/>
                <a:gd name="GluePoint7Y" fmla="*/ 141412 h 141412"/>
                <a:gd name="GluePoint8X" fmla="*/ 4195 w 171966"/>
                <a:gd name="GluePoint8Y" fmla="*/ 141412 h 141412"/>
                <a:gd name="GluePoint9X" fmla="*/ 7749 w 171966"/>
                <a:gd name="GluePoint9Y" fmla="*/ 140142 h 141412"/>
                <a:gd name="GluePoint10X" fmla="*/ 14859 w 171966"/>
                <a:gd name="GluePoint10Y" fmla="*/ 134428 h 141412"/>
                <a:gd name="GluePoint11X" fmla="*/ 170523 w 171966"/>
                <a:gd name="GluePoint11Y" fmla="*/ 7461 h 141412"/>
                <a:gd name="GluePoint12X" fmla="*/ 171919 w 171966"/>
                <a:gd name="GluePoint12Y" fmla="*/ 5430 h 141412"/>
                <a:gd name="GluePoint13X" fmla="*/ 171919 w 171966"/>
                <a:gd name="GluePoint13Y" fmla="*/ 4668 h 141412"/>
                <a:gd name="GluePoint14X" fmla="*/ 171919 w 171966"/>
                <a:gd name="GluePoint14Y" fmla="*/ 3652 h 141412"/>
                <a:gd name="GluePoint15X" fmla="*/ 171919 w 171966"/>
                <a:gd name="GluePoint15Y" fmla="*/ 2763 h 141412"/>
                <a:gd name="GluePoint16X" fmla="*/ 171919 w 171966"/>
                <a:gd name="GluePoint16Y" fmla="*/ 1875 h 141412"/>
                <a:gd name="GluePoint17X" fmla="*/ 171919 w 171966"/>
                <a:gd name="GluePoint17Y" fmla="*/ 986 h 141412"/>
                <a:gd name="GluePoint18X" fmla="*/ 171919 w 171966"/>
                <a:gd name="GluePoint18Y" fmla="*/ 986 h 141412"/>
                <a:gd name="GluePoint19X" fmla="*/ 171919 w 171966"/>
                <a:gd name="GluePoint19Y" fmla="*/ 986 h 141412"/>
                <a:gd name="GluePoint20X" fmla="*/ 171030 w 171966"/>
                <a:gd name="GluePoint20Y" fmla="*/ 351 h 141412"/>
                <a:gd name="GluePoint21X" fmla="*/ 170141 w 171966"/>
                <a:gd name="GluePoint21Y" fmla="*/ 351 h 141412"/>
                <a:gd name="GluePoint22X" fmla="*/ 164555 w 171966"/>
                <a:gd name="GluePoint22Y" fmla="*/ 1240 h 141412"/>
                <a:gd name="GluePoint23X" fmla="*/ 157445 w 171966"/>
                <a:gd name="GluePoint23Y" fmla="*/ 6954 h 141412"/>
                <a:gd name="GluePoint24X" fmla="*/ 1908 w 171966"/>
                <a:gd name="GluePoint24Y" fmla="*/ 133921 h 141412"/>
                <a:gd name="GluePoint25X" fmla="*/ 1908 w 171966"/>
                <a:gd name="GluePoint25Y" fmla="*/ 133921 h 141412"/>
                <a:gd name="GluePoint26X" fmla="*/ 1274 w 171966"/>
                <a:gd name="GluePoint26Y" fmla="*/ 134682 h 141412"/>
                <a:gd name="GluePoint27X" fmla="*/ 1274 w 171966"/>
                <a:gd name="GluePoint27Y" fmla="*/ 134682 h 141412"/>
                <a:gd name="GluePoint28X" fmla="*/ 1274 w 171966"/>
                <a:gd name="GluePoint28Y" fmla="*/ 134682 h 141412"/>
                <a:gd name="GluePoint29X" fmla="*/ 1274 w 171966"/>
                <a:gd name="GluePoint29Y" fmla="*/ 135444 h 141412"/>
                <a:gd name="GluePoint30X" fmla="*/ 1274 w 171966"/>
                <a:gd name="GluePoint30Y" fmla="*/ 136333 h 141412"/>
                <a:gd name="GluePoint31X" fmla="*/ 1274 w 171966"/>
                <a:gd name="GluePoint31Y" fmla="*/ 136333 h 141412"/>
                <a:gd name="GluePoint32X" fmla="*/ 42 w 171966"/>
                <a:gd name="GluePoint32Y" fmla="*/ 138313 h 141412"/>
                <a:gd name="GluePoint33X" fmla="*/ 385 w 171966"/>
                <a:gd name="GluePoint33Y" fmla="*/ 138999 h 1414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  <a:cxn ang="0">
                  <a:pos x="GluePoint26X" y="GluePoint26Y"/>
                </a:cxn>
                <a:cxn ang="0">
                  <a:pos x="GluePoint27X" y="GluePoint27Y"/>
                </a:cxn>
                <a:cxn ang="0">
                  <a:pos x="GluePoint28X" y="GluePoint28Y"/>
                </a:cxn>
                <a:cxn ang="0">
                  <a:pos x="GluePoint29X" y="GluePoint29Y"/>
                </a:cxn>
                <a:cxn ang="0">
                  <a:pos x="GluePoint30X" y="GluePoint30Y"/>
                </a:cxn>
                <a:cxn ang="0">
                  <a:pos x="GluePoint31X" y="GluePoint31Y"/>
                </a:cxn>
                <a:cxn ang="0">
                  <a:pos x="GluePoint32X" y="GluePoint32Y"/>
                </a:cxn>
                <a:cxn ang="0">
                  <a:pos x="GluePoint33X" y="GluePoint33Y"/>
                </a:cxn>
              </a:cxnLst>
              <a:rect l="textAreaLeft" t="textAreaTop" r="textAreaRight" b="textAreaBottom"/>
              <a:pathLst>
                <a:path w="171966" h="141412" extrusionOk="0">
                  <a:moveTo>
                    <a:pt x="385" y="138999"/>
                  </a:moveTo>
                  <a:cubicBezTo>
                    <a:pt x="335" y="139329"/>
                    <a:pt x="335" y="139685"/>
                    <a:pt x="385" y="140015"/>
                  </a:cubicBezTo>
                  <a:lnTo>
                    <a:pt x="385" y="140777"/>
                  </a:lnTo>
                  <a:cubicBezTo>
                    <a:pt x="385" y="140777"/>
                    <a:pt x="385" y="140777"/>
                    <a:pt x="385" y="140777"/>
                  </a:cubicBezTo>
                  <a:lnTo>
                    <a:pt x="385" y="140777"/>
                  </a:lnTo>
                  <a:lnTo>
                    <a:pt x="1401" y="141412"/>
                  </a:lnTo>
                  <a:lnTo>
                    <a:pt x="2290" y="141412"/>
                  </a:lnTo>
                  <a:lnTo>
                    <a:pt x="4195" y="141412"/>
                  </a:lnTo>
                  <a:cubicBezTo>
                    <a:pt x="5490" y="141437"/>
                    <a:pt x="6759" y="140980"/>
                    <a:pt x="7749" y="140142"/>
                  </a:cubicBezTo>
                  <a:lnTo>
                    <a:pt x="14859" y="134428"/>
                  </a:lnTo>
                  <a:lnTo>
                    <a:pt x="170523" y="7461"/>
                  </a:lnTo>
                  <a:cubicBezTo>
                    <a:pt x="171107" y="6864"/>
                    <a:pt x="171577" y="6179"/>
                    <a:pt x="171919" y="5430"/>
                  </a:cubicBezTo>
                  <a:cubicBezTo>
                    <a:pt x="171983" y="5176"/>
                    <a:pt x="171983" y="4922"/>
                    <a:pt x="171919" y="4668"/>
                  </a:cubicBezTo>
                  <a:cubicBezTo>
                    <a:pt x="171983" y="4338"/>
                    <a:pt x="171983" y="3982"/>
                    <a:pt x="171919" y="3652"/>
                  </a:cubicBezTo>
                  <a:cubicBezTo>
                    <a:pt x="171983" y="3360"/>
                    <a:pt x="171983" y="3056"/>
                    <a:pt x="171919" y="2763"/>
                  </a:cubicBezTo>
                  <a:cubicBezTo>
                    <a:pt x="171970" y="2472"/>
                    <a:pt x="171970" y="2167"/>
                    <a:pt x="171919" y="1875"/>
                  </a:cubicBezTo>
                  <a:cubicBezTo>
                    <a:pt x="171945" y="1583"/>
                    <a:pt x="171945" y="1278"/>
                    <a:pt x="171919" y="986"/>
                  </a:cubicBezTo>
                  <a:lnTo>
                    <a:pt x="171919" y="986"/>
                  </a:lnTo>
                  <a:lnTo>
                    <a:pt x="171919" y="986"/>
                  </a:lnTo>
                  <a:lnTo>
                    <a:pt x="171030" y="351"/>
                  </a:lnTo>
                  <a:lnTo>
                    <a:pt x="170141" y="351"/>
                  </a:lnTo>
                  <a:cubicBezTo>
                    <a:pt x="168250" y="-334"/>
                    <a:pt x="166142" y="-4"/>
                    <a:pt x="164555" y="1240"/>
                  </a:cubicBezTo>
                  <a:lnTo>
                    <a:pt x="157445" y="6954"/>
                  </a:lnTo>
                  <a:lnTo>
                    <a:pt x="1908" y="133921"/>
                  </a:lnTo>
                  <a:lnTo>
                    <a:pt x="1908" y="133921"/>
                  </a:lnTo>
                  <a:lnTo>
                    <a:pt x="1274" y="134682"/>
                  </a:lnTo>
                  <a:lnTo>
                    <a:pt x="1274" y="134682"/>
                  </a:lnTo>
                  <a:lnTo>
                    <a:pt x="1274" y="134682"/>
                  </a:lnTo>
                  <a:cubicBezTo>
                    <a:pt x="1223" y="134936"/>
                    <a:pt x="1223" y="135190"/>
                    <a:pt x="1274" y="135444"/>
                  </a:cubicBezTo>
                  <a:cubicBezTo>
                    <a:pt x="1198" y="135736"/>
                    <a:pt x="1198" y="136041"/>
                    <a:pt x="1274" y="136333"/>
                  </a:cubicBezTo>
                  <a:lnTo>
                    <a:pt x="1274" y="136333"/>
                  </a:lnTo>
                  <a:cubicBezTo>
                    <a:pt x="385" y="136536"/>
                    <a:pt x="-161" y="137425"/>
                    <a:pt x="42" y="138313"/>
                  </a:cubicBezTo>
                  <a:cubicBezTo>
                    <a:pt x="106" y="138568"/>
                    <a:pt x="220" y="138796"/>
                    <a:pt x="385" y="138999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2" name="Freeform: Shape 731"/>
            <p:cNvSpPr/>
            <p:nvPr/>
          </p:nvSpPr>
          <p:spPr bwMode="auto">
            <a:xfrm>
              <a:off x="11280240" y="2739960"/>
              <a:ext cx="9360" cy="90720"/>
            </a:xfrm>
            <a:custGeom>
              <a:avLst/>
              <a:gdLst>
                <a:gd name="textAreaLeft" fmla="*/ 0 w 9360"/>
                <a:gd name="textAreaRight" fmla="*/ 9720 w 9360"/>
                <a:gd name="textAreaTop" fmla="*/ 0 h 90720"/>
                <a:gd name="textAreaBottom" fmla="*/ 91080 h 90720"/>
                <a:gd name="GluePoint1X" fmla="*/ 4745 w 9872"/>
                <a:gd name="GluePoint1Y" fmla="*/ 5 h 91046"/>
                <a:gd name="GluePoint2X" fmla="*/ 3730 w 9872"/>
                <a:gd name="GluePoint2Y" fmla="*/ 5 h 91046"/>
                <a:gd name="GluePoint3X" fmla="*/ 2587 w 9872"/>
                <a:gd name="GluePoint3Y" fmla="*/ 5 h 91046"/>
                <a:gd name="GluePoint4X" fmla="*/ 1698 w 9872"/>
                <a:gd name="GluePoint4Y" fmla="*/ 5 h 91046"/>
                <a:gd name="GluePoint5X" fmla="*/ 809 w 9872"/>
                <a:gd name="GluePoint5Y" fmla="*/ 5 h 91046"/>
                <a:gd name="GluePoint6X" fmla="*/ 48 w 9872"/>
                <a:gd name="GluePoint6Y" fmla="*/ 5 h 91046"/>
                <a:gd name="GluePoint7X" fmla="*/ 48 w 9872"/>
                <a:gd name="GluePoint7Y" fmla="*/ 894 h 91046"/>
                <a:gd name="GluePoint8X" fmla="*/ 48 w 9872"/>
                <a:gd name="GluePoint8Y" fmla="*/ 1656 h 91046"/>
                <a:gd name="GluePoint9X" fmla="*/ 48 w 9872"/>
                <a:gd name="GluePoint9Y" fmla="*/ 2672 h 91046"/>
                <a:gd name="GluePoint10X" fmla="*/ 48 w 9872"/>
                <a:gd name="GluePoint10Y" fmla="*/ 3433 h 91046"/>
                <a:gd name="GluePoint11X" fmla="*/ 48 w 9872"/>
                <a:gd name="GluePoint11Y" fmla="*/ 86089 h 91046"/>
                <a:gd name="GluePoint12X" fmla="*/ 5495 w 9872"/>
                <a:gd name="GluePoint12Y" fmla="*/ 91041 h 91046"/>
                <a:gd name="GluePoint13X" fmla="*/ 5507 w 9872"/>
                <a:gd name="GluePoint13Y" fmla="*/ 91041 h 91046"/>
                <a:gd name="GluePoint14X" fmla="*/ 9190 w 9872"/>
                <a:gd name="GluePoint14Y" fmla="*/ 89644 h 91046"/>
                <a:gd name="GluePoint15X" fmla="*/ 9190 w 9872"/>
                <a:gd name="GluePoint15Y" fmla="*/ 88882 h 91046"/>
                <a:gd name="GluePoint16X" fmla="*/ 9824 w 9872"/>
                <a:gd name="GluePoint16Y" fmla="*/ 88120 h 91046"/>
                <a:gd name="GluePoint17X" fmla="*/ 9824 w 9872"/>
                <a:gd name="GluePoint17Y" fmla="*/ 87358 h 91046"/>
                <a:gd name="GluePoint18X" fmla="*/ 9824 w 9872"/>
                <a:gd name="GluePoint18Y" fmla="*/ 86216 h 91046"/>
                <a:gd name="GluePoint19X" fmla="*/ 9824 w 9872"/>
                <a:gd name="GluePoint19Y" fmla="*/ 86216 h 91046"/>
                <a:gd name="GluePoint20X" fmla="*/ 9824 w 9872"/>
                <a:gd name="GluePoint20Y" fmla="*/ 3560 h 91046"/>
                <a:gd name="GluePoint21X" fmla="*/ 4745 w 9872"/>
                <a:gd name="GluePoint21Y" fmla="*/ 5 h 9104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872" h="91046" extrusionOk="0">
                  <a:moveTo>
                    <a:pt x="4745" y="5"/>
                  </a:moveTo>
                  <a:lnTo>
                    <a:pt x="3730" y="5"/>
                  </a:lnTo>
                  <a:lnTo>
                    <a:pt x="2587" y="5"/>
                  </a:lnTo>
                  <a:lnTo>
                    <a:pt x="1698" y="5"/>
                  </a:lnTo>
                  <a:lnTo>
                    <a:pt x="809" y="5"/>
                  </a:lnTo>
                  <a:lnTo>
                    <a:pt x="48" y="5"/>
                  </a:lnTo>
                  <a:lnTo>
                    <a:pt x="48" y="894"/>
                  </a:lnTo>
                  <a:lnTo>
                    <a:pt x="48" y="1656"/>
                  </a:lnTo>
                  <a:cubicBezTo>
                    <a:pt x="-16" y="1986"/>
                    <a:pt x="-16" y="2341"/>
                    <a:pt x="48" y="2672"/>
                  </a:cubicBezTo>
                  <a:cubicBezTo>
                    <a:pt x="-3" y="2925"/>
                    <a:pt x="-3" y="3179"/>
                    <a:pt x="48" y="3433"/>
                  </a:cubicBezTo>
                  <a:lnTo>
                    <a:pt x="48" y="86089"/>
                  </a:lnTo>
                  <a:cubicBezTo>
                    <a:pt x="187" y="88958"/>
                    <a:pt x="2625" y="91180"/>
                    <a:pt x="5495" y="91041"/>
                  </a:cubicBezTo>
                  <a:cubicBezTo>
                    <a:pt x="5495" y="91041"/>
                    <a:pt x="5507" y="91041"/>
                    <a:pt x="5507" y="91041"/>
                  </a:cubicBezTo>
                  <a:cubicBezTo>
                    <a:pt x="6866" y="91066"/>
                    <a:pt x="8186" y="90558"/>
                    <a:pt x="9190" y="89644"/>
                  </a:cubicBezTo>
                  <a:lnTo>
                    <a:pt x="9190" y="88882"/>
                  </a:lnTo>
                  <a:lnTo>
                    <a:pt x="9824" y="88120"/>
                  </a:lnTo>
                  <a:cubicBezTo>
                    <a:pt x="9888" y="87866"/>
                    <a:pt x="9888" y="87613"/>
                    <a:pt x="9824" y="87358"/>
                  </a:cubicBezTo>
                  <a:cubicBezTo>
                    <a:pt x="9888" y="86977"/>
                    <a:pt x="9888" y="86597"/>
                    <a:pt x="9824" y="86216"/>
                  </a:cubicBezTo>
                  <a:lnTo>
                    <a:pt x="9824" y="86216"/>
                  </a:lnTo>
                  <a:lnTo>
                    <a:pt x="9824" y="3560"/>
                  </a:lnTo>
                  <a:cubicBezTo>
                    <a:pt x="9139" y="1363"/>
                    <a:pt x="7044" y="-97"/>
                    <a:pt x="4745" y="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3" name="Freeform: Shape 734"/>
            <p:cNvSpPr/>
            <p:nvPr/>
          </p:nvSpPr>
          <p:spPr bwMode="auto">
            <a:xfrm>
              <a:off x="9464400" y="412560"/>
              <a:ext cx="267840" cy="87840"/>
            </a:xfrm>
            <a:custGeom>
              <a:avLst/>
              <a:gdLst>
                <a:gd name="textAreaLeft" fmla="*/ 0 w 267840"/>
                <a:gd name="textAreaRight" fmla="*/ 268200 w 267840"/>
                <a:gd name="textAreaTop" fmla="*/ 0 h 87840"/>
                <a:gd name="textAreaBottom" fmla="*/ 88200 h 87840"/>
                <a:gd name="GluePoint1X" fmla="*/ 3068 w 268050"/>
                <a:gd name="GluePoint1Y" fmla="*/ 9396 h 88369"/>
                <a:gd name="GluePoint2X" fmla="*/ 5988 w 268050"/>
                <a:gd name="GluePoint2Y" fmla="*/ 10284 h 88369"/>
                <a:gd name="GluePoint3X" fmla="*/ 264622 w 268050"/>
                <a:gd name="GluePoint3Y" fmla="*/ 88369 h 88369"/>
                <a:gd name="GluePoint4X" fmla="*/ 261156 w 268050"/>
                <a:gd name="GluePoint4Y" fmla="*/ 82287 h 88369"/>
                <a:gd name="GluePoint5X" fmla="*/ 261194 w 268050"/>
                <a:gd name="GluePoint5Y" fmla="*/ 82148 h 88369"/>
                <a:gd name="GluePoint6X" fmla="*/ 268051 w 268050"/>
                <a:gd name="GluePoint6Y" fmla="*/ 79101 h 88369"/>
                <a:gd name="GluePoint7X" fmla="*/ 260941 w 268050"/>
                <a:gd name="GluePoint7Y" fmla="*/ 76942 h 88369"/>
                <a:gd name="GluePoint8X" fmla="*/ 7004 w 268050"/>
                <a:gd name="GluePoint8Y" fmla="*/ 0 h 88369"/>
                <a:gd name="GluePoint9X" fmla="*/ 4210 w 268050"/>
                <a:gd name="GluePoint9Y" fmla="*/ 0 h 88369"/>
                <a:gd name="GluePoint10X" fmla="*/ 3321 w 268050"/>
                <a:gd name="GluePoint10Y" fmla="*/ 0 h 88369"/>
                <a:gd name="GluePoint11X" fmla="*/ 2306 w 268050"/>
                <a:gd name="GluePoint11Y" fmla="*/ 0 h 88369"/>
                <a:gd name="GluePoint12X" fmla="*/ 656 w 268050"/>
                <a:gd name="GluePoint12Y" fmla="*/ 6437 h 88369"/>
                <a:gd name="GluePoint13X" fmla="*/ 3703 w 268050"/>
                <a:gd name="GluePoint13Y" fmla="*/ 8634 h 8836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268050" h="88369" extrusionOk="0">
                  <a:moveTo>
                    <a:pt x="3068" y="9396"/>
                  </a:moveTo>
                  <a:lnTo>
                    <a:pt x="5988" y="10284"/>
                  </a:lnTo>
                  <a:lnTo>
                    <a:pt x="264622" y="88369"/>
                  </a:lnTo>
                  <a:cubicBezTo>
                    <a:pt x="261981" y="87645"/>
                    <a:pt x="260432" y="84928"/>
                    <a:pt x="261156" y="82287"/>
                  </a:cubicBezTo>
                  <a:cubicBezTo>
                    <a:pt x="261169" y="82237"/>
                    <a:pt x="261182" y="82199"/>
                    <a:pt x="261194" y="82148"/>
                  </a:cubicBezTo>
                  <a:cubicBezTo>
                    <a:pt x="262349" y="79519"/>
                    <a:pt x="265321" y="78199"/>
                    <a:pt x="268051" y="79101"/>
                  </a:cubicBezTo>
                  <a:lnTo>
                    <a:pt x="260941" y="76942"/>
                  </a:lnTo>
                  <a:lnTo>
                    <a:pt x="7004" y="0"/>
                  </a:lnTo>
                  <a:lnTo>
                    <a:pt x="4210" y="0"/>
                  </a:lnTo>
                  <a:lnTo>
                    <a:pt x="3321" y="0"/>
                  </a:lnTo>
                  <a:lnTo>
                    <a:pt x="2306" y="0"/>
                  </a:lnTo>
                  <a:cubicBezTo>
                    <a:pt x="71" y="1321"/>
                    <a:pt x="-665" y="4203"/>
                    <a:pt x="656" y="6437"/>
                  </a:cubicBezTo>
                  <a:cubicBezTo>
                    <a:pt x="1328" y="7555"/>
                    <a:pt x="2420" y="8354"/>
                    <a:pt x="3703" y="8634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3200" rIns="90000" bIns="432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4" name="Freeform: Shape 735"/>
            <p:cNvSpPr/>
            <p:nvPr/>
          </p:nvSpPr>
          <p:spPr bwMode="auto">
            <a:xfrm>
              <a:off x="9725400" y="491400"/>
              <a:ext cx="129240" cy="4536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45360"/>
                <a:gd name="textAreaBottom" fmla="*/ 45720 h 45360"/>
                <a:gd name="GluePoint1X" fmla="*/ 218 w 129435"/>
                <a:gd name="GluePoint1Y" fmla="*/ 3551 h 45579"/>
                <a:gd name="GluePoint2X" fmla="*/ 3507 w 129435"/>
                <a:gd name="GluePoint2Y" fmla="*/ 9735 h 45579"/>
                <a:gd name="GluePoint3X" fmla="*/ 3646 w 129435"/>
                <a:gd name="GluePoint3Y" fmla="*/ 9773 h 45579"/>
                <a:gd name="GluePoint4X" fmla="*/ 122361 w 129435"/>
                <a:gd name="GluePoint4Y" fmla="*/ 45578 h 45579"/>
                <a:gd name="GluePoint5X" fmla="*/ 124012 w 129435"/>
                <a:gd name="GluePoint5Y" fmla="*/ 45578 h 45579"/>
                <a:gd name="GluePoint6X" fmla="*/ 129218 w 129435"/>
                <a:gd name="GluePoint6Y" fmla="*/ 42150 h 45579"/>
                <a:gd name="GluePoint7X" fmla="*/ 125929 w 129435"/>
                <a:gd name="GluePoint7Y" fmla="*/ 35966 h 45579"/>
                <a:gd name="GluePoint8X" fmla="*/ 125789 w 129435"/>
                <a:gd name="GluePoint8Y" fmla="*/ 35928 h 45579"/>
                <a:gd name="GluePoint9X" fmla="*/ 122742 w 129435"/>
                <a:gd name="GluePoint9Y" fmla="*/ 35039 h 45579"/>
                <a:gd name="GluePoint10X" fmla="*/ 10756 w 129435"/>
                <a:gd name="GluePoint10Y" fmla="*/ 1266 h 45579"/>
                <a:gd name="GluePoint11X" fmla="*/ 7074 w 129435"/>
                <a:gd name="GluePoint11Y" fmla="*/ 250 h 45579"/>
                <a:gd name="GluePoint12X" fmla="*/ 218 w 129435"/>
                <a:gd name="GluePoint12Y" fmla="*/ 3551 h 45579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</a:cxnLst>
              <a:rect l="textAreaLeft" t="textAreaTop" r="textAreaRight" b="textAreaBottom"/>
              <a:pathLst>
                <a:path w="129435" h="45579" extrusionOk="0">
                  <a:moveTo>
                    <a:pt x="218" y="3551"/>
                  </a:moveTo>
                  <a:cubicBezTo>
                    <a:pt x="-582" y="6167"/>
                    <a:pt x="891" y="8935"/>
                    <a:pt x="3507" y="9735"/>
                  </a:cubicBezTo>
                  <a:cubicBezTo>
                    <a:pt x="3557" y="9747"/>
                    <a:pt x="3596" y="9760"/>
                    <a:pt x="3646" y="9773"/>
                  </a:cubicBezTo>
                  <a:lnTo>
                    <a:pt x="122361" y="45578"/>
                  </a:lnTo>
                  <a:lnTo>
                    <a:pt x="124012" y="45578"/>
                  </a:lnTo>
                  <a:cubicBezTo>
                    <a:pt x="126297" y="45641"/>
                    <a:pt x="128367" y="44270"/>
                    <a:pt x="129218" y="42150"/>
                  </a:cubicBezTo>
                  <a:cubicBezTo>
                    <a:pt x="130018" y="39534"/>
                    <a:pt x="128544" y="36766"/>
                    <a:pt x="125929" y="35966"/>
                  </a:cubicBezTo>
                  <a:cubicBezTo>
                    <a:pt x="125879" y="35953"/>
                    <a:pt x="125841" y="35941"/>
                    <a:pt x="125789" y="35928"/>
                  </a:cubicBezTo>
                  <a:lnTo>
                    <a:pt x="122742" y="35039"/>
                  </a:lnTo>
                  <a:lnTo>
                    <a:pt x="10756" y="1266"/>
                  </a:lnTo>
                  <a:lnTo>
                    <a:pt x="7074" y="250"/>
                  </a:lnTo>
                  <a:cubicBezTo>
                    <a:pt x="4281" y="-613"/>
                    <a:pt x="1285" y="822"/>
                    <a:pt x="218" y="355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720" rIns="90000" bIns="7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5" name="Freeform 786"/>
            <p:cNvSpPr/>
            <p:nvPr/>
          </p:nvSpPr>
          <p:spPr bwMode="auto">
            <a:xfrm>
              <a:off x="8100720" y="-12600"/>
              <a:ext cx="849240" cy="253800"/>
            </a:xfrm>
            <a:custGeom>
              <a:avLst/>
              <a:gdLst>
                <a:gd name="textAreaLeft" fmla="*/ 0 w 849240"/>
                <a:gd name="textAreaRight" fmla="*/ 849600 w 849240"/>
                <a:gd name="textAreaTop" fmla="*/ 0 h 253800"/>
                <a:gd name="textAreaBottom" fmla="*/ 254160 h 253800"/>
                <a:gd name="GluePoint1X" fmla="*/ 0 w 849448"/>
                <a:gd name="GluePoint1Y" fmla="*/ 0 h 254177"/>
                <a:gd name="GluePoint2X" fmla="*/ 34179 w 849448"/>
                <a:gd name="GluePoint2Y" fmla="*/ 0 h 254177"/>
                <a:gd name="GluePoint3X" fmla="*/ 847575 w 849448"/>
                <a:gd name="GluePoint3Y" fmla="*/ 245922 h 254177"/>
                <a:gd name="GluePoint4X" fmla="*/ 848591 w 849448"/>
                <a:gd name="GluePoint4Y" fmla="*/ 245922 h 254177"/>
                <a:gd name="GluePoint5X" fmla="*/ 849352 w 849448"/>
                <a:gd name="GluePoint5Y" fmla="*/ 245922 h 254177"/>
                <a:gd name="GluePoint6X" fmla="*/ 849352 w 849448"/>
                <a:gd name="GluePoint6Y" fmla="*/ 246684 h 254177"/>
                <a:gd name="GluePoint7X" fmla="*/ 849352 w 849448"/>
                <a:gd name="GluePoint7Y" fmla="*/ 247446 h 254177"/>
                <a:gd name="GluePoint8X" fmla="*/ 849352 w 849448"/>
                <a:gd name="GluePoint8Y" fmla="*/ 248335 h 254177"/>
                <a:gd name="GluePoint9X" fmla="*/ 849352 w 849448"/>
                <a:gd name="GluePoint9Y" fmla="*/ 249097 h 254177"/>
                <a:gd name="GluePoint10X" fmla="*/ 849352 w 849448"/>
                <a:gd name="GluePoint10Y" fmla="*/ 250747 h 254177"/>
                <a:gd name="GluePoint11X" fmla="*/ 844273 w 849448"/>
                <a:gd name="GluePoint11Y" fmla="*/ 254175 h 254177"/>
                <a:gd name="GluePoint12X" fmla="*/ 842623 w 849448"/>
                <a:gd name="GluePoint12Y" fmla="*/ 254175 h 254177"/>
                <a:gd name="GluePoint13X" fmla="*/ 838814 w 849448"/>
                <a:gd name="GluePoint13Y" fmla="*/ 253033 h 254177"/>
                <a:gd name="GluePoint14X" fmla="*/ 835385 w 849448"/>
                <a:gd name="GluePoint14Y" fmla="*/ 252398 h 25417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849448" h="254177" extrusionOk="0">
                  <a:moveTo>
                    <a:pt x="0" y="0"/>
                  </a:moveTo>
                  <a:lnTo>
                    <a:pt x="34179" y="0"/>
                  </a:lnTo>
                  <a:lnTo>
                    <a:pt x="847575" y="245922"/>
                  </a:lnTo>
                  <a:lnTo>
                    <a:pt x="848591" y="245922"/>
                  </a:lnTo>
                  <a:lnTo>
                    <a:pt x="849352" y="245922"/>
                  </a:lnTo>
                  <a:lnTo>
                    <a:pt x="849352" y="246684"/>
                  </a:lnTo>
                  <a:lnTo>
                    <a:pt x="849352" y="247446"/>
                  </a:lnTo>
                  <a:cubicBezTo>
                    <a:pt x="849403" y="247738"/>
                    <a:pt x="849403" y="248043"/>
                    <a:pt x="849352" y="248335"/>
                  </a:cubicBezTo>
                  <a:cubicBezTo>
                    <a:pt x="849352" y="249097"/>
                    <a:pt x="849352" y="249097"/>
                    <a:pt x="849352" y="249097"/>
                  </a:cubicBezTo>
                  <a:cubicBezTo>
                    <a:pt x="849480" y="249643"/>
                    <a:pt x="849480" y="250201"/>
                    <a:pt x="849352" y="250747"/>
                  </a:cubicBezTo>
                  <a:cubicBezTo>
                    <a:pt x="848577" y="252868"/>
                    <a:pt x="846534" y="254251"/>
                    <a:pt x="844273" y="254175"/>
                  </a:cubicBezTo>
                  <a:lnTo>
                    <a:pt x="842623" y="254175"/>
                  </a:lnTo>
                  <a:lnTo>
                    <a:pt x="838814" y="253033"/>
                  </a:lnTo>
                  <a:lnTo>
                    <a:pt x="835385" y="25239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6" name="Freeform: Shape 750"/>
            <p:cNvSpPr/>
            <p:nvPr/>
          </p:nvSpPr>
          <p:spPr bwMode="auto">
            <a:xfrm>
              <a:off x="4127400" y="49320"/>
              <a:ext cx="10440" cy="1076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07640"/>
                <a:gd name="textAreaBottom" fmla="*/ 108000 h 107640"/>
                <a:gd name="GluePoint1X" fmla="*/ 10792 w 10792"/>
                <a:gd name="GluePoint1Y" fmla="*/ 0 h 108112"/>
                <a:gd name="GluePoint2X" fmla="*/ 4571 w 10792"/>
                <a:gd name="GluePoint2Y" fmla="*/ 4571 h 108112"/>
                <a:gd name="GluePoint3X" fmla="*/ 0 w 10792"/>
                <a:gd name="GluePoint3Y" fmla="*/ 0 h 108112"/>
                <a:gd name="GluePoint4X" fmla="*/ 0 w 10792"/>
                <a:gd name="GluePoint4Y" fmla="*/ 103478 h 108112"/>
                <a:gd name="GluePoint5X" fmla="*/ 6221 w 10792"/>
                <a:gd name="GluePoint5Y" fmla="*/ 108049 h 108112"/>
                <a:gd name="GluePoint6X" fmla="*/ 10792 w 10792"/>
                <a:gd name="GluePoint6Y" fmla="*/ 103478 h 108112"/>
                <a:gd name="GluePoint7X" fmla="*/ 10792 w 10792"/>
                <a:gd name="GluePoint7Y" fmla="*/ 0 h 10811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2" h="108112" extrusionOk="0">
                  <a:moveTo>
                    <a:pt x="10792" y="0"/>
                  </a:moveTo>
                  <a:cubicBezTo>
                    <a:pt x="10335" y="2984"/>
                    <a:pt x="7542" y="5028"/>
                    <a:pt x="4571" y="4571"/>
                  </a:cubicBezTo>
                  <a:cubicBezTo>
                    <a:pt x="2209" y="4203"/>
                    <a:pt x="368" y="2362"/>
                    <a:pt x="0" y="0"/>
                  </a:cubicBezTo>
                  <a:lnTo>
                    <a:pt x="0" y="103478"/>
                  </a:lnTo>
                  <a:cubicBezTo>
                    <a:pt x="457" y="106462"/>
                    <a:pt x="3251" y="108506"/>
                    <a:pt x="6221" y="108049"/>
                  </a:cubicBezTo>
                  <a:cubicBezTo>
                    <a:pt x="8583" y="107681"/>
                    <a:pt x="10424" y="105840"/>
                    <a:pt x="10792" y="103478"/>
                  </a:cubicBezTo>
                  <a:lnTo>
                    <a:pt x="10792" y="0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7" name="Freeform: Shape 751"/>
            <p:cNvSpPr/>
            <p:nvPr/>
          </p:nvSpPr>
          <p:spPr bwMode="auto">
            <a:xfrm>
              <a:off x="8661600" y="1759680"/>
              <a:ext cx="9000" cy="4716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47160"/>
                <a:gd name="textAreaBottom" fmla="*/ 47520 h 47160"/>
                <a:gd name="GluePoint1X" fmla="*/ 4828 w 9272"/>
                <a:gd name="GluePoint1Y" fmla="*/ 47492 h 47491"/>
                <a:gd name="GluePoint2X" fmla="*/ 4828 w 9272"/>
                <a:gd name="GluePoint2Y" fmla="*/ 47492 h 47491"/>
                <a:gd name="GluePoint3X" fmla="*/ 7621 w 9272"/>
                <a:gd name="GluePoint3Y" fmla="*/ 46730 h 47491"/>
                <a:gd name="GluePoint4X" fmla="*/ 7621 w 9272"/>
                <a:gd name="GluePoint4Y" fmla="*/ 46730 h 47491"/>
                <a:gd name="GluePoint5X" fmla="*/ 9272 w 9272"/>
                <a:gd name="GluePoint5Y" fmla="*/ 44572 h 47491"/>
                <a:gd name="GluePoint6X" fmla="*/ 9272 w 9272"/>
                <a:gd name="GluePoint6Y" fmla="*/ 43810 h 47491"/>
                <a:gd name="GluePoint7X" fmla="*/ 9272 w 9272"/>
                <a:gd name="GluePoint7Y" fmla="*/ 42921 h 47491"/>
                <a:gd name="GluePoint8X" fmla="*/ 9272 w 9272"/>
                <a:gd name="GluePoint8Y" fmla="*/ 4831 h 47491"/>
                <a:gd name="GluePoint9X" fmla="*/ 3952 w 9272"/>
                <a:gd name="GluePoint9Y" fmla="*/ 6 h 47491"/>
                <a:gd name="GluePoint10X" fmla="*/ 3939 w 9272"/>
                <a:gd name="GluePoint10Y" fmla="*/ 6 h 47491"/>
                <a:gd name="GluePoint11X" fmla="*/ 130 w 9272"/>
                <a:gd name="GluePoint11Y" fmla="*/ 1276 h 47491"/>
                <a:gd name="GluePoint12X" fmla="*/ 130 w 9272"/>
                <a:gd name="GluePoint12Y" fmla="*/ 1276 h 47491"/>
                <a:gd name="GluePoint13X" fmla="*/ 130 w 9272"/>
                <a:gd name="GluePoint13Y" fmla="*/ 2038 h 47491"/>
                <a:gd name="GluePoint14X" fmla="*/ 130 w 9272"/>
                <a:gd name="GluePoint14Y" fmla="*/ 2038 h 47491"/>
                <a:gd name="GluePoint15X" fmla="*/ 130 w 9272"/>
                <a:gd name="GluePoint15Y" fmla="*/ 2038 h 47491"/>
                <a:gd name="GluePoint16X" fmla="*/ 130 w 9272"/>
                <a:gd name="GluePoint16Y" fmla="*/ 2038 h 47491"/>
                <a:gd name="GluePoint17X" fmla="*/ 130 w 9272"/>
                <a:gd name="GluePoint17Y" fmla="*/ 3053 h 47491"/>
                <a:gd name="GluePoint18X" fmla="*/ 130 w 9272"/>
                <a:gd name="GluePoint18Y" fmla="*/ 3053 h 47491"/>
                <a:gd name="GluePoint19X" fmla="*/ 130 w 9272"/>
                <a:gd name="GluePoint19Y" fmla="*/ 41144 h 47491"/>
                <a:gd name="GluePoint20X" fmla="*/ 4053 w 9272"/>
                <a:gd name="GluePoint20Y" fmla="*/ 47378 h 47491"/>
                <a:gd name="GluePoint21X" fmla="*/ 4828 w 9272"/>
                <a:gd name="GluePoint21Y" fmla="*/ 47492 h 4749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</a:cxnLst>
              <a:rect l="textAreaLeft" t="textAreaTop" r="textAreaRight" b="textAreaBottom"/>
              <a:pathLst>
                <a:path w="9272" h="47491" extrusionOk="0">
                  <a:moveTo>
                    <a:pt x="4828" y="47492"/>
                  </a:moveTo>
                  <a:lnTo>
                    <a:pt x="4828" y="47492"/>
                  </a:lnTo>
                  <a:cubicBezTo>
                    <a:pt x="5806" y="47441"/>
                    <a:pt x="6758" y="47175"/>
                    <a:pt x="7621" y="46730"/>
                  </a:cubicBezTo>
                  <a:lnTo>
                    <a:pt x="7621" y="46730"/>
                  </a:lnTo>
                  <a:cubicBezTo>
                    <a:pt x="8370" y="46184"/>
                    <a:pt x="8942" y="45435"/>
                    <a:pt x="9272" y="44572"/>
                  </a:cubicBezTo>
                  <a:lnTo>
                    <a:pt x="9272" y="43810"/>
                  </a:lnTo>
                  <a:cubicBezTo>
                    <a:pt x="9272" y="43810"/>
                    <a:pt x="9272" y="43810"/>
                    <a:pt x="9272" y="42921"/>
                  </a:cubicBezTo>
                  <a:lnTo>
                    <a:pt x="9272" y="4831"/>
                  </a:lnTo>
                  <a:cubicBezTo>
                    <a:pt x="9132" y="2025"/>
                    <a:pt x="6758" y="-133"/>
                    <a:pt x="3952" y="6"/>
                  </a:cubicBezTo>
                  <a:cubicBezTo>
                    <a:pt x="3952" y="6"/>
                    <a:pt x="3939" y="6"/>
                    <a:pt x="3939" y="6"/>
                  </a:cubicBezTo>
                  <a:cubicBezTo>
                    <a:pt x="2568" y="-6"/>
                    <a:pt x="1222" y="438"/>
                    <a:pt x="130" y="1276"/>
                  </a:cubicBezTo>
                  <a:lnTo>
                    <a:pt x="130" y="1276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lnTo>
                    <a:pt x="130" y="2038"/>
                  </a:lnTo>
                  <a:cubicBezTo>
                    <a:pt x="80" y="2368"/>
                    <a:pt x="80" y="2723"/>
                    <a:pt x="130" y="3053"/>
                  </a:cubicBezTo>
                  <a:lnTo>
                    <a:pt x="130" y="3053"/>
                  </a:lnTo>
                  <a:lnTo>
                    <a:pt x="130" y="41144"/>
                  </a:lnTo>
                  <a:cubicBezTo>
                    <a:pt x="-505" y="43950"/>
                    <a:pt x="1247" y="46743"/>
                    <a:pt x="4053" y="47378"/>
                  </a:cubicBezTo>
                  <a:cubicBezTo>
                    <a:pt x="4307" y="47429"/>
                    <a:pt x="4561" y="47467"/>
                    <a:pt x="4828" y="47492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520" rIns="90000" bIns="252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8" name="Freeform: Shape 752"/>
            <p:cNvSpPr/>
            <p:nvPr/>
          </p:nvSpPr>
          <p:spPr bwMode="auto">
            <a:xfrm>
              <a:off x="7576200" y="1096560"/>
              <a:ext cx="191520" cy="28440"/>
            </a:xfrm>
            <a:custGeom>
              <a:avLst/>
              <a:gdLst>
                <a:gd name="textAreaLeft" fmla="*/ 0 w 191520"/>
                <a:gd name="textAreaRight" fmla="*/ 191880 w 191520"/>
                <a:gd name="textAreaTop" fmla="*/ 0 h 28440"/>
                <a:gd name="textAreaBottom" fmla="*/ 28800 h 28440"/>
                <a:gd name="GluePoint1X" fmla="*/ 191849 w 191864"/>
                <a:gd name="GluePoint1Y" fmla="*/ 23870 h 28827"/>
                <a:gd name="GluePoint2X" fmla="*/ 187177 w 191864"/>
                <a:gd name="GluePoint2Y" fmla="*/ 18410 h 28827"/>
                <a:gd name="GluePoint3X" fmla="*/ 187151 w 191864"/>
                <a:gd name="GluePoint3Y" fmla="*/ 18410 h 28827"/>
                <a:gd name="GluePoint4X" fmla="*/ 184739 w 191864"/>
                <a:gd name="GluePoint4Y" fmla="*/ 18410 h 28827"/>
                <a:gd name="GluePoint5X" fmla="*/ 5460 w 191864"/>
                <a:gd name="GluePoint5Y" fmla="*/ 0 h 28827"/>
                <a:gd name="GluePoint6X" fmla="*/ 635 w 191864"/>
                <a:gd name="GluePoint6Y" fmla="*/ 0 h 28827"/>
                <a:gd name="GluePoint7X" fmla="*/ 5460 w 191864"/>
                <a:gd name="GluePoint7Y" fmla="*/ 5320 h 28827"/>
                <a:gd name="GluePoint8X" fmla="*/ 5460 w 191864"/>
                <a:gd name="GluePoint8Y" fmla="*/ 5333 h 28827"/>
                <a:gd name="GluePoint9X" fmla="*/ 0 w 191864"/>
                <a:gd name="GluePoint9Y" fmla="*/ 9777 h 28827"/>
                <a:gd name="GluePoint10X" fmla="*/ 0 w 191864"/>
                <a:gd name="GluePoint10Y" fmla="*/ 9777 h 28827"/>
                <a:gd name="GluePoint11X" fmla="*/ 186389 w 191864"/>
                <a:gd name="GluePoint11Y" fmla="*/ 28822 h 28827"/>
                <a:gd name="GluePoint12X" fmla="*/ 186389 w 191864"/>
                <a:gd name="GluePoint12Y" fmla="*/ 28822 h 28827"/>
                <a:gd name="GluePoint13X" fmla="*/ 191849 w 191864"/>
                <a:gd name="GluePoint13Y" fmla="*/ 23883 h 28827"/>
                <a:gd name="GluePoint14X" fmla="*/ 191849 w 191864"/>
                <a:gd name="GluePoint14Y" fmla="*/ 23870 h 2882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91864" h="28827" extrusionOk="0">
                  <a:moveTo>
                    <a:pt x="191849" y="23870"/>
                  </a:moveTo>
                  <a:cubicBezTo>
                    <a:pt x="192065" y="21077"/>
                    <a:pt x="189970" y="18626"/>
                    <a:pt x="187177" y="18410"/>
                  </a:cubicBezTo>
                  <a:cubicBezTo>
                    <a:pt x="187177" y="18410"/>
                    <a:pt x="187164" y="18410"/>
                    <a:pt x="187151" y="18410"/>
                  </a:cubicBezTo>
                  <a:lnTo>
                    <a:pt x="184739" y="18410"/>
                  </a:lnTo>
                  <a:lnTo>
                    <a:pt x="5460" y="0"/>
                  </a:lnTo>
                  <a:lnTo>
                    <a:pt x="635" y="0"/>
                  </a:lnTo>
                  <a:cubicBezTo>
                    <a:pt x="3441" y="140"/>
                    <a:pt x="5600" y="2514"/>
                    <a:pt x="5460" y="5320"/>
                  </a:cubicBezTo>
                  <a:cubicBezTo>
                    <a:pt x="5460" y="5320"/>
                    <a:pt x="5460" y="5333"/>
                    <a:pt x="5460" y="5333"/>
                  </a:cubicBezTo>
                  <a:cubicBezTo>
                    <a:pt x="5015" y="7974"/>
                    <a:pt x="2679" y="9878"/>
                    <a:pt x="0" y="9777"/>
                  </a:cubicBezTo>
                  <a:lnTo>
                    <a:pt x="0" y="9777"/>
                  </a:lnTo>
                  <a:lnTo>
                    <a:pt x="186389" y="28822"/>
                  </a:lnTo>
                  <a:lnTo>
                    <a:pt x="186389" y="28822"/>
                  </a:lnTo>
                  <a:cubicBezTo>
                    <a:pt x="189259" y="28961"/>
                    <a:pt x="191709" y="26752"/>
                    <a:pt x="191849" y="23883"/>
                  </a:cubicBezTo>
                  <a:cubicBezTo>
                    <a:pt x="191849" y="23883"/>
                    <a:pt x="191849" y="23870"/>
                    <a:pt x="191849" y="23870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6200" rIns="90000" bIns="-162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69" name="Freeform: Shape 753"/>
            <p:cNvSpPr/>
            <p:nvPr/>
          </p:nvSpPr>
          <p:spPr bwMode="auto">
            <a:xfrm>
              <a:off x="11303640" y="1202759"/>
              <a:ext cx="9720" cy="39600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396000"/>
                <a:gd name="textAreaBottom" fmla="*/ 396360 h 396000"/>
                <a:gd name="GluePoint1X" fmla="*/ 5460 w 9989"/>
                <a:gd name="GluePoint1Y" fmla="*/ 4825 h 396524"/>
                <a:gd name="GluePoint2X" fmla="*/ 0 w 9989"/>
                <a:gd name="GluePoint2Y" fmla="*/ 0 h 396524"/>
                <a:gd name="GluePoint3X" fmla="*/ 0 w 9989"/>
                <a:gd name="GluePoint3Y" fmla="*/ 391693 h 396524"/>
                <a:gd name="GluePoint4X" fmla="*/ 5460 w 9989"/>
                <a:gd name="GluePoint4Y" fmla="*/ 396518 h 396524"/>
                <a:gd name="GluePoint5X" fmla="*/ 9141 w 9989"/>
                <a:gd name="GluePoint5Y" fmla="*/ 395248 h 396524"/>
                <a:gd name="GluePoint6X" fmla="*/ 9903 w 9989"/>
                <a:gd name="GluePoint6Y" fmla="*/ 394233 h 396524"/>
                <a:gd name="GluePoint7X" fmla="*/ 9903 w 9989"/>
                <a:gd name="GluePoint7Y" fmla="*/ 393471 h 396524"/>
                <a:gd name="GluePoint8X" fmla="*/ 9903 w 9989"/>
                <a:gd name="GluePoint8Y" fmla="*/ 392455 h 396524"/>
                <a:gd name="GluePoint9X" fmla="*/ 9903 w 9989"/>
                <a:gd name="GluePoint9Y" fmla="*/ 392455 h 396524"/>
                <a:gd name="GluePoint10X" fmla="*/ 9903 w 9989"/>
                <a:gd name="GluePoint10Y" fmla="*/ 0 h 396524"/>
                <a:gd name="GluePoint11X" fmla="*/ 5460 w 9989"/>
                <a:gd name="GluePoint11Y" fmla="*/ 4825 h 39652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9989" h="396524" extrusionOk="0">
                  <a:moveTo>
                    <a:pt x="5460" y="4825"/>
                  </a:moveTo>
                  <a:cubicBezTo>
                    <a:pt x="2628" y="4964"/>
                    <a:pt x="203" y="2831"/>
                    <a:pt x="0" y="0"/>
                  </a:cubicBezTo>
                  <a:lnTo>
                    <a:pt x="0" y="391693"/>
                  </a:lnTo>
                  <a:cubicBezTo>
                    <a:pt x="203" y="394525"/>
                    <a:pt x="2628" y="396658"/>
                    <a:pt x="5460" y="396518"/>
                  </a:cubicBezTo>
                  <a:cubicBezTo>
                    <a:pt x="6792" y="396505"/>
                    <a:pt x="8087" y="396061"/>
                    <a:pt x="9141" y="395248"/>
                  </a:cubicBezTo>
                  <a:lnTo>
                    <a:pt x="9903" y="394233"/>
                  </a:lnTo>
                  <a:cubicBezTo>
                    <a:pt x="10018" y="393992"/>
                    <a:pt x="10018" y="393712"/>
                    <a:pt x="9903" y="393471"/>
                  </a:cubicBezTo>
                  <a:cubicBezTo>
                    <a:pt x="9942" y="393128"/>
                    <a:pt x="9942" y="392798"/>
                    <a:pt x="9903" y="392455"/>
                  </a:cubicBezTo>
                  <a:lnTo>
                    <a:pt x="9903" y="392455"/>
                  </a:lnTo>
                  <a:lnTo>
                    <a:pt x="9903" y="0"/>
                  </a:lnTo>
                  <a:cubicBezTo>
                    <a:pt x="9802" y="2476"/>
                    <a:pt x="7922" y="4520"/>
                    <a:pt x="5460" y="482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0" name="Freeform: Shape 754"/>
            <p:cNvSpPr/>
            <p:nvPr/>
          </p:nvSpPr>
          <p:spPr bwMode="auto">
            <a:xfrm>
              <a:off x="11197079" y="1679759"/>
              <a:ext cx="990000" cy="215280"/>
            </a:xfrm>
            <a:custGeom>
              <a:avLst/>
              <a:gdLst>
                <a:gd name="textAreaLeft" fmla="*/ 0 w 990000"/>
                <a:gd name="textAreaRight" fmla="*/ 990360 w 990000"/>
                <a:gd name="textAreaTop" fmla="*/ 0 h 215280"/>
                <a:gd name="textAreaBottom" fmla="*/ 215640 h 215280"/>
                <a:gd name="GluePoint1X" fmla="*/ 6476 w 990272"/>
                <a:gd name="GluePoint1Y" fmla="*/ 5841 h 215590"/>
                <a:gd name="GluePoint2X" fmla="*/ 1143 w 990272"/>
                <a:gd name="GluePoint2Y" fmla="*/ 9650 h 215590"/>
                <a:gd name="GluePoint3X" fmla="*/ 0 w 990272"/>
                <a:gd name="GluePoint3Y" fmla="*/ 9650 h 215590"/>
                <a:gd name="GluePoint4X" fmla="*/ 976005 w 990272"/>
                <a:gd name="GluePoint4Y" fmla="*/ 213940 h 215590"/>
                <a:gd name="GluePoint5X" fmla="*/ 983877 w 990272"/>
                <a:gd name="GluePoint5Y" fmla="*/ 215590 h 215590"/>
                <a:gd name="GluePoint6X" fmla="*/ 985020 w 990272"/>
                <a:gd name="GluePoint6Y" fmla="*/ 215590 h 215590"/>
                <a:gd name="GluePoint7X" fmla="*/ 990225 w 990272"/>
                <a:gd name="GluePoint7Y" fmla="*/ 211781 h 215590"/>
                <a:gd name="GluePoint8X" fmla="*/ 990225 w 990272"/>
                <a:gd name="GluePoint8Y" fmla="*/ 211781 h 215590"/>
                <a:gd name="GluePoint9X" fmla="*/ 990225 w 990272"/>
                <a:gd name="GluePoint9Y" fmla="*/ 210638 h 215590"/>
                <a:gd name="GluePoint10X" fmla="*/ 990225 w 990272"/>
                <a:gd name="GluePoint10Y" fmla="*/ 210638 h 215590"/>
                <a:gd name="GluePoint11X" fmla="*/ 990225 w 990272"/>
                <a:gd name="GluePoint11Y" fmla="*/ 209623 h 215590"/>
                <a:gd name="GluePoint12X" fmla="*/ 990225 w 990272"/>
                <a:gd name="GluePoint12Y" fmla="*/ 208734 h 215590"/>
                <a:gd name="GluePoint13X" fmla="*/ 990225 w 990272"/>
                <a:gd name="GluePoint13Y" fmla="*/ 208734 h 215590"/>
                <a:gd name="GluePoint14X" fmla="*/ 990225 w 990272"/>
                <a:gd name="GluePoint14Y" fmla="*/ 208734 h 215590"/>
                <a:gd name="GluePoint15X" fmla="*/ 990225 w 990272"/>
                <a:gd name="GluePoint15Y" fmla="*/ 208734 h 215590"/>
                <a:gd name="GluePoint16X" fmla="*/ 989591 w 990272"/>
                <a:gd name="GluePoint16Y" fmla="*/ 208734 h 215590"/>
                <a:gd name="GluePoint17X" fmla="*/ 989591 w 990272"/>
                <a:gd name="GluePoint17Y" fmla="*/ 208734 h 215590"/>
                <a:gd name="GluePoint18X" fmla="*/ 988194 w 990272"/>
                <a:gd name="GluePoint18Y" fmla="*/ 208734 h 215590"/>
                <a:gd name="GluePoint19X" fmla="*/ 988194 w 990272"/>
                <a:gd name="GluePoint19Y" fmla="*/ 208734 h 215590"/>
                <a:gd name="GluePoint20X" fmla="*/ 988194 w 990272"/>
                <a:gd name="GluePoint20Y" fmla="*/ 208734 h 215590"/>
                <a:gd name="GluePoint21X" fmla="*/ 988194 w 990272"/>
                <a:gd name="GluePoint21Y" fmla="*/ 208734 h 215590"/>
                <a:gd name="GluePoint22X" fmla="*/ 12570 w 990272"/>
                <a:gd name="GluePoint22Y" fmla="*/ 2032 h 215590"/>
                <a:gd name="GluePoint23X" fmla="*/ 2412 w 990272"/>
                <a:gd name="GluePoint23Y" fmla="*/ 0 h 215590"/>
                <a:gd name="GluePoint24X" fmla="*/ 6501 w 990272"/>
                <a:gd name="GluePoint24Y" fmla="*/ 5688 h 215590"/>
                <a:gd name="GluePoint25X" fmla="*/ 6476 w 990272"/>
                <a:gd name="GluePoint25Y" fmla="*/ 5841 h 215590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  <a:cxn ang="0">
                  <a:pos x="GluePoint17X" y="GluePoint17Y"/>
                </a:cxn>
                <a:cxn ang="0">
                  <a:pos x="GluePoint18X" y="GluePoint18Y"/>
                </a:cxn>
                <a:cxn ang="0">
                  <a:pos x="GluePoint19X" y="GluePoint19Y"/>
                </a:cxn>
                <a:cxn ang="0">
                  <a:pos x="GluePoint20X" y="GluePoint20Y"/>
                </a:cxn>
                <a:cxn ang="0">
                  <a:pos x="GluePoint21X" y="GluePoint21Y"/>
                </a:cxn>
                <a:cxn ang="0">
                  <a:pos x="GluePoint22X" y="GluePoint22Y"/>
                </a:cxn>
                <a:cxn ang="0">
                  <a:pos x="GluePoint23X" y="GluePoint23Y"/>
                </a:cxn>
                <a:cxn ang="0">
                  <a:pos x="GluePoint24X" y="GluePoint24Y"/>
                </a:cxn>
                <a:cxn ang="0">
                  <a:pos x="GluePoint25X" y="GluePoint25Y"/>
                </a:cxn>
              </a:cxnLst>
              <a:rect l="textAreaLeft" t="textAreaTop" r="textAreaRight" b="textAreaBottom"/>
              <a:pathLst>
                <a:path w="990272" h="215590" extrusionOk="0">
                  <a:moveTo>
                    <a:pt x="6476" y="5841"/>
                  </a:moveTo>
                  <a:cubicBezTo>
                    <a:pt x="5777" y="8177"/>
                    <a:pt x="3581" y="9751"/>
                    <a:pt x="1143" y="9650"/>
                  </a:cubicBezTo>
                  <a:lnTo>
                    <a:pt x="0" y="9650"/>
                  </a:lnTo>
                  <a:lnTo>
                    <a:pt x="976005" y="213940"/>
                  </a:lnTo>
                  <a:lnTo>
                    <a:pt x="983877" y="215590"/>
                  </a:lnTo>
                  <a:lnTo>
                    <a:pt x="985020" y="215590"/>
                  </a:lnTo>
                  <a:cubicBezTo>
                    <a:pt x="987420" y="215628"/>
                    <a:pt x="989540" y="214079"/>
                    <a:pt x="990225" y="211781"/>
                  </a:cubicBezTo>
                  <a:lnTo>
                    <a:pt x="990225" y="211781"/>
                  </a:lnTo>
                  <a:cubicBezTo>
                    <a:pt x="990289" y="211400"/>
                    <a:pt x="990289" y="211019"/>
                    <a:pt x="990225" y="210638"/>
                  </a:cubicBezTo>
                  <a:lnTo>
                    <a:pt x="990225" y="210638"/>
                  </a:lnTo>
                  <a:cubicBezTo>
                    <a:pt x="990276" y="210296"/>
                    <a:pt x="990276" y="209953"/>
                    <a:pt x="990225" y="209623"/>
                  </a:cubicBezTo>
                  <a:cubicBezTo>
                    <a:pt x="990264" y="209331"/>
                    <a:pt x="990264" y="209026"/>
                    <a:pt x="990225" y="208734"/>
                  </a:cubicBezTo>
                  <a:lnTo>
                    <a:pt x="990225" y="208734"/>
                  </a:lnTo>
                  <a:lnTo>
                    <a:pt x="990225" y="208734"/>
                  </a:lnTo>
                  <a:lnTo>
                    <a:pt x="990225" y="208734"/>
                  </a:lnTo>
                  <a:lnTo>
                    <a:pt x="989591" y="208734"/>
                  </a:lnTo>
                  <a:lnTo>
                    <a:pt x="989591" y="208734"/>
                  </a:lnTo>
                  <a:cubicBezTo>
                    <a:pt x="989133" y="208620"/>
                    <a:pt x="988651" y="208620"/>
                    <a:pt x="988194" y="208734"/>
                  </a:cubicBezTo>
                  <a:lnTo>
                    <a:pt x="988194" y="208734"/>
                  </a:lnTo>
                  <a:lnTo>
                    <a:pt x="988194" y="208734"/>
                  </a:lnTo>
                  <a:lnTo>
                    <a:pt x="988194" y="208734"/>
                  </a:lnTo>
                  <a:lnTo>
                    <a:pt x="12570" y="2032"/>
                  </a:lnTo>
                  <a:lnTo>
                    <a:pt x="2412" y="0"/>
                  </a:lnTo>
                  <a:cubicBezTo>
                    <a:pt x="5117" y="444"/>
                    <a:pt x="6945" y="2984"/>
                    <a:pt x="6501" y="5688"/>
                  </a:cubicBezTo>
                  <a:cubicBezTo>
                    <a:pt x="6501" y="5739"/>
                    <a:pt x="6489" y="5790"/>
                    <a:pt x="6476" y="584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1" name="Freeform 813"/>
            <p:cNvSpPr/>
            <p:nvPr/>
          </p:nvSpPr>
          <p:spPr bwMode="auto">
            <a:xfrm>
              <a:off x="4127400" y="-12600"/>
              <a:ext cx="10440" cy="662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66240"/>
                <a:gd name="textAreaBottom" fmla="*/ 66600 h 66240"/>
                <a:gd name="GluePoint1X" fmla="*/ 0 w 10792"/>
                <a:gd name="GluePoint1Y" fmla="*/ 0 h 66581"/>
                <a:gd name="GluePoint2X" fmla="*/ 10792 w 10792"/>
                <a:gd name="GluePoint2Y" fmla="*/ 0 h 66581"/>
                <a:gd name="GluePoint3X" fmla="*/ 10792 w 10792"/>
                <a:gd name="GluePoint3Y" fmla="*/ 61947 h 66581"/>
                <a:gd name="GluePoint4X" fmla="*/ 6221 w 10792"/>
                <a:gd name="GluePoint4Y" fmla="*/ 66518 h 66581"/>
                <a:gd name="GluePoint5X" fmla="*/ 0 w 10792"/>
                <a:gd name="GluePoint5Y" fmla="*/ 61947 h 6658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</a:cxnLst>
              <a:rect l="textAreaLeft" t="textAreaTop" r="textAreaRight" b="textAreaBottom"/>
              <a:pathLst>
                <a:path w="10792" h="66581" extrusionOk="0">
                  <a:moveTo>
                    <a:pt x="0" y="0"/>
                  </a:moveTo>
                  <a:lnTo>
                    <a:pt x="10792" y="0"/>
                  </a:lnTo>
                  <a:lnTo>
                    <a:pt x="10792" y="61947"/>
                  </a:lnTo>
                  <a:cubicBezTo>
                    <a:pt x="10424" y="64309"/>
                    <a:pt x="8583" y="66150"/>
                    <a:pt x="6221" y="66518"/>
                  </a:cubicBezTo>
                  <a:cubicBezTo>
                    <a:pt x="3251" y="66975"/>
                    <a:pt x="457" y="64931"/>
                    <a:pt x="0" y="61947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21600" rIns="900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2" name="Freeform: Shape 763"/>
            <p:cNvSpPr/>
            <p:nvPr/>
          </p:nvSpPr>
          <p:spPr bwMode="auto">
            <a:xfrm>
              <a:off x="5901840" y="924840"/>
              <a:ext cx="179640" cy="26280"/>
            </a:xfrm>
            <a:custGeom>
              <a:avLst/>
              <a:gdLst>
                <a:gd name="textAreaLeft" fmla="*/ 0 w 179640"/>
                <a:gd name="textAreaRight" fmla="*/ 180000 w 179640"/>
                <a:gd name="textAreaTop" fmla="*/ 0 h 26280"/>
                <a:gd name="textAreaBottom" fmla="*/ 26640 h 26280"/>
                <a:gd name="GluePoint1X" fmla="*/ 174100 w 180067"/>
                <a:gd name="GluePoint1Y" fmla="*/ 21965 h 26722"/>
                <a:gd name="GluePoint2X" fmla="*/ 180067 w 180067"/>
                <a:gd name="GluePoint2Y" fmla="*/ 17648 h 26722"/>
                <a:gd name="GluePoint3X" fmla="*/ 177655 w 180067"/>
                <a:gd name="GluePoint3Y" fmla="*/ 17648 h 26722"/>
                <a:gd name="GluePoint4X" fmla="*/ 4978 w 180067"/>
                <a:gd name="GluePoint4Y" fmla="*/ 0 h 26722"/>
                <a:gd name="GluePoint5X" fmla="*/ 2692 w 180067"/>
                <a:gd name="GluePoint5Y" fmla="*/ 0 h 26722"/>
                <a:gd name="GluePoint6X" fmla="*/ 1423 w 180067"/>
                <a:gd name="GluePoint6Y" fmla="*/ 635 h 26722"/>
                <a:gd name="GluePoint7X" fmla="*/ 1423 w 180067"/>
                <a:gd name="GluePoint7Y" fmla="*/ 635 h 26722"/>
                <a:gd name="GluePoint8X" fmla="*/ 661 w 180067"/>
                <a:gd name="GluePoint8Y" fmla="*/ 1397 h 26722"/>
                <a:gd name="GluePoint9X" fmla="*/ 661 w 180067"/>
                <a:gd name="GluePoint9Y" fmla="*/ 2158 h 26722"/>
                <a:gd name="GluePoint10X" fmla="*/ 26 w 180067"/>
                <a:gd name="GluePoint10Y" fmla="*/ 3682 h 26722"/>
                <a:gd name="GluePoint11X" fmla="*/ 4445 w 180067"/>
                <a:gd name="GluePoint11Y" fmla="*/ 9116 h 26722"/>
                <a:gd name="GluePoint12X" fmla="*/ 4851 w 180067"/>
                <a:gd name="GluePoint12Y" fmla="*/ 9142 h 26722"/>
                <a:gd name="GluePoint13X" fmla="*/ 8787 w 180067"/>
                <a:gd name="GluePoint13Y" fmla="*/ 9142 h 26722"/>
                <a:gd name="GluePoint14X" fmla="*/ 179813 w 180067"/>
                <a:gd name="GluePoint14Y" fmla="*/ 26663 h 26722"/>
                <a:gd name="GluePoint15X" fmla="*/ 174150 w 180067"/>
                <a:gd name="GluePoint15Y" fmla="*/ 22537 h 26722"/>
                <a:gd name="GluePoint16X" fmla="*/ 174100 w 180067"/>
                <a:gd name="GluePoint16Y" fmla="*/ 21965 h 2672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  <a:cxn ang="0">
                  <a:pos x="GluePoint15X" y="GluePoint15Y"/>
                </a:cxn>
                <a:cxn ang="0">
                  <a:pos x="GluePoint16X" y="GluePoint16Y"/>
                </a:cxn>
              </a:cxnLst>
              <a:rect l="textAreaLeft" t="textAreaTop" r="textAreaRight" b="textAreaBottom"/>
              <a:pathLst>
                <a:path w="180067" h="26722" extrusionOk="0">
                  <a:moveTo>
                    <a:pt x="174100" y="21965"/>
                  </a:moveTo>
                  <a:cubicBezTo>
                    <a:pt x="174620" y="19159"/>
                    <a:pt x="177249" y="17268"/>
                    <a:pt x="180067" y="17648"/>
                  </a:cubicBezTo>
                  <a:lnTo>
                    <a:pt x="177655" y="17648"/>
                  </a:lnTo>
                  <a:lnTo>
                    <a:pt x="4978" y="0"/>
                  </a:lnTo>
                  <a:lnTo>
                    <a:pt x="2692" y="0"/>
                  </a:lnTo>
                  <a:lnTo>
                    <a:pt x="1423" y="635"/>
                  </a:lnTo>
                  <a:cubicBezTo>
                    <a:pt x="1423" y="635"/>
                    <a:pt x="1423" y="635"/>
                    <a:pt x="1423" y="635"/>
                  </a:cubicBezTo>
                  <a:lnTo>
                    <a:pt x="661" y="1397"/>
                  </a:lnTo>
                  <a:cubicBezTo>
                    <a:pt x="623" y="1650"/>
                    <a:pt x="623" y="1904"/>
                    <a:pt x="661" y="2158"/>
                  </a:cubicBezTo>
                  <a:cubicBezTo>
                    <a:pt x="344" y="2615"/>
                    <a:pt x="128" y="3136"/>
                    <a:pt x="26" y="3682"/>
                  </a:cubicBezTo>
                  <a:cubicBezTo>
                    <a:pt x="-253" y="6399"/>
                    <a:pt x="1728" y="8837"/>
                    <a:pt x="4445" y="9116"/>
                  </a:cubicBezTo>
                  <a:cubicBezTo>
                    <a:pt x="4585" y="9129"/>
                    <a:pt x="4711" y="9142"/>
                    <a:pt x="4851" y="9142"/>
                  </a:cubicBezTo>
                  <a:lnTo>
                    <a:pt x="8787" y="9142"/>
                  </a:lnTo>
                  <a:lnTo>
                    <a:pt x="179813" y="26663"/>
                  </a:lnTo>
                  <a:cubicBezTo>
                    <a:pt x="177109" y="27082"/>
                    <a:pt x="174582" y="25241"/>
                    <a:pt x="174150" y="22537"/>
                  </a:cubicBezTo>
                  <a:cubicBezTo>
                    <a:pt x="174125" y="22346"/>
                    <a:pt x="174112" y="22156"/>
                    <a:pt x="174100" y="2196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18360" rIns="90000" bIns="-1836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3" name="Freeform: Shape 764"/>
            <p:cNvSpPr/>
            <p:nvPr/>
          </p:nvSpPr>
          <p:spPr bwMode="auto">
            <a:xfrm>
              <a:off x="11303640" y="1019879"/>
              <a:ext cx="10440" cy="7884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78840"/>
                <a:gd name="textAreaBottom" fmla="*/ 79200 h 78840"/>
                <a:gd name="GluePoint1X" fmla="*/ 10792 w 10791"/>
                <a:gd name="GluePoint1Y" fmla="*/ 4635 h 79164"/>
                <a:gd name="GluePoint2X" fmla="*/ 4571 w 10791"/>
                <a:gd name="GluePoint2Y" fmla="*/ 64 h 79164"/>
                <a:gd name="GluePoint3X" fmla="*/ 0 w 10791"/>
                <a:gd name="GluePoint3Y" fmla="*/ 4635 h 79164"/>
                <a:gd name="GluePoint4X" fmla="*/ 0 w 10791"/>
                <a:gd name="GluePoint4Y" fmla="*/ 79164 h 79164"/>
                <a:gd name="GluePoint5X" fmla="*/ 6221 w 10791"/>
                <a:gd name="GluePoint5Y" fmla="*/ 74594 h 79164"/>
                <a:gd name="GluePoint6X" fmla="*/ 10792 w 10791"/>
                <a:gd name="GluePoint6Y" fmla="*/ 79164 h 79164"/>
                <a:gd name="GluePoint7X" fmla="*/ 10792 w 10791"/>
                <a:gd name="GluePoint7Y" fmla="*/ 4762 h 7916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1" h="79164" extrusionOk="0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79164"/>
                  </a:lnTo>
                  <a:cubicBezTo>
                    <a:pt x="457" y="76181"/>
                    <a:pt x="3250" y="74136"/>
                    <a:pt x="6221" y="74594"/>
                  </a:cubicBezTo>
                  <a:cubicBezTo>
                    <a:pt x="8583" y="74962"/>
                    <a:pt x="10424" y="76803"/>
                    <a:pt x="10792" y="79164"/>
                  </a:cubicBezTo>
                  <a:lnTo>
                    <a:pt x="10792" y="4762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34200" rIns="900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4" name="Freeform: Shape 765"/>
            <p:cNvSpPr/>
            <p:nvPr/>
          </p:nvSpPr>
          <p:spPr bwMode="auto">
            <a:xfrm>
              <a:off x="11303640" y="1094400"/>
              <a:ext cx="10440" cy="112680"/>
            </a:xfrm>
            <a:custGeom>
              <a:avLst/>
              <a:gdLst>
                <a:gd name="textAreaLeft" fmla="*/ 0 w 10440"/>
                <a:gd name="textAreaRight" fmla="*/ 10800 w 10440"/>
                <a:gd name="textAreaTop" fmla="*/ 0 h 112680"/>
                <a:gd name="textAreaBottom" fmla="*/ 113040 h 112680"/>
                <a:gd name="GluePoint1X" fmla="*/ 10792 w 10791"/>
                <a:gd name="GluePoint1Y" fmla="*/ 4635 h 112874"/>
                <a:gd name="GluePoint2X" fmla="*/ 4571 w 10791"/>
                <a:gd name="GluePoint2Y" fmla="*/ 64 h 112874"/>
                <a:gd name="GluePoint3X" fmla="*/ 0 w 10791"/>
                <a:gd name="GluePoint3Y" fmla="*/ 4635 h 112874"/>
                <a:gd name="GluePoint4X" fmla="*/ 0 w 10791"/>
                <a:gd name="GluePoint4Y" fmla="*/ 108240 h 112874"/>
                <a:gd name="GluePoint5X" fmla="*/ 6221 w 10791"/>
                <a:gd name="GluePoint5Y" fmla="*/ 112810 h 112874"/>
                <a:gd name="GluePoint6X" fmla="*/ 10792 w 10791"/>
                <a:gd name="GluePoint6Y" fmla="*/ 108240 h 112874"/>
                <a:gd name="GluePoint7X" fmla="*/ 10792 w 10791"/>
                <a:gd name="GluePoint7Y" fmla="*/ 4635 h 112874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</a:cxnLst>
              <a:rect l="textAreaLeft" t="textAreaTop" r="textAreaRight" b="textAreaBottom"/>
              <a:pathLst>
                <a:path w="10791" h="112874" extrusionOk="0">
                  <a:moveTo>
                    <a:pt x="10792" y="4635"/>
                  </a:moveTo>
                  <a:cubicBezTo>
                    <a:pt x="10335" y="1651"/>
                    <a:pt x="7542" y="-393"/>
                    <a:pt x="4571" y="64"/>
                  </a:cubicBezTo>
                  <a:cubicBezTo>
                    <a:pt x="2209" y="432"/>
                    <a:pt x="368" y="2273"/>
                    <a:pt x="0" y="4635"/>
                  </a:cubicBezTo>
                  <a:lnTo>
                    <a:pt x="0" y="108240"/>
                  </a:lnTo>
                  <a:cubicBezTo>
                    <a:pt x="457" y="111223"/>
                    <a:pt x="3250" y="113268"/>
                    <a:pt x="6221" y="112810"/>
                  </a:cubicBezTo>
                  <a:cubicBezTo>
                    <a:pt x="8583" y="112442"/>
                    <a:pt x="10424" y="110602"/>
                    <a:pt x="10792" y="108240"/>
                  </a:cubicBezTo>
                  <a:lnTo>
                    <a:pt x="10792" y="4635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5" name="Freeform: Shape 766"/>
            <p:cNvSpPr/>
            <p:nvPr/>
          </p:nvSpPr>
          <p:spPr bwMode="auto">
            <a:xfrm>
              <a:off x="10631880" y="1562040"/>
              <a:ext cx="425160" cy="97200"/>
            </a:xfrm>
            <a:custGeom>
              <a:avLst/>
              <a:gdLst>
                <a:gd name="textAreaLeft" fmla="*/ 0 w 425160"/>
                <a:gd name="textAreaRight" fmla="*/ 425520 w 425160"/>
                <a:gd name="textAreaTop" fmla="*/ 0 h 97200"/>
                <a:gd name="textAreaBottom" fmla="*/ 97560 h 97200"/>
                <a:gd name="GluePoint1X" fmla="*/ 10758 w 425562"/>
                <a:gd name="GluePoint1Y" fmla="*/ 1095 h 97462"/>
                <a:gd name="GluePoint2X" fmla="*/ 6567 w 425562"/>
                <a:gd name="GluePoint2Y" fmla="*/ 206 h 97462"/>
                <a:gd name="GluePoint3X" fmla="*/ 130 w 425562"/>
                <a:gd name="GluePoint3Y" fmla="*/ 3774 h 97462"/>
                <a:gd name="GluePoint4X" fmla="*/ 92 w 425562"/>
                <a:gd name="GluePoint4Y" fmla="*/ 3888 h 97462"/>
                <a:gd name="GluePoint5X" fmla="*/ 4003 w 425562"/>
                <a:gd name="GluePoint5Y" fmla="*/ 9703 h 97462"/>
                <a:gd name="GluePoint6X" fmla="*/ 4155 w 425562"/>
                <a:gd name="GluePoint6Y" fmla="*/ 9729 h 97462"/>
                <a:gd name="GluePoint7X" fmla="*/ 423150 w 425562"/>
                <a:gd name="GluePoint7Y" fmla="*/ 97463 h 97462"/>
                <a:gd name="GluePoint8X" fmla="*/ 419062 w 425562"/>
                <a:gd name="GluePoint8Y" fmla="*/ 91775 h 97462"/>
                <a:gd name="GluePoint9X" fmla="*/ 419087 w 425562"/>
                <a:gd name="GluePoint9Y" fmla="*/ 91622 h 97462"/>
                <a:gd name="GluePoint10X" fmla="*/ 425563 w 425562"/>
                <a:gd name="GluePoint10Y" fmla="*/ 87940 h 97462"/>
                <a:gd name="GluePoint11X" fmla="*/ 418960 w 425562"/>
                <a:gd name="GluePoint11Y" fmla="*/ 86543 h 97462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425562" h="97462" extrusionOk="0">
                  <a:moveTo>
                    <a:pt x="10758" y="1095"/>
                  </a:moveTo>
                  <a:lnTo>
                    <a:pt x="6567" y="206"/>
                  </a:lnTo>
                  <a:cubicBezTo>
                    <a:pt x="3799" y="-594"/>
                    <a:pt x="917" y="1006"/>
                    <a:pt x="130" y="3774"/>
                  </a:cubicBezTo>
                  <a:cubicBezTo>
                    <a:pt x="117" y="3812"/>
                    <a:pt x="105" y="3850"/>
                    <a:pt x="92" y="3888"/>
                  </a:cubicBezTo>
                  <a:cubicBezTo>
                    <a:pt x="-428" y="6567"/>
                    <a:pt x="1311" y="9170"/>
                    <a:pt x="4003" y="9703"/>
                  </a:cubicBezTo>
                  <a:cubicBezTo>
                    <a:pt x="4053" y="9716"/>
                    <a:pt x="4105" y="9716"/>
                    <a:pt x="4155" y="9729"/>
                  </a:cubicBezTo>
                  <a:lnTo>
                    <a:pt x="423150" y="97463"/>
                  </a:lnTo>
                  <a:cubicBezTo>
                    <a:pt x="420446" y="97018"/>
                    <a:pt x="418617" y="94479"/>
                    <a:pt x="419062" y="91775"/>
                  </a:cubicBezTo>
                  <a:cubicBezTo>
                    <a:pt x="419062" y="91724"/>
                    <a:pt x="419075" y="91673"/>
                    <a:pt x="419087" y="91622"/>
                  </a:cubicBezTo>
                  <a:cubicBezTo>
                    <a:pt x="419887" y="88842"/>
                    <a:pt x="422757" y="87204"/>
                    <a:pt x="425563" y="87940"/>
                  </a:cubicBezTo>
                  <a:lnTo>
                    <a:pt x="418960" y="86543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6" name="Freeform: Shape 767"/>
            <p:cNvSpPr/>
            <p:nvPr/>
          </p:nvSpPr>
          <p:spPr bwMode="auto">
            <a:xfrm>
              <a:off x="11050200" y="1649880"/>
              <a:ext cx="153000" cy="39240"/>
            </a:xfrm>
            <a:custGeom>
              <a:avLst/>
              <a:gdLst>
                <a:gd name="textAreaLeft" fmla="*/ 0 w 153000"/>
                <a:gd name="textAreaRight" fmla="*/ 153360 w 153000"/>
                <a:gd name="textAreaTop" fmla="*/ 0 h 39240"/>
                <a:gd name="textAreaBottom" fmla="*/ 39600 h 39240"/>
                <a:gd name="GluePoint1X" fmla="*/ 6568 w 153307"/>
                <a:gd name="GluePoint1Y" fmla="*/ 176 h 39667"/>
                <a:gd name="GluePoint2X" fmla="*/ 6568 w 153307"/>
                <a:gd name="GluePoint2Y" fmla="*/ 176 h 39667"/>
                <a:gd name="GluePoint3X" fmla="*/ 92 w 153307"/>
                <a:gd name="GluePoint3Y" fmla="*/ 3858 h 39667"/>
                <a:gd name="GluePoint4X" fmla="*/ 4002 w 153307"/>
                <a:gd name="GluePoint4Y" fmla="*/ 9673 h 39667"/>
                <a:gd name="GluePoint5X" fmla="*/ 4155 w 153307"/>
                <a:gd name="GluePoint5Y" fmla="*/ 9699 h 39667"/>
                <a:gd name="GluePoint6X" fmla="*/ 4155 w 153307"/>
                <a:gd name="GluePoint6Y" fmla="*/ 9699 h 39667"/>
                <a:gd name="GluePoint7X" fmla="*/ 146740 w 153307"/>
                <a:gd name="GluePoint7Y" fmla="*/ 39663 h 39667"/>
                <a:gd name="GluePoint8X" fmla="*/ 147883 w 153307"/>
                <a:gd name="GluePoint8Y" fmla="*/ 39663 h 39667"/>
                <a:gd name="GluePoint9X" fmla="*/ 153216 w 153307"/>
                <a:gd name="GluePoint9Y" fmla="*/ 35854 h 39667"/>
                <a:gd name="GluePoint10X" fmla="*/ 149305 w 153307"/>
                <a:gd name="GluePoint10Y" fmla="*/ 30039 h 39667"/>
                <a:gd name="GluePoint11X" fmla="*/ 149153 w 153307"/>
                <a:gd name="GluePoint11Y" fmla="*/ 30014 h 39667"/>
                <a:gd name="GluePoint12X" fmla="*/ 149153 w 153307"/>
                <a:gd name="GluePoint12Y" fmla="*/ 30014 h 39667"/>
                <a:gd name="GluePoint13X" fmla="*/ 146360 w 153307"/>
                <a:gd name="GluePoint13Y" fmla="*/ 29379 h 39667"/>
                <a:gd name="GluePoint14X" fmla="*/ 10757 w 153307"/>
                <a:gd name="GluePoint14Y" fmla="*/ 938 h 39667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  <a:cxn ang="0">
                  <a:pos x="GluePoint14X" y="GluePoint14Y"/>
                </a:cxn>
              </a:cxnLst>
              <a:rect l="textAreaLeft" t="textAreaTop" r="textAreaRight" b="textAreaBottom"/>
              <a:pathLst>
                <a:path w="153307" h="39667" extrusionOk="0">
                  <a:moveTo>
                    <a:pt x="6568" y="176"/>
                  </a:moveTo>
                  <a:lnTo>
                    <a:pt x="6568" y="176"/>
                  </a:lnTo>
                  <a:cubicBezTo>
                    <a:pt x="3761" y="-560"/>
                    <a:pt x="892" y="1078"/>
                    <a:pt x="92" y="3858"/>
                  </a:cubicBezTo>
                  <a:cubicBezTo>
                    <a:pt x="-429" y="6537"/>
                    <a:pt x="1311" y="9140"/>
                    <a:pt x="4002" y="9673"/>
                  </a:cubicBezTo>
                  <a:cubicBezTo>
                    <a:pt x="4054" y="9686"/>
                    <a:pt x="4104" y="9686"/>
                    <a:pt x="4155" y="9699"/>
                  </a:cubicBezTo>
                  <a:lnTo>
                    <a:pt x="4155" y="9699"/>
                  </a:lnTo>
                  <a:lnTo>
                    <a:pt x="146740" y="39663"/>
                  </a:lnTo>
                  <a:lnTo>
                    <a:pt x="147883" y="39663"/>
                  </a:lnTo>
                  <a:cubicBezTo>
                    <a:pt x="150321" y="39764"/>
                    <a:pt x="152518" y="38190"/>
                    <a:pt x="153216" y="35854"/>
                  </a:cubicBezTo>
                  <a:cubicBezTo>
                    <a:pt x="153737" y="33175"/>
                    <a:pt x="151997" y="30572"/>
                    <a:pt x="149305" y="30039"/>
                  </a:cubicBezTo>
                  <a:cubicBezTo>
                    <a:pt x="149254" y="30026"/>
                    <a:pt x="149204" y="30026"/>
                    <a:pt x="149153" y="30014"/>
                  </a:cubicBezTo>
                  <a:lnTo>
                    <a:pt x="149153" y="30014"/>
                  </a:lnTo>
                  <a:lnTo>
                    <a:pt x="146360" y="29379"/>
                  </a:lnTo>
                  <a:lnTo>
                    <a:pt x="10757" y="938"/>
                  </a:ln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-5400" rIns="90000" bIns="-54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7" name="Freeform: Shape 770"/>
            <p:cNvSpPr/>
            <p:nvPr/>
          </p:nvSpPr>
          <p:spPr bwMode="auto">
            <a:xfrm>
              <a:off x="6076080" y="943200"/>
              <a:ext cx="978840" cy="109440"/>
            </a:xfrm>
            <a:custGeom>
              <a:avLst/>
              <a:gdLst>
                <a:gd name="textAreaLeft" fmla="*/ 0 w 978840"/>
                <a:gd name="textAreaRight" fmla="*/ 979200 w 978840"/>
                <a:gd name="textAreaTop" fmla="*/ 0 h 109440"/>
                <a:gd name="textAreaBottom" fmla="*/ 109800 h 109440"/>
                <a:gd name="GluePoint1X" fmla="*/ 973365 w 979332"/>
                <a:gd name="GluePoint1Y" fmla="*/ 103781 h 109621"/>
                <a:gd name="GluePoint2X" fmla="*/ 979332 w 979332"/>
                <a:gd name="GluePoint2Y" fmla="*/ 99337 h 109621"/>
                <a:gd name="GluePoint3X" fmla="*/ 973238 w 979332"/>
                <a:gd name="GluePoint3Y" fmla="*/ 99337 h 109621"/>
                <a:gd name="GluePoint4X" fmla="*/ 17929 w 979332"/>
                <a:gd name="GluePoint4Y" fmla="*/ 1318 h 109621"/>
                <a:gd name="GluePoint5X" fmla="*/ 5994 w 979332"/>
                <a:gd name="GluePoint5Y" fmla="*/ 49 h 109621"/>
                <a:gd name="GluePoint6X" fmla="*/ 26 w 979332"/>
                <a:gd name="GluePoint6Y" fmla="*/ 4366 h 109621"/>
                <a:gd name="GluePoint7X" fmla="*/ 4445 w 979332"/>
                <a:gd name="GluePoint7Y" fmla="*/ 9800 h 109621"/>
                <a:gd name="GluePoint8X" fmla="*/ 4724 w 979332"/>
                <a:gd name="GluePoint8Y" fmla="*/ 9825 h 109621"/>
                <a:gd name="GluePoint9X" fmla="*/ 978063 w 979332"/>
                <a:gd name="GluePoint9Y" fmla="*/ 109621 h 109621"/>
                <a:gd name="GluePoint10X" fmla="*/ 973289 w 979332"/>
                <a:gd name="GluePoint10Y" fmla="*/ 104505 h 109621"/>
                <a:gd name="GluePoint11X" fmla="*/ 973365 w 979332"/>
                <a:gd name="GluePoint11Y" fmla="*/ 103781 h 109621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</a:cxnLst>
              <a:rect l="textAreaLeft" t="textAreaTop" r="textAreaRight" b="textAreaBottom"/>
              <a:pathLst>
                <a:path w="979332" h="109621" extrusionOk="0">
                  <a:moveTo>
                    <a:pt x="973365" y="103781"/>
                  </a:moveTo>
                  <a:cubicBezTo>
                    <a:pt x="973886" y="100962"/>
                    <a:pt x="976488" y="99019"/>
                    <a:pt x="979332" y="99337"/>
                  </a:cubicBezTo>
                  <a:lnTo>
                    <a:pt x="973238" y="99337"/>
                  </a:lnTo>
                  <a:lnTo>
                    <a:pt x="17929" y="1318"/>
                  </a:lnTo>
                  <a:lnTo>
                    <a:pt x="5994" y="49"/>
                  </a:lnTo>
                  <a:cubicBezTo>
                    <a:pt x="3175" y="-332"/>
                    <a:pt x="547" y="1560"/>
                    <a:pt x="26" y="4366"/>
                  </a:cubicBezTo>
                  <a:cubicBezTo>
                    <a:pt x="-253" y="7083"/>
                    <a:pt x="1715" y="9520"/>
                    <a:pt x="4445" y="9800"/>
                  </a:cubicBezTo>
                  <a:cubicBezTo>
                    <a:pt x="4534" y="9812"/>
                    <a:pt x="4623" y="9825"/>
                    <a:pt x="4724" y="9825"/>
                  </a:cubicBezTo>
                  <a:lnTo>
                    <a:pt x="978063" y="109621"/>
                  </a:lnTo>
                  <a:cubicBezTo>
                    <a:pt x="975333" y="109520"/>
                    <a:pt x="973188" y="107234"/>
                    <a:pt x="973289" y="104505"/>
                  </a:cubicBezTo>
                  <a:cubicBezTo>
                    <a:pt x="973302" y="104263"/>
                    <a:pt x="973327" y="104022"/>
                    <a:pt x="973365" y="103781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  <p:sp>
          <p:nvSpPr>
            <p:cNvPr id="378" name="Freeform: Shape 771"/>
            <p:cNvSpPr/>
            <p:nvPr/>
          </p:nvSpPr>
          <p:spPr bwMode="auto">
            <a:xfrm>
              <a:off x="7049160" y="1042920"/>
              <a:ext cx="532080" cy="62640"/>
            </a:xfrm>
            <a:custGeom>
              <a:avLst/>
              <a:gdLst>
                <a:gd name="textAreaLeft" fmla="*/ 0 w 532080"/>
                <a:gd name="textAreaRight" fmla="*/ 532440 w 532080"/>
                <a:gd name="textAreaTop" fmla="*/ 0 h 62640"/>
                <a:gd name="textAreaBottom" fmla="*/ 63000 h 62640"/>
                <a:gd name="GluePoint1X" fmla="*/ 532266 w 532272"/>
                <a:gd name="GluePoint1Y" fmla="*/ 58185 h 63176"/>
                <a:gd name="GluePoint2X" fmla="*/ 527455 w 532272"/>
                <a:gd name="GluePoint2Y" fmla="*/ 52852 h 63176"/>
                <a:gd name="GluePoint3X" fmla="*/ 527442 w 532272"/>
                <a:gd name="GluePoint3Y" fmla="*/ 52852 h 63176"/>
                <a:gd name="GluePoint4X" fmla="*/ 521474 w 532272"/>
                <a:gd name="GluePoint4Y" fmla="*/ 52217 h 63176"/>
                <a:gd name="GluePoint5X" fmla="*/ 10808 w 532272"/>
                <a:gd name="GluePoint5Y" fmla="*/ 34 h 63176"/>
                <a:gd name="GluePoint6X" fmla="*/ 5983 w 532272"/>
                <a:gd name="GluePoint6Y" fmla="*/ 34 h 63176"/>
                <a:gd name="GluePoint7X" fmla="*/ 16 w 532272"/>
                <a:gd name="GluePoint7Y" fmla="*/ 4478 h 63176"/>
                <a:gd name="GluePoint8X" fmla="*/ 4561 w 532272"/>
                <a:gd name="GluePoint8Y" fmla="*/ 9798 h 63176"/>
                <a:gd name="GluePoint9X" fmla="*/ 4713 w 532272"/>
                <a:gd name="GluePoint9Y" fmla="*/ 9810 h 63176"/>
                <a:gd name="GluePoint10X" fmla="*/ 526299 w 532272"/>
                <a:gd name="GluePoint10Y" fmla="*/ 63137 h 63176"/>
                <a:gd name="GluePoint11X" fmla="*/ 526299 w 532272"/>
                <a:gd name="GluePoint11Y" fmla="*/ 63137 h 63176"/>
                <a:gd name="GluePoint12X" fmla="*/ 532242 w 532272"/>
                <a:gd name="GluePoint12Y" fmla="*/ 58490 h 63176"/>
                <a:gd name="GluePoint13X" fmla="*/ 532266 w 532272"/>
                <a:gd name="GluePoint13Y" fmla="*/ 58185 h 63176"/>
              </a:gdLst>
              <a:ahLst/>
              <a:cxnLst>
                <a:cxn ang="0">
                  <a:pos x="GluePoint1X" y="GluePoint1Y"/>
                </a:cxn>
                <a:cxn ang="0">
                  <a:pos x="GluePoint2X" y="GluePoint2Y"/>
                </a:cxn>
                <a:cxn ang="0">
                  <a:pos x="GluePoint3X" y="GluePoint3Y"/>
                </a:cxn>
                <a:cxn ang="0">
                  <a:pos x="GluePoint4X" y="GluePoint4Y"/>
                </a:cxn>
                <a:cxn ang="0">
                  <a:pos x="GluePoint5X" y="GluePoint5Y"/>
                </a:cxn>
                <a:cxn ang="0">
                  <a:pos x="GluePoint6X" y="GluePoint6Y"/>
                </a:cxn>
                <a:cxn ang="0">
                  <a:pos x="GluePoint7X" y="GluePoint7Y"/>
                </a:cxn>
                <a:cxn ang="0">
                  <a:pos x="GluePoint8X" y="GluePoint8Y"/>
                </a:cxn>
                <a:cxn ang="0">
                  <a:pos x="GluePoint9X" y="GluePoint9Y"/>
                </a:cxn>
                <a:cxn ang="0">
                  <a:pos x="GluePoint10X" y="GluePoint10Y"/>
                </a:cxn>
                <a:cxn ang="0">
                  <a:pos x="GluePoint11X" y="GluePoint11Y"/>
                </a:cxn>
                <a:cxn ang="0">
                  <a:pos x="GluePoint12X" y="GluePoint12Y"/>
                </a:cxn>
                <a:cxn ang="0">
                  <a:pos x="GluePoint13X" y="GluePoint13Y"/>
                </a:cxn>
              </a:cxnLst>
              <a:rect l="textAreaLeft" t="textAreaTop" r="textAreaRight" b="textAreaBottom"/>
              <a:pathLst>
                <a:path w="532272" h="63176" extrusionOk="0">
                  <a:moveTo>
                    <a:pt x="532266" y="58185"/>
                  </a:moveTo>
                  <a:cubicBezTo>
                    <a:pt x="532407" y="55379"/>
                    <a:pt x="530261" y="52992"/>
                    <a:pt x="527455" y="52852"/>
                  </a:cubicBezTo>
                  <a:cubicBezTo>
                    <a:pt x="527455" y="52852"/>
                    <a:pt x="527442" y="52852"/>
                    <a:pt x="527442" y="52852"/>
                  </a:cubicBezTo>
                  <a:lnTo>
                    <a:pt x="521474" y="52217"/>
                  </a:lnTo>
                  <a:lnTo>
                    <a:pt x="10808" y="34"/>
                  </a:lnTo>
                  <a:lnTo>
                    <a:pt x="5983" y="34"/>
                  </a:lnTo>
                  <a:cubicBezTo>
                    <a:pt x="3139" y="-284"/>
                    <a:pt x="536" y="1659"/>
                    <a:pt x="16" y="4478"/>
                  </a:cubicBezTo>
                  <a:cubicBezTo>
                    <a:pt x="-201" y="7208"/>
                    <a:pt x="1844" y="9582"/>
                    <a:pt x="4561" y="9798"/>
                  </a:cubicBezTo>
                  <a:cubicBezTo>
                    <a:pt x="4612" y="9810"/>
                    <a:pt x="4663" y="9810"/>
                    <a:pt x="4713" y="9810"/>
                  </a:cubicBezTo>
                  <a:lnTo>
                    <a:pt x="526299" y="63137"/>
                  </a:lnTo>
                  <a:lnTo>
                    <a:pt x="526299" y="63137"/>
                  </a:lnTo>
                  <a:cubicBezTo>
                    <a:pt x="529219" y="63492"/>
                    <a:pt x="531886" y="61410"/>
                    <a:pt x="532242" y="58490"/>
                  </a:cubicBezTo>
                  <a:cubicBezTo>
                    <a:pt x="532254" y="58388"/>
                    <a:pt x="532254" y="58286"/>
                    <a:pt x="532266" y="58185"/>
                  </a:cubicBezTo>
                  <a:close/>
                </a:path>
              </a:pathLst>
            </a:custGeom>
            <a:solidFill>
              <a:srgbClr val="000000"/>
            </a:solidFill>
            <a:ln w="1269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18000" rIns="90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defRPr/>
              </a:pPr>
              <a:endParaRPr lang="de-DE" sz="1800" b="0" u="none" strike="noStrike">
                <a:solidFill>
                  <a:schemeClr val="dk1"/>
                </a:solidFill>
                <a:latin typeface="Avenir Next LT Pro Light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Einführung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8586411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90283008" name="PlaceHolder 2"/>
          <p:cNvSpPr>
            <a:spLocks noGrp="1"/>
          </p:cNvSpPr>
          <p:nvPr>
            <p:ph type="body"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1257480" lvl="2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 </a:t>
            </a:r>
          </a:p>
          <a:p>
            <a:pPr marL="1714680" lvl="3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 </a:t>
            </a:r>
          </a:p>
          <a:p>
            <a:pPr marL="2171880" lvl="4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 </a:t>
            </a: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50181883" name="PlaceHolder 3"/>
          <p:cNvSpPr>
            <a:spLocks noGrp="1"/>
          </p:cNvSpPr>
          <p:nvPr>
            <p:ph type="sldNum" idx="5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F195E8BE-9C79-4E10-9E11-703DD7DA4A0C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254803" name="PlaceHolder 4"/>
          <p:cNvSpPr>
            <a:spLocks noGrp="1"/>
          </p:cNvSpPr>
          <p:nvPr>
            <p:ph type="ftr" idx="6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21373348" name="Grafik 8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587" r="26224" b="3861"/>
          <a:stretch/>
        </p:blipFill>
        <p:spPr bwMode="auto">
          <a:xfrm>
            <a:off x="9415440" y="264600"/>
            <a:ext cx="2776320" cy="6593039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Abschnittstitel"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4862090" name="PlaceHolder 1"/>
          <p:cNvSpPr>
            <a:spLocks noGrp="1"/>
          </p:cNvSpPr>
          <p:nvPr>
            <p:ph type="title"/>
          </p:nvPr>
        </p:nvSpPr>
        <p:spPr bwMode="auto">
          <a:xfrm>
            <a:off x="902160" y="420480"/>
            <a:ext cx="5864039" cy="3620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36698149" name="PlaceHolder 2"/>
          <p:cNvSpPr>
            <a:spLocks noGrp="1"/>
          </p:cNvSpPr>
          <p:nvPr>
            <p:ph type="body"/>
          </p:nvPr>
        </p:nvSpPr>
        <p:spPr bwMode="auto">
          <a:xfrm>
            <a:off x="7625880" y="-9000"/>
            <a:ext cx="4581000" cy="66020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</a:p>
        </p:txBody>
      </p:sp>
      <p:sp>
        <p:nvSpPr>
          <p:cNvPr id="2131752742" name="Rechteck 10"/>
          <p:cNvSpPr/>
          <p:nvPr/>
        </p:nvSpPr>
        <p:spPr bwMode="auto">
          <a:xfrm>
            <a:off x="0" y="6583680"/>
            <a:ext cx="761976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Abschnittstitel 2"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689915" name="PlaceHolder 1"/>
          <p:cNvSpPr>
            <a:spLocks noGrp="1"/>
          </p:cNvSpPr>
          <p:nvPr>
            <p:ph type="title"/>
          </p:nvPr>
        </p:nvSpPr>
        <p:spPr bwMode="auto">
          <a:xfrm>
            <a:off x="6095880" y="176760"/>
            <a:ext cx="5864039" cy="362051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92973989" name="PlaceHolder 2"/>
          <p:cNvSpPr>
            <a:spLocks noGrp="1"/>
          </p:cNvSpPr>
          <p:nvPr>
            <p:ph type="body"/>
          </p:nvPr>
        </p:nvSpPr>
        <p:spPr bwMode="auto">
          <a:xfrm>
            <a:off x="-15120" y="-15120"/>
            <a:ext cx="4581000" cy="660203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</a:p>
        </p:txBody>
      </p:sp>
      <p:sp>
        <p:nvSpPr>
          <p:cNvPr id="1147019729" name="PlaceHolder 3"/>
          <p:cNvSpPr>
            <a:spLocks noGrp="1"/>
          </p:cNvSpPr>
          <p:nvPr>
            <p:ph type="body"/>
          </p:nvPr>
        </p:nvSpPr>
        <p:spPr bwMode="auto">
          <a:xfrm>
            <a:off x="6095880" y="4084200"/>
            <a:ext cx="5864039" cy="2362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9144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3716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18288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765984760" name="Rechteck 6"/>
          <p:cNvSpPr/>
          <p:nvPr/>
        </p:nvSpPr>
        <p:spPr bwMode="auto">
          <a:xfrm>
            <a:off x="4572000" y="6583680"/>
            <a:ext cx="7619760" cy="27396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Abschnittstitel 3">
    <p:bg>
      <p:bgPr>
        <a:solidFill>
          <a:schemeClr val="accent6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170544" name="PlaceHolder 1"/>
          <p:cNvSpPr>
            <a:spLocks noGrp="1"/>
          </p:cNvSpPr>
          <p:nvPr>
            <p:ph type="title"/>
          </p:nvPr>
        </p:nvSpPr>
        <p:spPr bwMode="auto">
          <a:xfrm>
            <a:off x="6095880" y="442080"/>
            <a:ext cx="5641560" cy="3316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776333723" name="PlaceHolder 2"/>
          <p:cNvSpPr>
            <a:spLocks noGrp="1"/>
          </p:cNvSpPr>
          <p:nvPr>
            <p:ph type="body"/>
          </p:nvPr>
        </p:nvSpPr>
        <p:spPr bwMode="auto">
          <a:xfrm>
            <a:off x="6109560" y="4068360"/>
            <a:ext cx="5580360" cy="2197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ts val="2401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</p:txBody>
      </p:sp>
      <p:pic>
        <p:nvPicPr>
          <p:cNvPr id="588058910" name="Grafik 6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707"/>
          <a:stretch/>
        </p:blipFill>
        <p:spPr bwMode="auto">
          <a:xfrm>
            <a:off x="0" y="0"/>
            <a:ext cx="4660560" cy="68576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itel und 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9386302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94666426" name="PlaceHolder 2"/>
          <p:cNvSpPr>
            <a:spLocks noGrp="1"/>
          </p:cNvSpPr>
          <p:nvPr>
            <p:ph type="body"/>
          </p:nvPr>
        </p:nvSpPr>
        <p:spPr bwMode="auto">
          <a:xfrm>
            <a:off x="893879" y="2073240"/>
            <a:ext cx="4887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228600" lvl="1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685800" lvl="2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143000" lvl="4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1600200" lvl="5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905610459" name="PlaceHolder 3"/>
          <p:cNvSpPr>
            <a:spLocks noGrp="1"/>
          </p:cNvSpPr>
          <p:nvPr>
            <p:ph type="body"/>
          </p:nvPr>
        </p:nvSpPr>
        <p:spPr bwMode="auto">
          <a:xfrm>
            <a:off x="6410520" y="2073240"/>
            <a:ext cx="4887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228600" lvl="1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685800" lvl="2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143000" lvl="3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1600200" lvl="4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856328976" name="PlaceHolder 4"/>
          <p:cNvSpPr>
            <a:spLocks noGrp="1"/>
          </p:cNvSpPr>
          <p:nvPr>
            <p:ph type="sldNum" idx="7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D0E95AB3-E282-42C1-8B05-35A4BAE10BB8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53827127" name="PlaceHolder 5"/>
          <p:cNvSpPr>
            <a:spLocks noGrp="1"/>
          </p:cNvSpPr>
          <p:nvPr>
            <p:ph type="ftr" idx="8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itel und zwei Inhalt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86026821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104047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KLICKEN, UM TITEL hinzuzufügen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44314836" name="PlaceHolder 2"/>
          <p:cNvSpPr>
            <a:spLocks noGrp="1"/>
          </p:cNvSpPr>
          <p:nvPr>
            <p:ph type="body"/>
          </p:nvPr>
        </p:nvSpPr>
        <p:spPr bwMode="auto">
          <a:xfrm>
            <a:off x="893879" y="2073240"/>
            <a:ext cx="314460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320040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rabicPeriod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685800" lvl="1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lphaLcPeriod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1143000" lvl="2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rabicParenR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600200" lvl="3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alphaLcParenR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2057400" lvl="4" indent="-32004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Posterama"/>
              <a:buAutoNum type="romanLcPeriod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2104151063" name="PlaceHolder 3"/>
          <p:cNvSpPr>
            <a:spLocks noGrp="1"/>
          </p:cNvSpPr>
          <p:nvPr>
            <p:ph type="body"/>
          </p:nvPr>
        </p:nvSpPr>
        <p:spPr bwMode="auto">
          <a:xfrm>
            <a:off x="4556880" y="2073240"/>
            <a:ext cx="6192360" cy="3687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228600" lvl="1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685800" lvl="2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143000" lvl="3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1600200" lvl="4" indent="-228600" defTabSz="914400">
              <a:lnSpc>
                <a:spcPct val="10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1867978743" name="PlaceHolder 4"/>
          <p:cNvSpPr>
            <a:spLocks noGrp="1"/>
          </p:cNvSpPr>
          <p:nvPr>
            <p:ph type="sldNum" idx="9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48133763-5398-4DCB-B371-6EC31559C03A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9645521" name="PlaceHolder 5"/>
          <p:cNvSpPr>
            <a:spLocks noGrp="1"/>
          </p:cNvSpPr>
          <p:nvPr>
            <p:ph type="ftr" idx="10"/>
          </p:nvPr>
        </p:nvSpPr>
        <p:spPr bwMode="auto">
          <a:xfrm>
            <a:off x="3806280" y="62467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de-DE" sz="1000" b="0" u="none" strike="noStrike">
                <a:solidFill>
                  <a:schemeClr val="dk1"/>
                </a:solidFill>
                <a:latin typeface="Avenir Next LT Pro Light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r>
              <a:rPr lang="de-DE" sz="1000" b="0" u="none" strike="noStrike">
                <a:solidFill>
                  <a:schemeClr val="dk1"/>
                </a:solidFill>
                <a:latin typeface="Avenir Next LT Pro Light"/>
              </a:rPr>
              <a:t>&lt;footer&gt;</a:t>
            </a:r>
            <a:endParaRPr lang="en-GB" sz="10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itelinhalt und Bi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6412791" name="Rechteck 7"/>
          <p:cNvSpPr/>
          <p:nvPr/>
        </p:nvSpPr>
        <p:spPr bwMode="auto">
          <a:xfrm>
            <a:off x="0" y="6593400"/>
            <a:ext cx="218160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  <p:pic>
        <p:nvPicPr>
          <p:cNvPr id="181511148" name="Grafik 8"/>
          <p:cNvPicPr/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21367" t="32064" r="19367" b="20418"/>
          <a:stretch/>
        </p:blipFill>
        <p:spPr bwMode="auto">
          <a:xfrm>
            <a:off x="4977360" y="0"/>
            <a:ext cx="721440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810075" name="PlaceHolder 1"/>
          <p:cNvSpPr>
            <a:spLocks noGrp="1"/>
          </p:cNvSpPr>
          <p:nvPr>
            <p:ph type="title"/>
          </p:nvPr>
        </p:nvSpPr>
        <p:spPr bwMode="auto"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2020494964" name="PlaceHolder 2"/>
          <p:cNvSpPr>
            <a:spLocks noGrp="1"/>
          </p:cNvSpPr>
          <p:nvPr>
            <p:ph type="body"/>
          </p:nvPr>
        </p:nvSpPr>
        <p:spPr bwMode="auto">
          <a:xfrm>
            <a:off x="899280" y="2088000"/>
            <a:ext cx="10210320" cy="19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4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</p:txBody>
      </p:sp>
      <p:sp>
        <p:nvSpPr>
          <p:cNvPr id="1886468880" name="PlaceHolder 3"/>
          <p:cNvSpPr>
            <a:spLocks noGrp="1"/>
          </p:cNvSpPr>
          <p:nvPr>
            <p:ph type="sldNum" idx="11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2BF84940-3314-4627-AED0-B06BB8053716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0108432" name="PlaceHolder 4"/>
          <p:cNvSpPr>
            <a:spLocks noGrp="1"/>
          </p:cNvSpPr>
          <p:nvPr>
            <p:ph type="body"/>
          </p:nvPr>
        </p:nvSpPr>
        <p:spPr bwMode="auto">
          <a:xfrm>
            <a:off x="2179440" y="4094640"/>
            <a:ext cx="10027440" cy="246851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Tabel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313130" name="PlaceHolder 1"/>
          <p:cNvSpPr>
            <a:spLocks noGrp="1"/>
          </p:cNvSpPr>
          <p:nvPr>
            <p:ph type="title"/>
          </p:nvPr>
        </p:nvSpPr>
        <p:spPr bwMode="auto"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2083000809" name="PlaceHolder 2"/>
          <p:cNvSpPr>
            <a:spLocks noGrp="1"/>
          </p:cNvSpPr>
          <p:nvPr>
            <p:ph type="body"/>
          </p:nvPr>
        </p:nvSpPr>
        <p:spPr bwMode="auto">
          <a:xfrm>
            <a:off x="899280" y="2026800"/>
            <a:ext cx="3017160" cy="390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4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</p:txBody>
      </p:sp>
      <p:sp>
        <p:nvSpPr>
          <p:cNvPr id="624374528" name="PlaceHolder 3"/>
          <p:cNvSpPr>
            <a:spLocks noGrp="1"/>
          </p:cNvSpPr>
          <p:nvPr>
            <p:ph type="body"/>
          </p:nvPr>
        </p:nvSpPr>
        <p:spPr bwMode="auto">
          <a:xfrm>
            <a:off x="4525920" y="2026440"/>
            <a:ext cx="6766560" cy="3901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marL="228600" indent="-228600" defTabSz="914400">
              <a:lnSpc>
                <a:spcPct val="9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800" b="0" u="none" strike="noStrike">
                <a:solidFill>
                  <a:schemeClr val="dk1"/>
                </a:solidFill>
                <a:latin typeface="Avenir Next LT Pro Light"/>
              </a:rPr>
              <a:t>Klicken, um Inhalt hinzuzufügen</a:t>
            </a:r>
          </a:p>
          <a:p>
            <a:pPr marL="685800" lvl="1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4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1143000" lvl="2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600200" lvl="3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  <a:p>
            <a:pPr marL="2057400" lvl="4" indent="-228600" defTabSz="914400">
              <a:lnSpc>
                <a:spcPct val="90000"/>
              </a:lnSpc>
              <a:spcAft>
                <a:spcPts val="601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Fünfte Ebene</a:t>
            </a:r>
          </a:p>
        </p:txBody>
      </p:sp>
      <p:sp>
        <p:nvSpPr>
          <p:cNvPr id="397409508" name="PlaceHolder 4"/>
          <p:cNvSpPr>
            <a:spLocks noGrp="1"/>
          </p:cNvSpPr>
          <p:nvPr>
            <p:ph type="sldNum" idx="12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A5077603-9453-4469-94BE-37E48DB42BE2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1_Titelinhalt und Bil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5713290" name="Rechteck 7"/>
          <p:cNvSpPr/>
          <p:nvPr/>
        </p:nvSpPr>
        <p:spPr bwMode="auto">
          <a:xfrm>
            <a:off x="0" y="6593400"/>
            <a:ext cx="2181600" cy="273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>
              <a:defRPr/>
            </a:pPr>
            <a:endParaRPr lang="de-DE" sz="1800" b="0" u="none" strike="noStrike">
              <a:solidFill>
                <a:schemeClr val="lt1"/>
              </a:solidFill>
              <a:latin typeface="Avenir Next LT Pro Light"/>
            </a:endParaRPr>
          </a:p>
        </p:txBody>
      </p:sp>
      <p:pic>
        <p:nvPicPr>
          <p:cNvPr id="920295868" name="Grafik 8"/>
          <p:cNvPicPr/>
          <p:nvPr/>
        </p:nvPicPr>
        <p:blipFill rotWithShape="1">
          <a:blip r:embed="rId2"/>
          <a:srcRect l="21367" t="32064" r="19367" b="20418"/>
          <a:stretch/>
        </p:blipFill>
        <p:spPr bwMode="auto">
          <a:xfrm>
            <a:off x="4977360" y="0"/>
            <a:ext cx="7214400" cy="1438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4770160" name="PlaceHolder 1"/>
          <p:cNvSpPr>
            <a:spLocks noGrp="1"/>
          </p:cNvSpPr>
          <p:nvPr>
            <p:ph type="title"/>
          </p:nvPr>
        </p:nvSpPr>
        <p:spPr bwMode="auto">
          <a:xfrm>
            <a:off x="899280" y="137160"/>
            <a:ext cx="6171840" cy="1249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rm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Titel durch Klicken hinzufügen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160605751" name="PlaceHolder 2"/>
          <p:cNvSpPr>
            <a:spLocks noGrp="1"/>
          </p:cNvSpPr>
          <p:nvPr>
            <p:ph type="body"/>
          </p:nvPr>
        </p:nvSpPr>
        <p:spPr bwMode="auto">
          <a:xfrm>
            <a:off x="899280" y="2088000"/>
            <a:ext cx="10210320" cy="195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Klicken Sie, um Text hinzuzufügen.</a:t>
            </a:r>
          </a:p>
          <a:p>
            <a:pPr marL="4572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800" b="0" u="none" strike="noStrike">
                <a:solidFill>
                  <a:schemeClr val="dk1"/>
                </a:solidFill>
                <a:latin typeface="Avenir Next LT Pro Light"/>
              </a:rPr>
              <a:t>Zweite Ebene</a:t>
            </a:r>
          </a:p>
          <a:p>
            <a:pPr marL="9144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600" b="0" u="none" strike="noStrike">
                <a:solidFill>
                  <a:schemeClr val="dk1"/>
                </a:solidFill>
                <a:latin typeface="Avenir Next LT Pro Light"/>
              </a:rPr>
              <a:t>Dritte Ebene</a:t>
            </a:r>
          </a:p>
          <a:p>
            <a:pPr marL="1371600" indent="0" defTabSz="914400">
              <a:lnSpc>
                <a:spcPct val="100000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DE" sz="1400" b="0" u="none" strike="noStrike">
                <a:solidFill>
                  <a:schemeClr val="dk1"/>
                </a:solidFill>
                <a:latin typeface="Avenir Next LT Pro Light"/>
              </a:rPr>
              <a:t>Vierte Ebene</a:t>
            </a:r>
          </a:p>
        </p:txBody>
      </p:sp>
      <p:sp>
        <p:nvSpPr>
          <p:cNvPr id="387975811" name="PlaceHolder 3"/>
          <p:cNvSpPr>
            <a:spLocks noGrp="1"/>
          </p:cNvSpPr>
          <p:nvPr>
            <p:ph type="sldNum" idx="13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02088D5F-F15E-4126-A7D9-4C90B396A638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‹Nr.›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2750444" name="PlaceHolder 4"/>
          <p:cNvSpPr>
            <a:spLocks noGrp="1"/>
          </p:cNvSpPr>
          <p:nvPr>
            <p:ph type="body"/>
          </p:nvPr>
        </p:nvSpPr>
        <p:spPr bwMode="auto">
          <a:xfrm>
            <a:off x="2179440" y="4094640"/>
            <a:ext cx="10027440" cy="2468519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Bild durch Klicken auf Symbol hinzufügen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patricjenni.github.io/kochrezepte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tricjenni/kochrezepte/blob/main/.github/workflows/astro.yml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tricjenni/kochrezepte/blob/main/.github/workflows/astro.yml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4.xml"/><Relationship Id="rId5" Type="http://schemas.openxmlformats.org/officeDocument/2006/relationships/hyperlink" Target="https://github.com/patricjenni/kochrezepte/blob/main/.devcontainer/devcontainer.json" TargetMode="External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1121023" name="PlaceHolder 1"/>
          <p:cNvSpPr>
            <a:spLocks noGrp="1"/>
          </p:cNvSpPr>
          <p:nvPr>
            <p:ph type="title"/>
          </p:nvPr>
        </p:nvSpPr>
        <p:spPr bwMode="auto">
          <a:xfrm>
            <a:off x="6071760" y="960120"/>
            <a:ext cx="5372280" cy="3056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Webseitenprojekt</a:t>
            </a:r>
            <a:br>
              <a:rPr sz="4000"/>
            </a:br>
            <a:br>
              <a:rPr sz="4000"/>
            </a:b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Kochrezepte </a:t>
            </a:r>
            <a:br>
              <a:rPr sz="4000"/>
            </a:b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für</a:t>
            </a:r>
            <a:br>
              <a:rPr sz="4000"/>
            </a:b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Entwickler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92963459" name="Textplatzhalter 6"/>
          <p:cNvSpPr/>
          <p:nvPr/>
        </p:nvSpPr>
        <p:spPr bwMode="auto">
          <a:xfrm>
            <a:off x="7354440" y="6334920"/>
            <a:ext cx="4089600" cy="446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Patric Jenni  	Pascal Schmidiger</a:t>
            </a:r>
            <a:endParaRPr lang="en-GB" sz="20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5338891" name="PlaceHolder 1"/>
          <p:cNvSpPr>
            <a:spLocks noGrp="1"/>
          </p:cNvSpPr>
          <p:nvPr>
            <p:ph type="sldNum" idx="17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C2E93FEE-2544-4855-A197-D8E62B34ED39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2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6749868" name="PlaceHolder 2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Agenda 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573502691" name="Textplatzhalter 6"/>
          <p:cNvSpPr/>
          <p:nvPr/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9999"/>
          </a:bodyPr>
          <a:lstStyle/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 dirty="0">
                <a:solidFill>
                  <a:schemeClr val="dk1"/>
                </a:solidFill>
                <a:latin typeface="Avenir Next LT Pro Light"/>
              </a:rPr>
              <a:t>Projektvorstellung</a:t>
            </a:r>
            <a:endParaRPr lang="en-GB" sz="2000" b="0" u="none" strike="noStrike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 dirty="0">
                <a:solidFill>
                  <a:schemeClr val="dk1"/>
                </a:solidFill>
                <a:latin typeface="Avenir Next LT Pro Light"/>
              </a:rPr>
              <a:t>Vorstellung Website</a:t>
            </a:r>
            <a:endParaRPr lang="en-GB" sz="2000" b="0" u="none" strike="noStrike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 dirty="0" err="1">
                <a:solidFill>
                  <a:schemeClr val="dk1"/>
                </a:solidFill>
                <a:latin typeface="Avenir Next LT Pro Light"/>
              </a:rPr>
              <a:t>Websitendesign</a:t>
            </a:r>
            <a:r>
              <a:rPr lang="de-CH" sz="2000" b="0" u="none" strike="noStrike" dirty="0">
                <a:solidFill>
                  <a:schemeClr val="dk1"/>
                </a:solidFill>
                <a:latin typeface="Avenir Next LT Pro Light"/>
              </a:rPr>
              <a:t>-Sprache</a:t>
            </a:r>
            <a:endParaRPr lang="en-GB" sz="2000" b="0" u="none" strike="noStrike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 dirty="0" err="1">
                <a:solidFill>
                  <a:schemeClr val="dk1"/>
                </a:solidFill>
                <a:latin typeface="Avenir Next LT Pro Light"/>
              </a:rPr>
              <a:t>Accessibility</a:t>
            </a:r>
            <a:r>
              <a:rPr lang="de-CH" sz="2000" b="0" u="none" strike="noStrike" dirty="0">
                <a:solidFill>
                  <a:schemeClr val="dk1"/>
                </a:solidFill>
                <a:latin typeface="Avenir Next LT Pro Light"/>
              </a:rPr>
              <a:t> </a:t>
            </a:r>
            <a:endParaRPr lang="en-GB" sz="2000" b="0" u="none" strike="noStrike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 dirty="0" err="1">
                <a:solidFill>
                  <a:schemeClr val="dk1"/>
                </a:solidFill>
                <a:latin typeface="Avenir Next LT Pro Light"/>
              </a:rPr>
              <a:t>Responsiveness</a:t>
            </a:r>
            <a:endParaRPr lang="en-GB" sz="2000" b="0" u="none" strike="noStrike" dirty="0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  <a:spcAft>
                <a:spcPts val="601"/>
              </a:spcAft>
              <a:tabLst>
                <a:tab pos="0" algn="l"/>
              </a:tabLst>
              <a:defRPr/>
            </a:pPr>
            <a:r>
              <a:rPr lang="de-CH" sz="2000" b="0" u="none" strike="noStrike" dirty="0">
                <a:solidFill>
                  <a:schemeClr val="dk1"/>
                </a:solidFill>
                <a:latin typeface="Avenir Next LT Pro Light"/>
              </a:rPr>
              <a:t>Extra Features</a:t>
            </a:r>
            <a:endParaRPr lang="en-GB" sz="2000" b="0" u="none" strike="noStrike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2623194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2800" b="1" u="none" strike="noStrike" cap="all">
                <a:solidFill>
                  <a:schemeClr val="dk1"/>
                </a:solidFill>
                <a:latin typeface="Posterama"/>
              </a:rPr>
              <a:t>Projektvorstellung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858902363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Warum haben Sie sich für das Projekt entschieden?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Ideale Plattform für diverse Web-Technologien</a:t>
            </a: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     Listenstrukturen, Tabellen, Formulare, Medieneinbindung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Klare, wiederverwendbare Struktur</a:t>
            </a: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Rezepte folgen immer demselben Muster: ideal für Template-</a:t>
            </a: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basierte Entwicklung.</a:t>
            </a:r>
          </a:p>
        </p:txBody>
      </p:sp>
      <p:sp>
        <p:nvSpPr>
          <p:cNvPr id="845201978" name="PlaceHolder 3"/>
          <p:cNvSpPr>
            <a:spLocks noGrp="1"/>
          </p:cNvSpPr>
          <p:nvPr>
            <p:ph type="sldNum" idx="18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8F5EB32B-5D8D-43A1-A91B-2E1EB934C575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3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174614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Vorstellung Website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626927989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lnSpcReduction="9999"/>
          </a:bodyPr>
          <a:lstStyle/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Was hat ihnen Freude bereitet?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T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echnologische Vielfalt &amp; Experimentierfreiraum</a:t>
            </a: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Sichtbare Fortschritte und Lernkurve</a:t>
            </a: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Was lief weniger optimal? 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CSS-Komplexität &amp; Lesbarkeit - Gemischte Ansätze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Wenige Treffen ausserhalb der Unterrichtszeit zu lasten der Koordination</a:t>
            </a: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Zusammenarbeit mit Versionskontrolle herausfordernd (Arbeiten am selben File)</a:t>
            </a:r>
          </a:p>
        </p:txBody>
      </p:sp>
      <p:sp>
        <p:nvSpPr>
          <p:cNvPr id="1746356021" name="PlaceHolder 3"/>
          <p:cNvSpPr>
            <a:spLocks noGrp="1"/>
          </p:cNvSpPr>
          <p:nvPr>
            <p:ph type="sldNum" idx="19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401AF63D-89EC-45EE-BE23-B2E688F0E50D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4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599201" name="Textfeld 224599200"/>
          <p:cNvSpPr txBox="1"/>
          <p:nvPr/>
        </p:nvSpPr>
        <p:spPr bwMode="auto">
          <a:xfrm>
            <a:off x="6840000" y="913680"/>
            <a:ext cx="4500000" cy="346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defRPr/>
            </a:pPr>
            <a:r>
              <a:rPr lang="en-GB" sz="1800" b="0" u="sng" strike="noStrike">
                <a:solidFill>
                  <a:srgbClr val="000000"/>
                </a:solidFill>
                <a:latin typeface="Arial"/>
                <a:hlinkClick r:id="rId3"/>
              </a:rPr>
              <a:t>https://patricjenni.github.io/kochrezepte</a:t>
            </a:r>
            <a:endParaRPr lang="en-GB" sz="18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576253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Websitendesign-sprache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656350950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Warum haben Sie dieses Design gewählt?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Dunkles Design wirkt modern</a:t>
            </a:r>
            <a:br>
              <a:rPr sz="2000"/>
            </a:b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Ansprechende und frische Akzentfarbe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Welche Emotionen lässt euch das Design sie fühlen? Warum passt diese Emotion zum Projektgegenstand?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de-CH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Insgesamt ansprechendes Erscheinungsbild</a:t>
            </a:r>
            <a:br>
              <a:rPr sz="2000"/>
            </a:b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35215195" name="PlaceHolder 3"/>
          <p:cNvSpPr>
            <a:spLocks noGrp="1"/>
          </p:cNvSpPr>
          <p:nvPr>
            <p:ph type="sldNum" idx="20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B869844C-D5EB-4F4C-AB3C-6BFC09BB924B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5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3990686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Accessibility 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94357585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92500" lnSpcReduction="9999"/>
          </a:bodyPr>
          <a:lstStyle/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Welche zwei Elemente haben Ihr eingebaut und warum genau diese?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Semantische HTML-Elemente (&lt;nav&gt;, &lt;main&gt;, &lt;section&gt;, &lt;article&gt;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Formular-Labels (alle Inputs haben &lt;label&gt; Elemente)</a:t>
            </a: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</a:t>
            </a:r>
            <a:r>
              <a:rPr lang="en-US" sz="2000" b="0" u="none" strike="noStrike">
                <a:solidFill>
                  <a:schemeClr val="dk1"/>
                </a:solidFill>
                <a:latin typeface="Avenir Next LT Pro Light"/>
              </a:rPr>
              <a:t>Iframe-Title für YouTube-Video (title="YouTube video player“)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	</a:t>
            </a:r>
            <a:r>
              <a:rPr lang="fr-FR" sz="2000" b="0" u="none" strike="noStrike">
                <a:solidFill>
                  <a:schemeClr val="dk1"/>
                </a:solidFill>
                <a:latin typeface="Wingdings"/>
              </a:rPr>
              <a:t></a:t>
            </a:r>
            <a:r>
              <a:rPr lang="fr-FR" sz="2000" b="0" u="none" strike="noStrike">
                <a:solidFill>
                  <a:schemeClr val="dk1"/>
                </a:solidFill>
                <a:latin typeface="Avenir Next LT Pro Light"/>
              </a:rPr>
              <a:t> </a:t>
            </a: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Alt-Texte bei Bildern (alt="Kochbuch im Einsatz", alt="Karteikarten mit 	     Rezepten")</a:t>
            </a:r>
            <a:br>
              <a:rPr sz="2000"/>
            </a:b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Aft>
                <a:spcPts val="1199"/>
              </a:spcAft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211029147" name="PlaceHolder 3"/>
          <p:cNvSpPr>
            <a:spLocks noGrp="1"/>
          </p:cNvSpPr>
          <p:nvPr>
            <p:ph type="sldNum" idx="21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35067CD1-8F9F-403A-9F08-01FDC5E1D18D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6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54524" name="PlaceHolder 1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Responsiveness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145180493" name="PlaceHolder 2"/>
          <p:cNvSpPr>
            <a:spLocks noGrp="1"/>
          </p:cNvSpPr>
          <p:nvPr>
            <p:ph/>
          </p:nvPr>
        </p:nvSpPr>
        <p:spPr bwMode="auto">
          <a:xfrm>
            <a:off x="865800" y="2072520"/>
            <a:ext cx="8323560" cy="378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lstStyle/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Wie haben Sie das umgesetzt?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Wingdings"/>
              <a:buChar char=""/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Bulma Utility-Klassen:</a:t>
            </a: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DE" sz="2000" b="0" u="none" strike="noStrike">
                <a:solidFill>
                  <a:schemeClr val="dk1"/>
                </a:solidFill>
                <a:latin typeface="Avenir Next LT Pro Light"/>
              </a:rPr>
              <a:t>      Flexbox Grid-Klassen</a:t>
            </a:r>
          </a:p>
          <a:p>
            <a:pPr marL="457200"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     </a:t>
            </a:r>
            <a:r>
              <a:rPr lang="en-US" sz="1400" b="0" u="none" strike="noStrike">
                <a:solidFill>
                  <a:schemeClr val="dk1"/>
                </a:solidFill>
                <a:latin typeface="Avenir Next LT Pro Light"/>
              </a:rPr>
              <a:t>&lt;div class="cell is-one-quarter-desktop is-one-third-tablet is-half-mobile"&gt;</a:t>
            </a:r>
            <a:endParaRPr lang="de-DE" sz="1400" b="0" u="none" strike="noStrike">
              <a:solidFill>
                <a:schemeClr val="dk1"/>
              </a:solidFill>
              <a:latin typeface="Avenir Next LT Pro Light"/>
            </a:endParaRPr>
          </a:p>
          <a:p>
            <a:pPr indent="0" defTabSz="914400">
              <a:lnSpc>
                <a:spcPts val="2401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228600" indent="-228600" defTabSz="914400">
              <a:lnSpc>
                <a:spcPts val="2401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Warum auf diesem Wege?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Standartweg in Bulma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Sofort verständlich ohne CSS zu öffnen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  <a:p>
            <a:pPr marL="800280" lvl="1" indent="-343080" defTabSz="914400">
              <a:lnSpc>
                <a:spcPts val="2401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/>
            </a:pPr>
            <a:r>
              <a:rPr lang="de-CH" sz="2000" b="0" u="none" strike="noStrike">
                <a:solidFill>
                  <a:schemeClr val="dk1"/>
                </a:solidFill>
                <a:latin typeface="Avenir Next LT Pro Light"/>
              </a:rPr>
              <a:t>Konstistenz im Team</a:t>
            </a:r>
            <a:endParaRPr lang="de-DE" sz="2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608170220" name="PlaceHolder 3"/>
          <p:cNvSpPr>
            <a:spLocks noGrp="1"/>
          </p:cNvSpPr>
          <p:nvPr>
            <p:ph type="sldNum" idx="22"/>
          </p:nvPr>
        </p:nvSpPr>
        <p:spPr bwMode="auto">
          <a:xfrm>
            <a:off x="911520" y="6246720"/>
            <a:ext cx="26697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E9BAE5C8-88AA-4AC8-A2AC-2E85DCB80FD2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7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222293721" name="Grafik 5"/>
          <p:cNvPicPr/>
          <p:nvPr/>
        </p:nvPicPr>
        <p:blipFill rotWithShape="1">
          <a:blip r:embed="rId3"/>
          <a:stretch/>
        </p:blipFill>
        <p:spPr bwMode="auto">
          <a:xfrm>
            <a:off x="4950360" y="2177640"/>
            <a:ext cx="3655080" cy="97704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867429" name="PlaceHolder 1"/>
          <p:cNvSpPr>
            <a:spLocks noGrp="1"/>
          </p:cNvSpPr>
          <p:nvPr>
            <p:ph type="sldNum" idx="23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E17FA979-F541-4060-A48F-49E7892EC766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8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5007825" name="PlaceHolder 2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Extra Features - CI/CD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601803281" name="Textplatzhalter 3">
            <a:hlinkClick r:id="rId3"/>
          </p:cNvPr>
          <p:cNvSpPr/>
          <p:nvPr/>
        </p:nvSpPr>
        <p:spPr bwMode="auto">
          <a:xfrm>
            <a:off x="865800" y="2072520"/>
            <a:ext cx="8323560" cy="349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70000" lnSpcReduction="19999"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Voraussetzungen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GitHub Projekt muss öffentlich sein oder ein Enterprise Konto (payed) um GitHub Pages zu nutzen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GitHub Pages ist nur für statische Websites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Getting Started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Für Astro gibt es auf GitHub eine </a:t>
            </a:r>
            <a:r>
              <a:rPr lang="de-DE" sz="2200" b="0" u="sng" strike="noStrike">
                <a:solidFill>
                  <a:schemeClr val="dk1"/>
                </a:solidFill>
                <a:latin typeface="Avenir Next LT Pro Light"/>
                <a:hlinkClick r:id="rId3"/>
              </a:rPr>
              <a:t>Vorlage</a:t>
            </a: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 (GitHub Action)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Pages Feature muss aktiviert werden (Settings → Code and Automation → Pages)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Workflow (</a:t>
            </a:r>
            <a:r>
              <a:rPr lang="de-DE" sz="2200" b="0" u="sng" strike="noStrike">
                <a:solidFill>
                  <a:srgbClr val="6B5E9B"/>
                </a:solidFill>
                <a:latin typeface="Avenir Next LT Pro Light"/>
                <a:hlinkClick r:id="rId3"/>
              </a:rPr>
              <a:t>Pipeline</a:t>
            </a:r>
            <a:r>
              <a:rPr lang="de-DE" sz="2200" b="0" u="sng" strike="noStrike">
                <a:solidFill>
                  <a:srgbClr val="6B5E9B"/>
                </a:solidFill>
                <a:latin typeface="Avenir Next LT Pro Light"/>
              </a:rPr>
              <a:t>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Jobs (Build &amp; Deploy)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Trigger: Push auf main branch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1758862" name="PlaceHolder 1"/>
          <p:cNvSpPr>
            <a:spLocks noGrp="1"/>
          </p:cNvSpPr>
          <p:nvPr>
            <p:ph type="sldNum" idx="24"/>
          </p:nvPr>
        </p:nvSpPr>
        <p:spPr bwMode="auto">
          <a:xfrm>
            <a:off x="911520" y="6246720"/>
            <a:ext cx="1188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de-DE" sz="1400" b="1" u="none" strike="noStrike">
                <a:solidFill>
                  <a:schemeClr val="dk1"/>
                </a:solidFill>
                <a:latin typeface="Posterama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fld id="{4128403A-75E3-46C9-8B66-F2985B074674}" type="slidenum">
              <a:rPr lang="de-DE" sz="1400" b="1" u="none" strike="noStrike">
                <a:solidFill>
                  <a:schemeClr val="dk1"/>
                </a:solidFill>
                <a:latin typeface="Posterama"/>
              </a:rPr>
              <a:t>9</a:t>
            </a:fld>
            <a:endParaRPr lang="en-GB" sz="1400" b="0" u="none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0475389" name="PlaceHolder 2"/>
          <p:cNvSpPr>
            <a:spLocks noGrp="1"/>
          </p:cNvSpPr>
          <p:nvPr>
            <p:ph type="title"/>
          </p:nvPr>
        </p:nvSpPr>
        <p:spPr bwMode="auto">
          <a:xfrm>
            <a:off x="893160" y="72359"/>
            <a:ext cx="8296920" cy="1326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CH" sz="2800" b="1" u="none" strike="noStrike" cap="all">
                <a:solidFill>
                  <a:schemeClr val="dk1"/>
                </a:solidFill>
                <a:latin typeface="Posterama"/>
              </a:rPr>
              <a:t>Extra Features – Devcontainer</a:t>
            </a:r>
            <a:endParaRPr lang="de-DE" sz="28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  <p:sp>
        <p:nvSpPr>
          <p:cNvPr id="1410326808" name="Textplatzhalter 2">
            <a:hlinkClick r:id="rId3"/>
          </p:cNvPr>
          <p:cNvSpPr/>
          <p:nvPr/>
        </p:nvSpPr>
        <p:spPr bwMode="auto">
          <a:xfrm>
            <a:off x="865800" y="2072520"/>
            <a:ext cx="10474200" cy="349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rmAutofit fontScale="85000" lnSpcReduction="9999"/>
          </a:bodyPr>
          <a:lstStyle/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Why?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Konsistente verwendung von Entwicklungstools zwischen Entwicklern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Voraussetzungen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Docker &amp; Visual Studio Code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432000" lvl="1" indent="-2160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SzPct val="45000"/>
              <a:buFont typeface="Wingdings"/>
              <a:buChar char="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Windows User benötigen das Windows Subsystem for Linux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defRPr/>
            </a:pPr>
            <a:r>
              <a:rPr lang="de-DE" sz="2200" b="1" u="none" strike="noStrike">
                <a:solidFill>
                  <a:schemeClr val="dk1"/>
                </a:solidFill>
                <a:latin typeface="Avenir Next LT Pro Light"/>
              </a:rPr>
              <a:t>Vorteile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de-DE" sz="2200" b="0" u="none" strike="noStrike">
                <a:solidFill>
                  <a:schemeClr val="dk1"/>
                </a:solidFill>
                <a:latin typeface="Avenir Next LT Pro Light"/>
              </a:rPr>
              <a:t> Der persönliche Rechner bleibt sauber (es muss ausser Docker und VS Code nichts installiert werden)</a:t>
            </a:r>
            <a:endParaRPr lang="en-GB" sz="2200" b="0" u="none" strike="noStrike">
              <a:solidFill>
                <a:srgbClr val="000000"/>
              </a:solidFill>
              <a:latin typeface="Arial"/>
              <a:ea typeface="Noto Sans CJK SC"/>
            </a:endParaRPr>
          </a:p>
        </p:txBody>
      </p:sp>
      <p:pic>
        <p:nvPicPr>
          <p:cNvPr id="412215988" name="Grafik 412215987"/>
          <p:cNvPicPr/>
          <p:nvPr/>
        </p:nvPicPr>
        <p:blipFill rotWithShape="1">
          <a:blip r:embed="rId4"/>
          <a:stretch/>
        </p:blipFill>
        <p:spPr bwMode="auto">
          <a:xfrm>
            <a:off x="9160920" y="108000"/>
            <a:ext cx="2899080" cy="2427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96656636" name="Textfeld 696656635"/>
          <p:cNvSpPr txBox="1"/>
          <p:nvPr/>
        </p:nvSpPr>
        <p:spPr bwMode="auto">
          <a:xfrm>
            <a:off x="900000" y="1440000"/>
            <a:ext cx="9360000" cy="452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lstStyle/>
          <a:p>
            <a:pPr>
              <a:defRPr/>
            </a:pPr>
            <a:r>
              <a:rPr lang="en-GB" sz="1500" b="0" u="sng" strike="noStrike">
                <a:solidFill>
                  <a:srgbClr val="000000"/>
                </a:solidFill>
                <a:latin typeface="Arial"/>
                <a:hlinkClick r:id="rId5"/>
              </a:rPr>
              <a:t>https://github.com/patricjenni/kochrezepte/blob/main/.devcontainer/devcontainer.json</a:t>
            </a:r>
            <a:endParaRPr lang="en-GB" sz="1500" b="0" u="none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0123746" name="PlaceHolder 1"/>
          <p:cNvSpPr>
            <a:spLocks noGrp="1"/>
          </p:cNvSpPr>
          <p:nvPr>
            <p:ph type="title"/>
          </p:nvPr>
        </p:nvSpPr>
        <p:spPr bwMode="auto">
          <a:xfrm>
            <a:off x="911520" y="505080"/>
            <a:ext cx="5775120" cy="3284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/>
          <a:p>
            <a:pPr indent="0" defTabSz="914400">
              <a:lnSpc>
                <a:spcPct val="90000"/>
              </a:lnSpc>
              <a:buNone/>
              <a:defRPr/>
            </a:pPr>
            <a:r>
              <a:rPr lang="de-DE" sz="4000" b="1" u="none" strike="noStrike" cap="all">
                <a:solidFill>
                  <a:schemeClr val="dk1"/>
                </a:solidFill>
                <a:latin typeface="Posterama"/>
              </a:rPr>
              <a:t>Vielen Dank </a:t>
            </a:r>
            <a:endParaRPr lang="de-DE" sz="4000" b="0" u="none" strike="noStrike">
              <a:solidFill>
                <a:schemeClr val="dk1"/>
              </a:solidFill>
              <a:latin typeface="Avenir Next LT Pro Ligh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nutzerdefiniert">
  <a:themeElements>
    <a:clrScheme name="Custom 82">
      <a:dk1>
        <a:srgbClr val="000000"/>
      </a:dk1>
      <a:lt1>
        <a:srgbClr val="FFFFFF"/>
      </a:lt1>
      <a:dk2>
        <a:srgbClr val="0A4054"/>
      </a:dk2>
      <a:lt2>
        <a:srgbClr val="E7E6E6"/>
      </a:lt2>
      <a:accent1>
        <a:srgbClr val="66B2B0"/>
      </a:accent1>
      <a:accent2>
        <a:srgbClr val="F2494C"/>
      </a:accent2>
      <a:accent3>
        <a:srgbClr val="F39891"/>
      </a:accent3>
      <a:accent4>
        <a:srgbClr val="F9AA19"/>
      </a:accent4>
      <a:accent5>
        <a:srgbClr val="F9C996"/>
      </a:accent5>
      <a:accent6>
        <a:srgbClr val="9FD1D0"/>
      </a:accent6>
      <a:hlink>
        <a:srgbClr val="0563C1"/>
      </a:hlink>
      <a:folHlink>
        <a:srgbClr val="954F72"/>
      </a:folHlink>
    </a:clrScheme>
    <a:fontScheme name="Custom 117">
      <a:majorFont>
        <a:latin typeface="Posterama"/>
        <a:ea typeface="Arial"/>
        <a:cs typeface="Arial"/>
      </a:majorFont>
      <a:minorFont>
        <a:latin typeface="Avenir Next LT Pro Light"/>
        <a:ea typeface="Arial"/>
        <a:cs typeface="Arial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{1D438B67-4936-4622-A4CD-218A36744BEE}tf16411248_win32</Template>
  <TotalTime>0</TotalTime>
  <Words>444</Words>
  <Application>Microsoft Office PowerPoint</Application>
  <PresentationFormat>Breitbild</PresentationFormat>
  <Paragraphs>92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7" baseType="lpstr">
      <vt:lpstr>Arial</vt:lpstr>
      <vt:lpstr>Avenir Next LT Pro Light</vt:lpstr>
      <vt:lpstr>Posterama</vt:lpstr>
      <vt:lpstr>Symbol</vt:lpstr>
      <vt:lpstr>Times New Roman</vt:lpstr>
      <vt:lpstr>Wingdings</vt:lpstr>
      <vt:lpstr>Benutzerdefiniert</vt:lpstr>
      <vt:lpstr>Webseitenprojekt  Kochrezepte  für Entwickler</vt:lpstr>
      <vt:lpstr>Agenda </vt:lpstr>
      <vt:lpstr>Projektvorstellung</vt:lpstr>
      <vt:lpstr>Vorstellung Website</vt:lpstr>
      <vt:lpstr>Websitendesign-sprache</vt:lpstr>
      <vt:lpstr>Accessibility </vt:lpstr>
      <vt:lpstr>Responsiveness</vt:lpstr>
      <vt:lpstr>Extra Features - CI/CD</vt:lpstr>
      <vt:lpstr>Extra Features – Devcontainer</vt:lpstr>
      <vt:lpstr>Vielen Dank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Pascal Schmidiger</dc:creator>
  <dc:description/>
  <cp:lastModifiedBy>Pascal Schmidiger</cp:lastModifiedBy>
  <cp:revision>16</cp:revision>
  <dcterms:created xsi:type="dcterms:W3CDTF">2026-01-14T19:29:37Z</dcterms:created>
  <dcterms:modified xsi:type="dcterms:W3CDTF">2026-01-18T12:04:53Z</dcterms:modified>
  <dc:language>en-GB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Notes">
    <vt:i4>11</vt:i4>
  </property>
  <property fmtid="{D5CDD505-2E9C-101B-9397-08002B2CF9AE}" pid="4" name="PresentationFormat">
    <vt:lpwstr>Breitbild</vt:lpwstr>
  </property>
  <property fmtid="{D5CDD505-2E9C-101B-9397-08002B2CF9AE}" pid="5" name="Slides">
    <vt:i4>11</vt:i4>
  </property>
</Properties>
</file>